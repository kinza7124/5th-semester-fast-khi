
<file path=[Content_Types].xml><?xml version="1.0" encoding="utf-8"?>
<Types xmlns="http://schemas.openxmlformats.org/package/2006/content-types">
  <Default Extension="emf" ContentType="image/x-emf"/>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notesMasterIdLst>
    <p:notesMasterId r:id="rId73"/>
  </p:notesMasterIdLst>
  <p:sldIdLst>
    <p:sldId id="960" r:id="rId2"/>
    <p:sldId id="1129" r:id="rId3"/>
    <p:sldId id="964" r:id="rId4"/>
    <p:sldId id="1047" r:id="rId5"/>
    <p:sldId id="1048" r:id="rId6"/>
    <p:sldId id="1049" r:id="rId7"/>
    <p:sldId id="1051" r:id="rId8"/>
    <p:sldId id="1050" r:id="rId9"/>
    <p:sldId id="1052" r:id="rId10"/>
    <p:sldId id="1196" r:id="rId11"/>
    <p:sldId id="1197" r:id="rId12"/>
    <p:sldId id="1198" r:id="rId13"/>
    <p:sldId id="1195" r:id="rId14"/>
    <p:sldId id="1199" r:id="rId15"/>
    <p:sldId id="1200" r:id="rId16"/>
    <p:sldId id="1201" r:id="rId17"/>
    <p:sldId id="1202" r:id="rId18"/>
    <p:sldId id="1061" r:id="rId19"/>
    <p:sldId id="277" r:id="rId20"/>
    <p:sldId id="1128" r:id="rId21"/>
    <p:sldId id="258" r:id="rId22"/>
    <p:sldId id="1242" r:id="rId23"/>
    <p:sldId id="1077" r:id="rId24"/>
    <p:sldId id="1078" r:id="rId25"/>
    <p:sldId id="1079" r:id="rId26"/>
    <p:sldId id="1080" r:id="rId27"/>
    <p:sldId id="1081" r:id="rId28"/>
    <p:sldId id="1213" r:id="rId29"/>
    <p:sldId id="1082" r:id="rId30"/>
    <p:sldId id="1083" r:id="rId31"/>
    <p:sldId id="1084" r:id="rId32"/>
    <p:sldId id="1085" r:id="rId33"/>
    <p:sldId id="1086" r:id="rId34"/>
    <p:sldId id="1087" r:id="rId35"/>
    <p:sldId id="1088" r:id="rId36"/>
    <p:sldId id="1089" r:id="rId37"/>
    <p:sldId id="1090" r:id="rId38"/>
    <p:sldId id="1091" r:id="rId39"/>
    <p:sldId id="1093" r:id="rId40"/>
    <p:sldId id="1092" r:id="rId41"/>
    <p:sldId id="1095" r:id="rId42"/>
    <p:sldId id="1096" r:id="rId43"/>
    <p:sldId id="1098" r:id="rId44"/>
    <p:sldId id="1214" r:id="rId45"/>
    <p:sldId id="1097" r:id="rId46"/>
    <p:sldId id="1243" r:id="rId47"/>
    <p:sldId id="1099" r:id="rId48"/>
    <p:sldId id="1100" r:id="rId49"/>
    <p:sldId id="1102" r:id="rId50"/>
    <p:sldId id="1101" r:id="rId51"/>
    <p:sldId id="1103" r:id="rId52"/>
    <p:sldId id="1105" r:id="rId53"/>
    <p:sldId id="1107" r:id="rId54"/>
    <p:sldId id="1108" r:id="rId55"/>
    <p:sldId id="1109" r:id="rId56"/>
    <p:sldId id="1218" r:id="rId57"/>
    <p:sldId id="1216" r:id="rId58"/>
    <p:sldId id="1239" r:id="rId59"/>
    <p:sldId id="1240" r:id="rId60"/>
    <p:sldId id="1244" r:id="rId61"/>
    <p:sldId id="1112" r:id="rId62"/>
    <p:sldId id="1113" r:id="rId63"/>
    <p:sldId id="1114" r:id="rId64"/>
    <p:sldId id="1115" r:id="rId65"/>
    <p:sldId id="1116" r:id="rId66"/>
    <p:sldId id="1117" r:id="rId67"/>
    <p:sldId id="1118" r:id="rId68"/>
    <p:sldId id="1194" r:id="rId69"/>
    <p:sldId id="1119" r:id="rId70"/>
    <p:sldId id="1192" r:id="rId71"/>
    <p:sldId id="1222" r:id="rId72"/>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2" pos="1440" userDrawn="1">
          <p15:clr>
            <a:srgbClr val="A4A3A4"/>
          </p15:clr>
        </p15:guide>
        <p15:guide id="3" orient="horz" pos="3528"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10F90"/>
    <a:srgbClr val="0000A8"/>
    <a:srgbClr val="B5E7FF"/>
    <a:srgbClr val="A2C1FF"/>
    <a:srgbClr val="8FAADC"/>
    <a:srgbClr val="E40000"/>
    <a:srgbClr val="FFB3D3"/>
    <a:srgbClr val="0000A3"/>
    <a:srgbClr val="9CE0FA"/>
    <a:srgbClr val="3C6CDF"/>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29268"/>
    <p:restoredTop sz="84488"/>
  </p:normalViewPr>
  <p:slideViewPr>
    <p:cSldViewPr snapToGrid="0" snapToObjects="1">
      <p:cViewPr varScale="1">
        <p:scale>
          <a:sx n="93" d="100"/>
          <a:sy n="93" d="100"/>
        </p:scale>
        <p:origin x="390" y="84"/>
      </p:cViewPr>
      <p:guideLst>
        <p:guide pos="1440"/>
        <p:guide orient="horz" pos="3528"/>
      </p:guideLst>
    </p:cSldViewPr>
  </p:slideViewPr>
  <p:outlineViewPr>
    <p:cViewPr>
      <p:scale>
        <a:sx n="33" d="100"/>
        <a:sy n="33" d="100"/>
      </p:scale>
      <p:origin x="0" y="-25744"/>
    </p:cViewPr>
  </p:outlin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16" Type="http://schemas.openxmlformats.org/officeDocument/2006/relationships/slide" Target="slides/slide1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slide" Target="slides/slide44.xml"/><Relationship Id="rId53" Type="http://schemas.openxmlformats.org/officeDocument/2006/relationships/slide" Target="slides/slide52.xml"/><Relationship Id="rId58" Type="http://schemas.openxmlformats.org/officeDocument/2006/relationships/slide" Target="slides/slide57.xml"/><Relationship Id="rId66" Type="http://schemas.openxmlformats.org/officeDocument/2006/relationships/slide" Target="slides/slide65.xml"/><Relationship Id="rId74" Type="http://schemas.openxmlformats.org/officeDocument/2006/relationships/presProps" Target="presProps.xml"/><Relationship Id="rId5" Type="http://schemas.openxmlformats.org/officeDocument/2006/relationships/slide" Target="slides/slide4.xml"/><Relationship Id="rId61" Type="http://schemas.openxmlformats.org/officeDocument/2006/relationships/slide" Target="slides/slide60.xml"/><Relationship Id="rId19" Type="http://schemas.openxmlformats.org/officeDocument/2006/relationships/slide" Target="slides/slide1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56" Type="http://schemas.openxmlformats.org/officeDocument/2006/relationships/slide" Target="slides/slide55.xml"/><Relationship Id="rId64" Type="http://schemas.openxmlformats.org/officeDocument/2006/relationships/slide" Target="slides/slide63.xml"/><Relationship Id="rId69" Type="http://schemas.openxmlformats.org/officeDocument/2006/relationships/slide" Target="slides/slide68.xml"/><Relationship Id="rId77" Type="http://schemas.openxmlformats.org/officeDocument/2006/relationships/tableStyles" Target="tableStyles.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slide" Target="slides/slide66.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75" Type="http://schemas.openxmlformats.org/officeDocument/2006/relationships/viewProps" Target="viewProps.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notesMaster" Target="notesMasters/notesMaster1.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theme" Target="theme/theme1.xml"/><Relationship Id="rId7" Type="http://schemas.openxmlformats.org/officeDocument/2006/relationships/slide" Target="slides/slide6.xml"/><Relationship Id="rId71" Type="http://schemas.openxmlformats.org/officeDocument/2006/relationships/slide" Target="slides/slide70.xml"/><Relationship Id="rId2" Type="http://schemas.openxmlformats.org/officeDocument/2006/relationships/slide" Target="slides/slide1.xml"/><Relationship Id="rId29" Type="http://schemas.openxmlformats.org/officeDocument/2006/relationships/slide" Target="slides/slide28.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153024D-5FCD-D142-BBE1-7B391F60AD88}" type="datetimeFigureOut">
              <a:rPr lang="en-US" smtClean="0"/>
              <a:t>8/11/2025</a:t>
            </a:fld>
            <a:endParaRPr lang="en-US" dirty="0"/>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3D91EEAC-CFEF-9647-876F-EABC6B8338D7}" type="slidenum">
              <a:rPr lang="en-US" smtClean="0"/>
              <a:t>‹#›</a:t>
            </a:fld>
            <a:endParaRPr lang="en-US" dirty="0"/>
          </a:p>
        </p:txBody>
      </p:sp>
    </p:spTree>
    <p:extLst>
      <p:ext uri="{BB962C8B-B14F-4D97-AF65-F5344CB8AC3E}">
        <p14:creationId xmlns:p14="http://schemas.microsoft.com/office/powerpoint/2010/main" val="167556167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Version History</a:t>
            </a:r>
          </a:p>
          <a:p>
            <a:endParaRPr lang="en-US" dirty="0"/>
          </a:p>
          <a:p>
            <a:r>
              <a:rPr lang="en-US" dirty="0"/>
              <a:t>9.0  (July 2025)</a:t>
            </a:r>
          </a:p>
        </p:txBody>
      </p:sp>
      <p:sp>
        <p:nvSpPr>
          <p:cNvPr id="4" name="Slide Number Placeholder 3"/>
          <p:cNvSpPr>
            <a:spLocks noGrp="1"/>
          </p:cNvSpPr>
          <p:nvPr>
            <p:ph type="sldNum" sz="quarter" idx="5"/>
          </p:nvPr>
        </p:nvSpPr>
        <p:spPr/>
        <p:txBody>
          <a:bodyPr/>
          <a:lstStyle/>
          <a:p>
            <a:fld id="{3D91EEAC-CFEF-9647-876F-EABC6B8338D7}" type="slidenum">
              <a:rPr lang="en-US" smtClean="0"/>
              <a:t>1</a:t>
            </a:fld>
            <a:endParaRPr lang="en-US" dirty="0"/>
          </a:p>
        </p:txBody>
      </p:sp>
    </p:spTree>
    <p:extLst>
      <p:ext uri="{BB962C8B-B14F-4D97-AF65-F5344CB8AC3E}">
        <p14:creationId xmlns:p14="http://schemas.microsoft.com/office/powerpoint/2010/main" val="279266125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D16EA1AD-6EA3-1049-AB4E-FC15F4DC35F9}" type="slidenum">
              <a:rPr lang="en-US" smtClean="0"/>
              <a:t>2</a:t>
            </a:fld>
            <a:endParaRPr lang="en-US" dirty="0"/>
          </a:p>
        </p:txBody>
      </p:sp>
    </p:spTree>
    <p:extLst>
      <p:ext uri="{BB962C8B-B14F-4D97-AF65-F5344CB8AC3E}">
        <p14:creationId xmlns:p14="http://schemas.microsoft.com/office/powerpoint/2010/main" val="2074525587"/>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3</a:t>
            </a:fld>
            <a:endParaRPr lang="en-US" dirty="0"/>
          </a:p>
        </p:txBody>
      </p:sp>
    </p:spTree>
    <p:extLst>
      <p:ext uri="{BB962C8B-B14F-4D97-AF65-F5344CB8AC3E}">
        <p14:creationId xmlns:p14="http://schemas.microsoft.com/office/powerpoint/2010/main" val="387659726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75146123"/>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0490754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32053338"/>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2162544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32961222"/>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6290820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1337488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55034312"/>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78629058"/>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Text for this animation:</a:t>
            </a:r>
          </a:p>
          <a:p>
            <a:endParaRPr lang="en-US" dirty="0"/>
          </a:p>
          <a:p>
            <a:r>
              <a:rPr lang="en-US" sz="1200" kern="1200" dirty="0">
                <a:solidFill>
                  <a:schemeClr val="tx1"/>
                </a:solidFill>
                <a:effectLst/>
                <a:latin typeface="+mn-lt"/>
                <a:ea typeface="+mn-ea"/>
                <a:cs typeface="+mn-cs"/>
              </a:rPr>
              <a:t>This all works out pretty nice and looks pretty simple!</a:t>
            </a:r>
          </a:p>
          <a:p>
            <a:r>
              <a:rPr lang="en-US" sz="1200" kern="1200" dirty="0">
                <a:solidFill>
                  <a:schemeClr val="tx1"/>
                </a:solidFill>
                <a:effectLst/>
                <a:latin typeface="+mn-lt"/>
                <a:ea typeface="+mn-ea"/>
                <a:cs typeface="+mn-cs"/>
              </a:rPr>
              <a:t> </a:t>
            </a:r>
          </a:p>
          <a:p>
            <a:r>
              <a:rPr lang="en-US" sz="1200" kern="1200" dirty="0">
                <a:solidFill>
                  <a:schemeClr val="tx1"/>
                </a:solidFill>
                <a:effectLst/>
                <a:latin typeface="+mn-lt"/>
                <a:ea typeface="+mn-ea"/>
                <a:cs typeface="+mn-cs"/>
              </a:rPr>
              <a:t>But of course the devil is in the details, as the saying goes.</a:t>
            </a:r>
          </a:p>
          <a:p>
            <a:r>
              <a:rPr lang="en-US" sz="1200" kern="1200" dirty="0">
                <a:solidFill>
                  <a:schemeClr val="tx1"/>
                </a:solidFill>
                <a:effectLst/>
                <a:latin typeface="+mn-lt"/>
                <a:ea typeface="+mn-ea"/>
                <a:cs typeface="+mn-cs"/>
              </a:rPr>
              <a:t> </a:t>
            </a:r>
          </a:p>
          <a:p>
            <a:r>
              <a:rPr lang="en-US" sz="1200" kern="1200" dirty="0">
                <a:solidFill>
                  <a:schemeClr val="tx1"/>
                </a:solidFill>
                <a:effectLst/>
                <a:latin typeface="+mn-lt"/>
                <a:ea typeface="+mn-ea"/>
                <a:cs typeface="+mn-cs"/>
              </a:rPr>
              <a:t>What happens,  for example, when a subset of addresses say in this first range should go to say interface 3, rather than interface 0.  Well, of course we could split the first address range into multiple pieces, and add in this new subrange with its new destination output port.  But it turns out there’s a much simpler and elegant way to do this.  Known as longest prefix matching.</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30599932"/>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19643433"/>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28405123"/>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29720577"/>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8353334"/>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41226238"/>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03968826"/>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09376816"/>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9971141"/>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75C492A-D25F-D670-C276-1D3989119CA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9EDA738-6B1C-95BC-3D58-588C9957541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FEB0263-583F-AD06-7467-37C3A8E52C6E}"/>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DD8A3042-F317-7181-A44B-DD1EA3C88CBC}"/>
              </a:ext>
            </a:extLst>
          </p:cNvPr>
          <p:cNvSpPr>
            <a:spLocks noGrp="1"/>
          </p:cNvSpPr>
          <p:nvPr>
            <p:ph type="sldNum" sz="quarter" idx="5"/>
          </p:nvPr>
        </p:nvSpPr>
        <p:spPr/>
        <p:txBody>
          <a:bodyPr/>
          <a:lstStyle/>
          <a:p>
            <a:fld id="{3D91EEAC-CFEF-9647-876F-EABC6B8338D7}" type="slidenum">
              <a:rPr lang="en-US" smtClean="0"/>
              <a:t>22</a:t>
            </a:fld>
            <a:endParaRPr lang="en-US" dirty="0"/>
          </a:p>
        </p:txBody>
      </p:sp>
    </p:spTree>
    <p:extLst>
      <p:ext uri="{BB962C8B-B14F-4D97-AF65-F5344CB8AC3E}">
        <p14:creationId xmlns:p14="http://schemas.microsoft.com/office/powerpoint/2010/main" val="2694040604"/>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22850310"/>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95948529"/>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25</a:t>
            </a:fld>
            <a:endParaRPr lang="en-US" dirty="0"/>
          </a:p>
        </p:txBody>
      </p:sp>
    </p:spTree>
    <p:extLst>
      <p:ext uri="{BB962C8B-B14F-4D97-AF65-F5344CB8AC3E}">
        <p14:creationId xmlns:p14="http://schemas.microsoft.com/office/powerpoint/2010/main" val="3774966634"/>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26</a:t>
            </a:fld>
            <a:endParaRPr lang="en-US" dirty="0"/>
          </a:p>
        </p:txBody>
      </p:sp>
    </p:spTree>
    <p:extLst>
      <p:ext uri="{BB962C8B-B14F-4D97-AF65-F5344CB8AC3E}">
        <p14:creationId xmlns:p14="http://schemas.microsoft.com/office/powerpoint/2010/main" val="1347499844"/>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58278765"/>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01449763"/>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07649847"/>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16061229"/>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59108296"/>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52815355"/>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3531486"/>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41354504"/>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86465437"/>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23842513"/>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5573649"/>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56287381"/>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45377983"/>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08032059"/>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25401947"/>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72689893"/>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9514298"/>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26735329"/>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75824344"/>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E603CB2-6095-09FF-7C6C-EC2CE3C5F49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F65B80F-7F64-6534-5849-33C45C60D1D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BFE1129-CC60-B824-3D7D-B211BEFF3FAC}"/>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2D27FAC-9292-3B47-4F6D-FFC5F5FD8A80}"/>
              </a:ext>
            </a:extLst>
          </p:cNvPr>
          <p:cNvSpPr>
            <a:spLocks noGrp="1"/>
          </p:cNvSpPr>
          <p:nvPr>
            <p:ph type="sldNum" sz="quarter" idx="5"/>
          </p:nvPr>
        </p:nvSpPr>
        <p:spPr/>
        <p:txBody>
          <a:bodyPr/>
          <a:lstStyle/>
          <a:p>
            <a:fld id="{3D91EEAC-CFEF-9647-876F-EABC6B8338D7}" type="slidenum">
              <a:rPr lang="en-US" smtClean="0"/>
              <a:t>46</a:t>
            </a:fld>
            <a:endParaRPr lang="en-US" dirty="0"/>
          </a:p>
        </p:txBody>
      </p:sp>
    </p:spTree>
    <p:extLst>
      <p:ext uri="{BB962C8B-B14F-4D97-AF65-F5344CB8AC3E}">
        <p14:creationId xmlns:p14="http://schemas.microsoft.com/office/powerpoint/2010/main" val="2709707086"/>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11933861"/>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25500455"/>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87027891"/>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26090679"/>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07037644"/>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24737182"/>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22030058"/>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40758039"/>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6765410"/>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68305168"/>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5130950"/>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04688098"/>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58520579"/>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3C78FF9-1D51-958C-36D1-3248124AE2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29193D9-10D7-6394-29C7-A2BC5B01000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32E9327-0306-F310-3145-021150FC77C3}"/>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42B65CC5-9154-BDE8-FA3E-ADE9F4FBEFD2}"/>
              </a:ext>
            </a:extLst>
          </p:cNvPr>
          <p:cNvSpPr>
            <a:spLocks noGrp="1"/>
          </p:cNvSpPr>
          <p:nvPr>
            <p:ph type="sldNum" sz="quarter" idx="5"/>
          </p:nvPr>
        </p:nvSpPr>
        <p:spPr/>
        <p:txBody>
          <a:bodyPr/>
          <a:lstStyle/>
          <a:p>
            <a:fld id="{3D91EEAC-CFEF-9647-876F-EABC6B8338D7}" type="slidenum">
              <a:rPr lang="en-US" smtClean="0"/>
              <a:t>60</a:t>
            </a:fld>
            <a:endParaRPr lang="en-US" dirty="0"/>
          </a:p>
        </p:txBody>
      </p:sp>
    </p:spTree>
    <p:extLst>
      <p:ext uri="{BB962C8B-B14F-4D97-AF65-F5344CB8AC3E}">
        <p14:creationId xmlns:p14="http://schemas.microsoft.com/office/powerpoint/2010/main" val="3940794393"/>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84763660"/>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17936239"/>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18049352"/>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782539"/>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38717562"/>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27275059"/>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04783494"/>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71452085"/>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54554268"/>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40195442"/>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5" name="Slide Number Placeholder 5">
            <a:extLst>
              <a:ext uri="{FF2B5EF4-FFF2-40B4-BE49-F238E27FC236}">
                <a16:creationId xmlns:a16="http://schemas.microsoft.com/office/drawing/2014/main" id="{67E93C0D-5E34-354A-A654-B3839136622B}"/>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3393655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5" name="Slide Number Placeholder 5">
            <a:extLst>
              <a:ext uri="{FF2B5EF4-FFF2-40B4-BE49-F238E27FC236}">
                <a16:creationId xmlns:a16="http://schemas.microsoft.com/office/drawing/2014/main" id="{D41126D0-2478-AE48-891D-9046D4F5EA04}"/>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187844611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5">
            <a:extLst>
              <a:ext uri="{FF2B5EF4-FFF2-40B4-BE49-F238E27FC236}">
                <a16:creationId xmlns:a16="http://schemas.microsoft.com/office/drawing/2014/main" id="{139731AF-B9DB-1E4D-A017-6D1C48DC057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127395820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3762131626"/>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5" Type="http://schemas.openxmlformats.org/officeDocument/2006/relationships/theme" Target="../theme/theme1.xml"/><Relationship Id="rId4" Type="http://schemas.openxmlformats.org/officeDocument/2006/relationships/slideLayout" Target="../slideLayouts/slideLayout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Slide Number Placeholder 5">
            <a:extLst>
              <a:ext uri="{FF2B5EF4-FFF2-40B4-BE49-F238E27FC236}">
                <a16:creationId xmlns:a16="http://schemas.microsoft.com/office/drawing/2014/main" id="{ACF3ABA1-E9EF-3248-90FD-6E40E659EFB3}"/>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2775165307"/>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2" r:id="rId3"/>
    <p:sldLayoutId id="2147483654" r:id="rId4"/>
  </p:sldLayoutIdLst>
  <p:hf hdr="0" ftr="0" dt="0"/>
  <p:txStyles>
    <p:titleStyle>
      <a:lvl1pPr algn="l" defTabSz="914400" rtl="0" eaLnBrk="1" latinLnBrk="0" hangingPunct="1">
        <a:lnSpc>
          <a:spcPct val="90000"/>
        </a:lnSpc>
        <a:spcBef>
          <a:spcPct val="0"/>
        </a:spcBef>
        <a:buNone/>
        <a:defRPr sz="4400" b="1" kern="1200">
          <a:solidFill>
            <a:srgbClr val="0000A3"/>
          </a:solidFill>
          <a:latin typeface="+mj-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notesSlide" Target="../notesSlides/notesSlide1.xml"/><Relationship Id="rId1" Type="http://schemas.openxmlformats.org/officeDocument/2006/relationships/slideLayout" Target="../slideLayouts/slideLayout4.xml"/></Relationships>
</file>

<file path=ppt/slides/_rels/slide2.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2.xml"/><Relationship Id="rId1" Type="http://schemas.openxmlformats.org/officeDocument/2006/relationships/slideLayout" Target="../slideLayouts/slideLayout3.xml"/></Relationships>
</file>

<file path=ppt/slides/_rels/slide3.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3.png"/><Relationship Id="rId18" Type="http://schemas.openxmlformats.org/officeDocument/2006/relationships/image" Target="../media/image18.png"/><Relationship Id="rId3" Type="http://schemas.openxmlformats.org/officeDocument/2006/relationships/image" Target="../media/image3.png"/><Relationship Id="rId21" Type="http://schemas.openxmlformats.org/officeDocument/2006/relationships/image" Target="../media/image21.png"/><Relationship Id="rId7" Type="http://schemas.openxmlformats.org/officeDocument/2006/relationships/image" Target="../media/image7.png"/><Relationship Id="rId12" Type="http://schemas.openxmlformats.org/officeDocument/2006/relationships/image" Target="../media/image12.png"/><Relationship Id="rId17" Type="http://schemas.openxmlformats.org/officeDocument/2006/relationships/image" Target="../media/image17.png"/><Relationship Id="rId2" Type="http://schemas.openxmlformats.org/officeDocument/2006/relationships/notesSlide" Target="../notesSlides/notesSlide4.xml"/><Relationship Id="rId16" Type="http://schemas.openxmlformats.org/officeDocument/2006/relationships/image" Target="../media/image16.png"/><Relationship Id="rId20" Type="http://schemas.openxmlformats.org/officeDocument/2006/relationships/image" Target="../media/image20.png"/><Relationship Id="rId1" Type="http://schemas.openxmlformats.org/officeDocument/2006/relationships/slideLayout" Target="../slideLayouts/slideLayout3.xml"/><Relationship Id="rId6" Type="http://schemas.openxmlformats.org/officeDocument/2006/relationships/image" Target="../media/image6.png"/><Relationship Id="rId11" Type="http://schemas.openxmlformats.org/officeDocument/2006/relationships/image" Target="../media/image11.png"/><Relationship Id="rId5" Type="http://schemas.openxmlformats.org/officeDocument/2006/relationships/image" Target="../media/image5.png"/><Relationship Id="rId15" Type="http://schemas.openxmlformats.org/officeDocument/2006/relationships/image" Target="../media/image15.png"/><Relationship Id="rId23" Type="http://schemas.openxmlformats.org/officeDocument/2006/relationships/image" Target="../media/image23.png"/><Relationship Id="rId10" Type="http://schemas.openxmlformats.org/officeDocument/2006/relationships/image" Target="../media/image10.png"/><Relationship Id="rId19" Type="http://schemas.openxmlformats.org/officeDocument/2006/relationships/image" Target="../media/image19.png"/><Relationship Id="rId4" Type="http://schemas.openxmlformats.org/officeDocument/2006/relationships/image" Target="../media/image4.png"/><Relationship Id="rId9" Type="http://schemas.openxmlformats.org/officeDocument/2006/relationships/image" Target="../media/image9.png"/><Relationship Id="rId14" Type="http://schemas.openxmlformats.org/officeDocument/2006/relationships/image" Target="../media/image14.png"/><Relationship Id="rId22" Type="http://schemas.openxmlformats.org/officeDocument/2006/relationships/image" Target="../media/image22.png"/></Relationships>
</file>

<file path=ppt/slides/_rels/slide5.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notesSlide" Target="../notesSlides/notesSlide5.xml"/><Relationship Id="rId1" Type="http://schemas.openxmlformats.org/officeDocument/2006/relationships/slideLayout" Target="../slideLayouts/slideLayout3.xml"/><Relationship Id="rId4" Type="http://schemas.openxmlformats.org/officeDocument/2006/relationships/image" Target="../media/image25.png"/></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7.xml"/><Relationship Id="rId1" Type="http://schemas.openxmlformats.org/officeDocument/2006/relationships/slideLayout" Target="../slideLayouts/slideLayout4.xml"/><Relationship Id="rId4" Type="http://schemas.openxmlformats.org/officeDocument/2006/relationships/image" Target="../media/image27.emf"/></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4.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3.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3.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13.xml"/><Relationship Id="rId1" Type="http://schemas.openxmlformats.org/officeDocument/2006/relationships/slideLayout" Target="../slideLayouts/slideLayout3.xml"/><Relationship Id="rId5" Type="http://schemas.openxmlformats.org/officeDocument/2006/relationships/image" Target="../media/image30.png"/><Relationship Id="rId4" Type="http://schemas.openxmlformats.org/officeDocument/2006/relationships/image" Target="../media/image29.png"/></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3.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3.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3.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3.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22.xml"/><Relationship Id="rId1" Type="http://schemas.openxmlformats.org/officeDocument/2006/relationships/slideLayout" Target="../slideLayouts/slideLayout3.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25.xml"/><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27.xml"/><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28.xml"/><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29.xml"/><Relationship Id="rId1" Type="http://schemas.openxmlformats.org/officeDocument/2006/relationships/slideLayout" Target="../slideLayouts/slideLayout2.xml"/><Relationship Id="rId4" Type="http://schemas.openxmlformats.org/officeDocument/2006/relationships/image" Target="../media/image6.png"/></Relationships>
</file>

<file path=ppt/slides/_rels/slide30.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30.xml"/><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31.xml"/><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32.xml"/><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3" Type="http://schemas.openxmlformats.org/officeDocument/2006/relationships/image" Target="../media/image31.png"/><Relationship Id="rId7" Type="http://schemas.openxmlformats.org/officeDocument/2006/relationships/image" Target="../media/image9.png"/><Relationship Id="rId2" Type="http://schemas.openxmlformats.org/officeDocument/2006/relationships/notesSlide" Target="../notesSlides/notesSlide36.xml"/><Relationship Id="rId1" Type="http://schemas.openxmlformats.org/officeDocument/2006/relationships/slideLayout" Target="../slideLayouts/slideLayout2.xml"/><Relationship Id="rId6" Type="http://schemas.openxmlformats.org/officeDocument/2006/relationships/image" Target="../media/image8.png"/><Relationship Id="rId5" Type="http://schemas.openxmlformats.org/officeDocument/2006/relationships/image" Target="../media/image7.png"/><Relationship Id="rId4" Type="http://schemas.openxmlformats.org/officeDocument/2006/relationships/image" Target="../media/image6.png"/></Relationships>
</file>

<file path=ppt/slides/_rels/slide37.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notesSlide" Target="../notesSlides/notesSlide37.xml"/><Relationship Id="rId1" Type="http://schemas.openxmlformats.org/officeDocument/2006/relationships/slideLayout" Target="../slideLayouts/slideLayout2.xml"/><Relationship Id="rId4" Type="http://schemas.openxmlformats.org/officeDocument/2006/relationships/image" Target="../media/image33.png"/></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39.xml"/><Relationship Id="rId1" Type="http://schemas.openxmlformats.org/officeDocument/2006/relationships/slideLayout" Target="../slideLayouts/slideLayout2.xml"/><Relationship Id="rId4" Type="http://schemas.openxmlformats.org/officeDocument/2006/relationships/image" Target="../media/image35.png"/></Relationships>
</file>

<file path=ppt/slides/_rels/slide40.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0.xml"/><Relationship Id="rId1" Type="http://schemas.openxmlformats.org/officeDocument/2006/relationships/slideLayout" Target="../slideLayouts/slideLayout2.xml"/><Relationship Id="rId4" Type="http://schemas.openxmlformats.org/officeDocument/2006/relationships/image" Target="../media/image35.png"/></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46.xml"/><Relationship Id="rId1" Type="http://schemas.openxmlformats.org/officeDocument/2006/relationships/slideLayout" Target="../slideLayouts/slideLayout3.xml"/></Relationships>
</file>

<file path=ppt/slides/_rels/slide47.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47.xml"/><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50.xml"/><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2.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2.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2.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2.xml"/></Relationships>
</file>

<file path=ppt/slides/_rels/slide58.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58.xml"/><Relationship Id="rId1" Type="http://schemas.openxmlformats.org/officeDocument/2006/relationships/slideLayout" Target="../slideLayouts/slideLayout2.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60.xml"/><Relationship Id="rId1" Type="http://schemas.openxmlformats.org/officeDocument/2006/relationships/slideLayout" Target="../slideLayouts/slideLayout3.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4.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2.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2.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notesSlide" Target="../notesSlides/notesSlide68.xml"/><Relationship Id="rId1" Type="http://schemas.openxmlformats.org/officeDocument/2006/relationships/slideLayout" Target="../slideLayouts/slideLayout2.xml"/><Relationship Id="rId4" Type="http://schemas.openxmlformats.org/officeDocument/2006/relationships/image" Target="../media/image38.png"/></Relationships>
</file>

<file path=ppt/slides/_rels/slide69.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notesSlide" Target="../notesSlides/notesSlide69.xml"/><Relationship Id="rId1" Type="http://schemas.openxmlformats.org/officeDocument/2006/relationships/slideLayout" Target="../slideLayouts/slideLayout2.xml"/><Relationship Id="rId4" Type="http://schemas.openxmlformats.org/officeDocument/2006/relationships/image" Target="../media/image38.png"/></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4.xml"/></Relationships>
</file>

<file path=ppt/slides/_rels/slide71.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Layout" Target="../slideLayouts/slideLayout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099C77C5-A377-3E44-9802-7A06ED6AD0D8}"/>
              </a:ext>
            </a:extLst>
          </p:cNvPr>
          <p:cNvSpPr>
            <a:spLocks noChangeArrowheads="1"/>
          </p:cNvSpPr>
          <p:nvPr/>
        </p:nvSpPr>
        <p:spPr bwMode="auto">
          <a:xfrm>
            <a:off x="7981312" y="4289908"/>
            <a:ext cx="3981504" cy="286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2800" i="1" dirty="0">
                <a:solidFill>
                  <a:srgbClr val="0000A3"/>
                </a:solidFill>
                <a:latin typeface="+mn-lt"/>
              </a:rPr>
              <a:t>Computer Networking: A Top-Down Approach </a:t>
            </a:r>
            <a:br>
              <a:rPr lang="en-US" altLang="en-US" sz="2800" dirty="0">
                <a:solidFill>
                  <a:srgbClr val="008000"/>
                </a:solidFill>
                <a:latin typeface="+mn-lt"/>
              </a:rPr>
            </a:br>
            <a:r>
              <a:rPr lang="en-US" altLang="en-US" sz="1800" dirty="0">
                <a:solidFill>
                  <a:srgbClr val="008000"/>
                </a:solidFill>
                <a:latin typeface="+mn-lt"/>
              </a:rPr>
              <a:t>9</a:t>
            </a:r>
            <a:r>
              <a:rPr lang="en-US" altLang="en-US" sz="1800" baseline="30000" dirty="0">
                <a:latin typeface="+mn-lt"/>
              </a:rPr>
              <a:t>th</a:t>
            </a:r>
            <a:r>
              <a:rPr lang="en-US" altLang="en-US" sz="1800" dirty="0">
                <a:latin typeface="+mn-lt"/>
              </a:rPr>
              <a:t> edition </a:t>
            </a:r>
            <a:br>
              <a:rPr lang="en-US" altLang="en-US" sz="1800" dirty="0">
                <a:latin typeface="+mn-lt"/>
              </a:rPr>
            </a:br>
            <a:r>
              <a:rPr lang="en-US" altLang="en-US" sz="1800" dirty="0">
                <a:latin typeface="+mn-lt"/>
              </a:rPr>
              <a:t>Jim Kurose, Keith Ross</a:t>
            </a:r>
            <a:br>
              <a:rPr lang="en-US" altLang="en-US" sz="1800" dirty="0">
                <a:latin typeface="+mn-lt"/>
              </a:rPr>
            </a:br>
            <a:r>
              <a:rPr lang="en-US" altLang="en-US" sz="1800" dirty="0">
                <a:latin typeface="+mn-lt"/>
              </a:rPr>
              <a:t>Pearson, 2025</a:t>
            </a:r>
            <a:endParaRPr lang="en-US" altLang="en-US" sz="2000" dirty="0">
              <a:latin typeface="+mn-lt"/>
            </a:endParaRPr>
          </a:p>
        </p:txBody>
      </p:sp>
      <p:sp>
        <p:nvSpPr>
          <p:cNvPr id="6" name="Rectangle 3">
            <a:extLst>
              <a:ext uri="{FF2B5EF4-FFF2-40B4-BE49-F238E27FC236}">
                <a16:creationId xmlns:a16="http://schemas.microsoft.com/office/drawing/2014/main" id="{9A9F684E-5DD1-6543-95D2-8EB5E7619BE2}"/>
              </a:ext>
            </a:extLst>
          </p:cNvPr>
          <p:cNvSpPr>
            <a:spLocks noChangeArrowheads="1"/>
          </p:cNvSpPr>
          <p:nvPr/>
        </p:nvSpPr>
        <p:spPr bwMode="auto">
          <a:xfrm>
            <a:off x="1325034" y="561975"/>
            <a:ext cx="5127523" cy="19396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5400" b="1" dirty="0">
                <a:solidFill>
                  <a:srgbClr val="000099"/>
                </a:solidFill>
                <a:latin typeface="+mj-lt"/>
              </a:rPr>
              <a:t>Chapter 4</a:t>
            </a:r>
            <a:br>
              <a:rPr lang="en-US" altLang="en-US" sz="6000" b="1" dirty="0">
                <a:solidFill>
                  <a:srgbClr val="000099"/>
                </a:solidFill>
                <a:latin typeface="+mj-lt"/>
              </a:rPr>
            </a:br>
            <a:r>
              <a:rPr lang="en-US" altLang="en-US" sz="5400" b="1" dirty="0">
                <a:solidFill>
                  <a:srgbClr val="000099"/>
                </a:solidFill>
                <a:latin typeface="+mj-lt"/>
              </a:rPr>
              <a:t>Network Layer:</a:t>
            </a:r>
          </a:p>
          <a:p>
            <a:pPr eaLnBrk="1" hangingPunct="1">
              <a:lnSpc>
                <a:spcPct val="85000"/>
              </a:lnSpc>
            </a:pPr>
            <a:r>
              <a:rPr lang="en-US" altLang="en-US" sz="5400" b="1" dirty="0">
                <a:solidFill>
                  <a:srgbClr val="000099"/>
                </a:solidFill>
                <a:latin typeface="+mj-lt"/>
              </a:rPr>
              <a:t>Data Plane</a:t>
            </a:r>
          </a:p>
        </p:txBody>
      </p:sp>
      <p:sp>
        <p:nvSpPr>
          <p:cNvPr id="7" name="Text Box 6">
            <a:extLst>
              <a:ext uri="{FF2B5EF4-FFF2-40B4-BE49-F238E27FC236}">
                <a16:creationId xmlns:a16="http://schemas.microsoft.com/office/drawing/2014/main" id="{8A719B73-7005-5F48-AB23-FCC253DE1BCB}"/>
              </a:ext>
            </a:extLst>
          </p:cNvPr>
          <p:cNvSpPr txBox="1">
            <a:spLocks noChangeArrowheads="1"/>
          </p:cNvSpPr>
          <p:nvPr/>
        </p:nvSpPr>
        <p:spPr bwMode="auto">
          <a:xfrm>
            <a:off x="1350014" y="2647662"/>
            <a:ext cx="5378450" cy="1629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1800" dirty="0">
                <a:latin typeface="+mn-lt"/>
              </a:rPr>
              <a:t>A note on the use of these PowerPoint slides:</a:t>
            </a:r>
          </a:p>
          <a:p>
            <a:r>
              <a:rPr lang="en-US" altLang="en-US" sz="1400" dirty="0">
                <a:latin typeface="+mn-lt"/>
              </a:rPr>
              <a:t>We’</a:t>
            </a:r>
            <a:r>
              <a:rPr lang="en-US" altLang="ja-JP" sz="1400" dirty="0">
                <a:latin typeface="+mn-lt"/>
              </a:rPr>
              <a:t>re making these slides freely available to all (faculty, students, readers). They’re in PowerPoint form so you see the animations; and can add, modify, and delete slides  (including this one) and slide content to suit your needs. They obviously represent a </a:t>
            </a:r>
            <a:r>
              <a:rPr lang="en-US" altLang="ja-JP" sz="1400" i="1" dirty="0">
                <a:latin typeface="+mn-lt"/>
              </a:rPr>
              <a:t>lot</a:t>
            </a:r>
            <a:r>
              <a:rPr lang="en-US" altLang="ja-JP" sz="1400" dirty="0">
                <a:latin typeface="+mn-lt"/>
              </a:rPr>
              <a:t> of work on our part. In return for use, we only ask the following:</a:t>
            </a:r>
          </a:p>
          <a:p>
            <a:pPr>
              <a:lnSpc>
                <a:spcPct val="85000"/>
              </a:lnSpc>
            </a:pPr>
            <a:endParaRPr lang="en-US" altLang="en-US" sz="1400" dirty="0"/>
          </a:p>
        </p:txBody>
      </p:sp>
      <p:sp>
        <p:nvSpPr>
          <p:cNvPr id="8" name="Text Box 7">
            <a:extLst>
              <a:ext uri="{FF2B5EF4-FFF2-40B4-BE49-F238E27FC236}">
                <a16:creationId xmlns:a16="http://schemas.microsoft.com/office/drawing/2014/main" id="{BD221538-7929-D34F-8387-EA57F966E19A}"/>
              </a:ext>
            </a:extLst>
          </p:cNvPr>
          <p:cNvSpPr txBox="1">
            <a:spLocks noChangeArrowheads="1"/>
          </p:cNvSpPr>
          <p:nvPr/>
        </p:nvSpPr>
        <p:spPr bwMode="auto">
          <a:xfrm>
            <a:off x="1325035" y="3894603"/>
            <a:ext cx="5378450" cy="2636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73038" indent="-173038">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85000"/>
              </a:lnSpc>
            </a:pPr>
            <a:endParaRPr lang="en-US" altLang="en-US" sz="1400" dirty="0">
              <a:latin typeface="Gill Sans MT" panose="020B0502020104020203" pitchFamily="34" charset="77"/>
            </a:endParaRP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If you use these slides (e.g., in a class) that you mention their source (after all, we’</a:t>
            </a:r>
            <a:r>
              <a:rPr lang="en-US" altLang="ja-JP" sz="1400" dirty="0">
                <a:latin typeface="+mn-lt"/>
                <a:cs typeface="Calibri" panose="020F0502020204030204" pitchFamily="34" charset="0"/>
              </a:rPr>
              <a:t>d like people to use our book!)</a:t>
            </a: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If you post any slides on a www site, that you note that they are adapted from (or perhaps identical to) our slides, and note our copyright of this material.</a:t>
            </a:r>
          </a:p>
          <a:p>
            <a:pPr>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For a revision history, see the slide note for this page. </a:t>
            </a:r>
          </a:p>
          <a:p>
            <a:pPr marL="15875" indent="0">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Thanks and enjoy!  JFK/KWR</a:t>
            </a:r>
          </a:p>
          <a:p>
            <a:pPr>
              <a:lnSpc>
                <a:spcPct val="85000"/>
              </a:lnSpc>
            </a:pPr>
            <a:endParaRPr lang="en-US" altLang="en-US" sz="1400" dirty="0">
              <a:latin typeface="+mn-lt"/>
            </a:endParaRPr>
          </a:p>
          <a:p>
            <a:pPr>
              <a:lnSpc>
                <a:spcPct val="85000"/>
              </a:lnSpc>
            </a:pPr>
            <a:r>
              <a:rPr lang="en-US" altLang="en-US" sz="1400" dirty="0">
                <a:latin typeface="+mn-lt"/>
              </a:rPr>
              <a:t>     All material copyright 1996-2025</a:t>
            </a:r>
          </a:p>
          <a:p>
            <a:pPr>
              <a:lnSpc>
                <a:spcPct val="85000"/>
              </a:lnSpc>
            </a:pPr>
            <a:r>
              <a:rPr lang="en-US" altLang="en-US" sz="1400" dirty="0">
                <a:latin typeface="+mn-lt"/>
              </a:rPr>
              <a:t>     J.F Kurose and K.W. Ross, All Rights Reserved</a:t>
            </a:r>
            <a:endParaRPr lang="en-US" altLang="en-US" sz="1200" dirty="0">
              <a:latin typeface="+mn-lt"/>
            </a:endParaRPr>
          </a:p>
        </p:txBody>
      </p:sp>
      <p:pic>
        <p:nvPicPr>
          <p:cNvPr id="3" name="Picture 2">
            <a:extLst>
              <a:ext uri="{FF2B5EF4-FFF2-40B4-BE49-F238E27FC236}">
                <a16:creationId xmlns:a16="http://schemas.microsoft.com/office/drawing/2014/main" id="{30147A72-3E94-EC0C-668C-98DFEF1C805C}"/>
              </a:ext>
            </a:extLst>
          </p:cNvPr>
          <p:cNvPicPr>
            <a:picLocks noChangeAspect="1"/>
          </p:cNvPicPr>
          <p:nvPr/>
        </p:nvPicPr>
        <p:blipFill>
          <a:blip r:embed="rId3"/>
          <a:stretch>
            <a:fillRect/>
          </a:stretch>
        </p:blipFill>
        <p:spPr>
          <a:xfrm>
            <a:off x="7913799" y="622012"/>
            <a:ext cx="3302000" cy="4051300"/>
          </a:xfrm>
          <a:prstGeom prst="rect">
            <a:avLst/>
          </a:prstGeom>
        </p:spPr>
      </p:pic>
    </p:spTree>
    <p:extLst>
      <p:ext uri="{BB962C8B-B14F-4D97-AF65-F5344CB8AC3E}">
        <p14:creationId xmlns:p14="http://schemas.microsoft.com/office/powerpoint/2010/main" val="231482551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0F6FC3-7DD0-8D48-A73C-1EC08DB3BAF6}"/>
              </a:ext>
            </a:extLst>
          </p:cNvPr>
          <p:cNvSpPr>
            <a:spLocks noGrp="1"/>
          </p:cNvSpPr>
          <p:nvPr>
            <p:ph type="title"/>
          </p:nvPr>
        </p:nvSpPr>
        <p:spPr/>
        <p:txBody>
          <a:bodyPr/>
          <a:lstStyle/>
          <a:p>
            <a:r>
              <a:rPr lang="en-US" altLang="en-US" dirty="0">
                <a:cs typeface="Calibri" panose="020F0502020204030204" pitchFamily="34" charset="0"/>
              </a:rPr>
              <a:t>Network layer: our goals</a:t>
            </a:r>
            <a:endParaRPr lang="en-US" dirty="0"/>
          </a:p>
        </p:txBody>
      </p:sp>
      <p:sp>
        <p:nvSpPr>
          <p:cNvPr id="3" name="Content Placeholder 2">
            <a:extLst>
              <a:ext uri="{FF2B5EF4-FFF2-40B4-BE49-F238E27FC236}">
                <a16:creationId xmlns:a16="http://schemas.microsoft.com/office/drawing/2014/main" id="{99183EDA-C355-9A48-9A7B-13CAE9D049C3}"/>
              </a:ext>
            </a:extLst>
          </p:cNvPr>
          <p:cNvSpPr>
            <a:spLocks noGrp="1"/>
          </p:cNvSpPr>
          <p:nvPr>
            <p:ph sz="half" idx="1"/>
          </p:nvPr>
        </p:nvSpPr>
        <p:spPr>
          <a:xfrm>
            <a:off x="838200" y="1572572"/>
            <a:ext cx="5181600" cy="4698465"/>
          </a:xfrm>
        </p:spPr>
        <p:txBody>
          <a:bodyPr>
            <a:normAutofit/>
          </a:bodyPr>
          <a:lstStyle/>
          <a:p>
            <a:pPr marL="342900" indent="-212725">
              <a:buFont typeface="Wingdings" charset="2"/>
              <a:buChar char="§"/>
              <a:defRPr/>
            </a:pPr>
            <a:r>
              <a:rPr lang="en-US" sz="3200" dirty="0"/>
              <a:t>understand principles behind network layer services, focusing on data plane:</a:t>
            </a:r>
          </a:p>
          <a:p>
            <a:pPr lvl="1">
              <a:buFont typeface="Arial"/>
              <a:buChar char="•"/>
              <a:defRPr/>
            </a:pPr>
            <a:r>
              <a:rPr lang="en-US" sz="2800" dirty="0"/>
              <a:t>network layer service models</a:t>
            </a:r>
          </a:p>
          <a:p>
            <a:pPr lvl="1">
              <a:buFont typeface="Arial"/>
              <a:buChar char="•"/>
              <a:defRPr/>
            </a:pPr>
            <a:r>
              <a:rPr lang="en-US" sz="2800" dirty="0"/>
              <a:t>forwarding versus routing</a:t>
            </a:r>
          </a:p>
          <a:p>
            <a:pPr lvl="1">
              <a:buFont typeface="Arial"/>
              <a:buChar char="•"/>
              <a:defRPr/>
            </a:pPr>
            <a:r>
              <a:rPr lang="en-US" sz="2800" dirty="0"/>
              <a:t>addressing</a:t>
            </a:r>
          </a:p>
          <a:p>
            <a:pPr lvl="1">
              <a:buFont typeface="Arial"/>
              <a:buChar char="•"/>
              <a:defRPr/>
            </a:pPr>
            <a:r>
              <a:rPr lang="en-US" sz="2800" dirty="0"/>
              <a:t>generalized forwarding</a:t>
            </a:r>
          </a:p>
          <a:p>
            <a:pPr lvl="1">
              <a:buFont typeface="Arial"/>
              <a:buChar char="•"/>
              <a:defRPr/>
            </a:pPr>
            <a:r>
              <a:rPr lang="en-US" sz="2800" dirty="0"/>
              <a:t>Internet architecture</a:t>
            </a:r>
          </a:p>
          <a:p>
            <a:pPr marL="130175" indent="0">
              <a:buNone/>
            </a:pPr>
            <a:endParaRPr lang="en-US" dirty="0"/>
          </a:p>
        </p:txBody>
      </p:sp>
      <p:sp>
        <p:nvSpPr>
          <p:cNvPr id="4" name="Content Placeholder 3">
            <a:extLst>
              <a:ext uri="{FF2B5EF4-FFF2-40B4-BE49-F238E27FC236}">
                <a16:creationId xmlns:a16="http://schemas.microsoft.com/office/drawing/2014/main" id="{9B6A4EEF-90EE-424B-9F5F-D32E647EF1B0}"/>
              </a:ext>
            </a:extLst>
          </p:cNvPr>
          <p:cNvSpPr>
            <a:spLocks noGrp="1"/>
          </p:cNvSpPr>
          <p:nvPr>
            <p:ph sz="half" idx="2"/>
          </p:nvPr>
        </p:nvSpPr>
        <p:spPr>
          <a:xfrm>
            <a:off x="6172199" y="1572573"/>
            <a:ext cx="5584371" cy="4351338"/>
          </a:xfrm>
        </p:spPr>
        <p:txBody>
          <a:bodyPr>
            <a:normAutofit/>
          </a:bodyPr>
          <a:lstStyle/>
          <a:p>
            <a:pPr marL="407988" indent="-277813"/>
            <a:r>
              <a:rPr lang="en-US" sz="3200" dirty="0"/>
              <a:t>instantiation, implementation in the Internet</a:t>
            </a:r>
          </a:p>
          <a:p>
            <a:pPr lvl="1"/>
            <a:r>
              <a:rPr lang="en-US" sz="2800" dirty="0"/>
              <a:t>IP protocol</a:t>
            </a:r>
          </a:p>
          <a:p>
            <a:pPr lvl="1"/>
            <a:r>
              <a:rPr lang="en-US" sz="2800" dirty="0"/>
              <a:t>NAT</a:t>
            </a:r>
          </a:p>
        </p:txBody>
      </p:sp>
      <p:sp>
        <p:nvSpPr>
          <p:cNvPr id="5" name="Slide Number Placeholder 4">
            <a:extLst>
              <a:ext uri="{FF2B5EF4-FFF2-40B4-BE49-F238E27FC236}">
                <a16:creationId xmlns:a16="http://schemas.microsoft.com/office/drawing/2014/main" id="{AF90DE33-80BA-7C4C-A2DC-16FEA33E2950}"/>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a:t>
            </a:fld>
            <a:endParaRPr lang="en-US" dirty="0"/>
          </a:p>
        </p:txBody>
      </p:sp>
      <p:pic>
        <p:nvPicPr>
          <p:cNvPr id="7" name="Picture 6">
            <a:extLst>
              <a:ext uri="{FF2B5EF4-FFF2-40B4-BE49-F238E27FC236}">
                <a16:creationId xmlns:a16="http://schemas.microsoft.com/office/drawing/2014/main" id="{45D66911-5289-2C1E-5F6A-28275EEE5D40}"/>
              </a:ext>
            </a:extLst>
          </p:cNvPr>
          <p:cNvPicPr>
            <a:picLocks noChangeAspect="1"/>
          </p:cNvPicPr>
          <p:nvPr/>
        </p:nvPicPr>
        <p:blipFill>
          <a:blip r:embed="rId3"/>
          <a:stretch>
            <a:fillRect/>
          </a:stretch>
        </p:blipFill>
        <p:spPr>
          <a:xfrm>
            <a:off x="6807777" y="3542146"/>
            <a:ext cx="3314700" cy="2489200"/>
          </a:xfrm>
          <a:prstGeom prst="rect">
            <a:avLst/>
          </a:prstGeom>
        </p:spPr>
      </p:pic>
    </p:spTree>
    <p:extLst>
      <p:ext uri="{BB962C8B-B14F-4D97-AF65-F5344CB8AC3E}">
        <p14:creationId xmlns:p14="http://schemas.microsoft.com/office/powerpoint/2010/main" val="41002867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dissolve">
                                      <p:cBhvr>
                                        <p:cTn id="7" dur="500"/>
                                        <p:tgtEl>
                                          <p:spTgt spid="4">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
                                            <p:txEl>
                                              <p:pRg st="1" end="1"/>
                                            </p:txEl>
                                          </p:spTgt>
                                        </p:tgtEl>
                                        <p:attrNameLst>
                                          <p:attrName>style.visibility</p:attrName>
                                        </p:attrNameLst>
                                      </p:cBhvr>
                                      <p:to>
                                        <p:strVal val="visible"/>
                                      </p:to>
                                    </p:set>
                                    <p:animEffect transition="in" filter="dissolve">
                                      <p:cBhvr>
                                        <p:cTn id="10" dur="500"/>
                                        <p:tgtEl>
                                          <p:spTgt spid="4">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4">
                                            <p:txEl>
                                              <p:pRg st="2" end="2"/>
                                            </p:txEl>
                                          </p:spTgt>
                                        </p:tgtEl>
                                        <p:attrNameLst>
                                          <p:attrName>style.visibility</p:attrName>
                                        </p:attrNameLst>
                                      </p:cBhvr>
                                      <p:to>
                                        <p:strVal val="visible"/>
                                      </p:to>
                                    </p:set>
                                    <p:animEffect transition="in" filter="dissolve">
                                      <p:cBhvr>
                                        <p:cTn id="13" dur="500"/>
                                        <p:tgtEl>
                                          <p:spTgt spid="4">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70089" y="1428299"/>
            <a:ext cx="6618109" cy="5001077"/>
          </a:xfrm>
        </p:spPr>
        <p:txBody>
          <a:bodyPr>
            <a:noAutofit/>
          </a:bodyPr>
          <a:lstStyle/>
          <a:p>
            <a:pPr marL="407988" indent="-277813">
              <a:spcBef>
                <a:spcPts val="600"/>
              </a:spcBef>
            </a:pPr>
            <a:r>
              <a:rPr lang="en-US" altLang="en-US" sz="3200" dirty="0">
                <a:solidFill>
                  <a:srgbClr val="CC0000"/>
                </a:solidFill>
                <a:ea typeface="ＭＳ Ｐゴシック" panose="020B0600070205080204" pitchFamily="34" charset="-128"/>
                <a:cs typeface="Arial" panose="020B0604020202020204" pitchFamily="34" charset="0"/>
              </a:rPr>
              <a:t>Network layer: overview</a:t>
            </a:r>
          </a:p>
          <a:p>
            <a:pPr lvl="1">
              <a:spcBef>
                <a:spcPts val="0"/>
              </a:spcBef>
            </a:pPr>
            <a:r>
              <a:rPr lang="en-US" altLang="en-US" sz="2800" dirty="0">
                <a:solidFill>
                  <a:srgbClr val="CC0000"/>
                </a:solidFill>
                <a:ea typeface="ＭＳ Ｐゴシック" panose="020B0600070205080204" pitchFamily="34" charset="-128"/>
                <a:cs typeface="Arial" panose="020B0604020202020204" pitchFamily="34" charset="0"/>
              </a:rPr>
              <a:t>data plane</a:t>
            </a:r>
          </a:p>
          <a:p>
            <a:pPr lvl="1">
              <a:spcBef>
                <a:spcPts val="0"/>
              </a:spcBef>
            </a:pPr>
            <a:r>
              <a:rPr lang="en-US" altLang="en-US" sz="2800" dirty="0">
                <a:solidFill>
                  <a:srgbClr val="CC0000"/>
                </a:solidFill>
                <a:ea typeface="ＭＳ Ｐゴシック" panose="020B0600070205080204" pitchFamily="34" charset="-128"/>
                <a:cs typeface="Arial" panose="020B0604020202020204" pitchFamily="34" charset="0"/>
              </a:rPr>
              <a:t>control plane</a:t>
            </a:r>
          </a:p>
        </p:txBody>
      </p:sp>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682013" y="3716475"/>
            <a:ext cx="5075205" cy="28164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lnSpc>
                <a:spcPct val="100000"/>
              </a:lnSpc>
            </a:pPr>
            <a:r>
              <a:rPr lang="en-US" altLang="en-US" sz="3200" dirty="0">
                <a:ea typeface="ＭＳ Ｐゴシック" panose="020B0600070205080204" pitchFamily="34" charset="-128"/>
                <a:cs typeface="ＭＳ Ｐゴシック" panose="020B0600070205080204" pitchFamily="34" charset="-128"/>
              </a:rPr>
              <a:t>Generalized Forwarding</a:t>
            </a:r>
          </a:p>
          <a:p>
            <a:pPr lvl="1">
              <a:lnSpc>
                <a:spcPct val="100000"/>
              </a:lnSpc>
              <a:spcBef>
                <a:spcPts val="0"/>
              </a:spcBef>
            </a:pPr>
            <a:r>
              <a:rPr lang="en-US" altLang="en-US" sz="2800" dirty="0">
                <a:ea typeface="ＭＳ Ｐゴシック" panose="020B0600070205080204" pitchFamily="34" charset="-128"/>
              </a:rPr>
              <a:t>Match+action</a:t>
            </a:r>
          </a:p>
          <a:p>
            <a:pPr lvl="1">
              <a:lnSpc>
                <a:spcPct val="100000"/>
              </a:lnSpc>
              <a:spcBef>
                <a:spcPts val="0"/>
              </a:spcBef>
            </a:pPr>
            <a:r>
              <a:rPr lang="en-US" altLang="en-US" sz="2800" dirty="0">
                <a:ea typeface="ＭＳ Ｐゴシック" panose="020B0600070205080204" pitchFamily="34" charset="-128"/>
              </a:rPr>
              <a:t>OpenFlow</a:t>
            </a:r>
          </a:p>
        </p:txBody>
      </p:sp>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65391"/>
            <a:ext cx="2743200" cy="365125"/>
          </a:xfrm>
        </p:spPr>
        <p:txBody>
          <a:bodyPr/>
          <a:lstStyle/>
          <a:p>
            <a:r>
              <a:rPr lang="en-US" dirty="0"/>
              <a:t>Network Layer: 4-</a:t>
            </a:r>
            <a:fld id="{C4204591-24BD-A542-B9D5-F8D8A88D2FEE}" type="slidenum">
              <a:rPr lang="en-US" smtClean="0"/>
              <a:pPr/>
              <a:t>3</a:t>
            </a:fld>
            <a:endParaRPr 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570088" y="2760950"/>
            <a:ext cx="6618109" cy="346132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r>
              <a:rPr lang="en-US" altLang="en-US" sz="3200" dirty="0">
                <a:ea typeface="ＭＳ Ｐゴシック" panose="020B0600070205080204" pitchFamily="34" charset="-128"/>
                <a:cs typeface="Arial" panose="020B0604020202020204" pitchFamily="34" charset="0"/>
              </a:rPr>
              <a:t>IP: the Internet Protocol</a:t>
            </a:r>
          </a:p>
          <a:p>
            <a:pPr lvl="1">
              <a:spcBef>
                <a:spcPts val="0"/>
              </a:spcBef>
            </a:pPr>
            <a:r>
              <a:rPr lang="en-US" altLang="en-US" sz="2800" dirty="0">
                <a:ea typeface="ＭＳ Ｐゴシック" panose="020B0600070205080204" pitchFamily="34" charset="-128"/>
                <a:cs typeface="Arial" panose="020B0604020202020204" pitchFamily="34" charset="0"/>
              </a:rPr>
              <a:t>datagram format, addressing</a:t>
            </a:r>
          </a:p>
          <a:p>
            <a:pPr lvl="1">
              <a:spcBef>
                <a:spcPts val="0"/>
              </a:spcBef>
            </a:pPr>
            <a:r>
              <a:rPr lang="en-US" altLang="en-US" sz="2800" dirty="0">
                <a:ea typeface="ＭＳ Ｐゴシック" panose="020B0600070205080204" pitchFamily="34" charset="-128"/>
                <a:cs typeface="Arial" panose="020B0604020202020204" pitchFamily="34" charset="0"/>
              </a:rPr>
              <a:t>network address translation (NAT)</a:t>
            </a:r>
          </a:p>
          <a:p>
            <a:pPr lvl="1">
              <a:spcBef>
                <a:spcPts val="0"/>
              </a:spcBef>
            </a:pPr>
            <a:r>
              <a:rPr lang="en-US" altLang="en-US" sz="2800" dirty="0">
                <a:ea typeface="ＭＳ Ｐゴシック" panose="020B0600070205080204" pitchFamily="34" charset="-128"/>
                <a:cs typeface="Arial" panose="020B0604020202020204" pitchFamily="34" charset="0"/>
              </a:rPr>
              <a:t>IPv6</a:t>
            </a:r>
          </a:p>
        </p:txBody>
      </p:sp>
      <p:pic>
        <p:nvPicPr>
          <p:cNvPr id="3" name="Picture 2">
            <a:extLst>
              <a:ext uri="{FF2B5EF4-FFF2-40B4-BE49-F238E27FC236}">
                <a16:creationId xmlns:a16="http://schemas.microsoft.com/office/drawing/2014/main" id="{AB531A73-B5D0-CA3D-3AC3-8B1EFDC04939}"/>
              </a:ext>
            </a:extLst>
          </p:cNvPr>
          <p:cNvPicPr>
            <a:picLocks noChangeAspect="1"/>
          </p:cNvPicPr>
          <p:nvPr/>
        </p:nvPicPr>
        <p:blipFill>
          <a:blip r:embed="rId3"/>
          <a:stretch>
            <a:fillRect/>
          </a:stretch>
        </p:blipFill>
        <p:spPr>
          <a:xfrm>
            <a:off x="6904759" y="1279236"/>
            <a:ext cx="3361460" cy="2149764"/>
          </a:xfrm>
          <a:prstGeom prst="rect">
            <a:avLst/>
          </a:prstGeom>
        </p:spPr>
      </p:pic>
    </p:spTree>
    <p:extLst>
      <p:ext uri="{BB962C8B-B14F-4D97-AF65-F5344CB8AC3E}">
        <p14:creationId xmlns:p14="http://schemas.microsoft.com/office/powerpoint/2010/main" val="38510746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dissolve">
                                      <p:cBhvr>
                                        <p:cTn id="7" dur="500"/>
                                        <p:tgtEl>
                                          <p:spTgt spid="10">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0">
                                            <p:txEl>
                                              <p:pRg st="1" end="1"/>
                                            </p:txEl>
                                          </p:spTgt>
                                        </p:tgtEl>
                                        <p:attrNameLst>
                                          <p:attrName>style.visibility</p:attrName>
                                        </p:attrNameLst>
                                      </p:cBhvr>
                                      <p:to>
                                        <p:strVal val="visible"/>
                                      </p:to>
                                    </p:set>
                                    <p:animEffect transition="in" filter="dissolve">
                                      <p:cBhvr>
                                        <p:cTn id="10" dur="500"/>
                                        <p:tgtEl>
                                          <p:spTgt spid="10">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0">
                                            <p:txEl>
                                              <p:pRg st="2" end="2"/>
                                            </p:txEl>
                                          </p:spTgt>
                                        </p:tgtEl>
                                        <p:attrNameLst>
                                          <p:attrName>style.visibility</p:attrName>
                                        </p:attrNameLst>
                                      </p:cBhvr>
                                      <p:to>
                                        <p:strVal val="visible"/>
                                      </p:to>
                                    </p:set>
                                    <p:animEffect transition="in" filter="dissolve">
                                      <p:cBhvr>
                                        <p:cTn id="13" dur="500"/>
                                        <p:tgtEl>
                                          <p:spTgt spid="10">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10">
                                            <p:txEl>
                                              <p:pRg st="3" end="3"/>
                                            </p:txEl>
                                          </p:spTgt>
                                        </p:tgtEl>
                                        <p:attrNameLst>
                                          <p:attrName>style.visibility</p:attrName>
                                        </p:attrNameLst>
                                      </p:cBhvr>
                                      <p:to>
                                        <p:strVal val="visible"/>
                                      </p:to>
                                    </p:set>
                                    <p:animEffect transition="in" filter="dissolve">
                                      <p:cBhvr>
                                        <p:cTn id="16" dur="500"/>
                                        <p:tgtEl>
                                          <p:spTgt spid="10">
                                            <p:txEl>
                                              <p:pRg st="3" end="3"/>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dissolve">
                                      <p:cBhvr>
                                        <p:cTn id="21"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build="p"/>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Network-layer  services and protocols</a:t>
            </a:r>
            <a:endParaRPr lang="en-US" sz="4400" dirty="0"/>
          </a:p>
        </p:txBody>
      </p:sp>
      <p:sp>
        <p:nvSpPr>
          <p:cNvPr id="6" name="Rectangle 3">
            <a:extLst>
              <a:ext uri="{FF2B5EF4-FFF2-40B4-BE49-F238E27FC236}">
                <a16:creationId xmlns:a16="http://schemas.microsoft.com/office/drawing/2014/main" id="{B81DCC24-3FE7-E745-BC17-3886FB241095}"/>
              </a:ext>
            </a:extLst>
          </p:cNvPr>
          <p:cNvSpPr txBox="1">
            <a:spLocks noChangeArrowheads="1"/>
          </p:cNvSpPr>
          <p:nvPr/>
        </p:nvSpPr>
        <p:spPr>
          <a:xfrm>
            <a:off x="681218" y="1443831"/>
            <a:ext cx="5617981" cy="5284347"/>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transport segment from sending to receiving host </a:t>
            </a:r>
          </a:p>
          <a:p>
            <a:pPr marL="695325" marR="0" lvl="1" indent="-222250" algn="l" defTabSz="914400" rtl="0" eaLnBrk="1" fontAlgn="auto" latinLnBrk="0" hangingPunct="1">
              <a:lnSpc>
                <a:spcPct val="90000"/>
              </a:lnSpc>
              <a:spcBef>
                <a:spcPts val="600"/>
              </a:spcBef>
              <a:spcAft>
                <a:spcPts val="0"/>
              </a:spcAft>
              <a:buClr>
                <a:srgbClr val="0000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ＭＳ Ｐゴシック" panose="020B0600070205080204" pitchFamily="34" charset="-128"/>
              </a:rPr>
              <a:t>sender: </a:t>
            </a: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encapsulates segments into datagrams, passes to link layer</a:t>
            </a:r>
          </a:p>
          <a:p>
            <a:pPr marL="695325" marR="0" lvl="1" indent="-222250" algn="l" defTabSz="914400" rtl="0" eaLnBrk="1" fontAlgn="auto" latinLnBrk="0" hangingPunct="1">
              <a:lnSpc>
                <a:spcPct val="90000"/>
              </a:lnSpc>
              <a:spcBef>
                <a:spcPts val="600"/>
              </a:spcBef>
              <a:spcAft>
                <a:spcPts val="0"/>
              </a:spcAft>
              <a:buClr>
                <a:srgbClr val="0000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ＭＳ Ｐゴシック" panose="020B0600070205080204" pitchFamily="34" charset="-128"/>
              </a:rPr>
              <a:t>receiver: </a:t>
            </a: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delivers segments to transport layer protocol</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network layer protocols in </a:t>
            </a: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every Internet device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hosts, routers</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routers</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t>
            </a:r>
          </a:p>
          <a:p>
            <a:pPr marL="695325" marR="0" lvl="1" indent="-292100" algn="l" defTabSz="914400" rtl="0" eaLnBrk="1" fontAlgn="auto" latinLnBrk="0" hangingPunct="1">
              <a:lnSpc>
                <a:spcPct val="99000"/>
              </a:lnSpc>
              <a:spcBef>
                <a:spcPts val="600"/>
              </a:spcBef>
              <a:spcAft>
                <a:spcPts val="0"/>
              </a:spcAft>
              <a:buClr>
                <a:srgbClr val="0000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examines header fields in all IP datagrams passing through it</a:t>
            </a:r>
          </a:p>
          <a:p>
            <a:pPr marL="695325" marR="0" lvl="1" indent="-292100" algn="l" defTabSz="914400" rtl="0" eaLnBrk="1" fontAlgn="auto" latinLnBrk="0" hangingPunct="1">
              <a:lnSpc>
                <a:spcPct val="99000"/>
              </a:lnSpc>
              <a:spcBef>
                <a:spcPts val="600"/>
              </a:spcBef>
              <a:spcAft>
                <a:spcPts val="0"/>
              </a:spcAft>
              <a:buClr>
                <a:srgbClr val="0000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moves datagrams from input ports to output ports to transfer datagrams along end-end path</a:t>
            </a:r>
          </a:p>
        </p:txBody>
      </p:sp>
      <p:sp>
        <p:nvSpPr>
          <p:cNvPr id="10" name="Freeform 9">
            <a:extLst>
              <a:ext uri="{FF2B5EF4-FFF2-40B4-BE49-F238E27FC236}">
                <a16:creationId xmlns:a16="http://schemas.microsoft.com/office/drawing/2014/main" id="{7FC4FF92-130F-BB41-8C2E-AD6E35A5EFB3}"/>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Freeform 417">
            <a:extLst>
              <a:ext uri="{FF2B5EF4-FFF2-40B4-BE49-F238E27FC236}">
                <a16:creationId xmlns:a16="http://schemas.microsoft.com/office/drawing/2014/main" id="{86D46BE4-B0DC-6447-9B19-4A15963D6107}"/>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2" name="Group 418">
            <a:extLst>
              <a:ext uri="{FF2B5EF4-FFF2-40B4-BE49-F238E27FC236}">
                <a16:creationId xmlns:a16="http://schemas.microsoft.com/office/drawing/2014/main" id="{B6EA0447-3C72-2546-A182-B18B3204742F}"/>
              </a:ext>
            </a:extLst>
          </p:cNvPr>
          <p:cNvGrpSpPr>
            <a:grpSpLocks/>
          </p:cNvGrpSpPr>
          <p:nvPr/>
        </p:nvGrpSpPr>
        <p:grpSpPr bwMode="auto">
          <a:xfrm>
            <a:off x="7205350" y="3289251"/>
            <a:ext cx="1458912" cy="933450"/>
            <a:chOff x="2889" y="1631"/>
            <a:chExt cx="980" cy="743"/>
          </a:xfrm>
        </p:grpSpPr>
        <p:sp>
          <p:nvSpPr>
            <p:cNvPr id="13" name="Rectangle 419">
              <a:extLst>
                <a:ext uri="{FF2B5EF4-FFF2-40B4-BE49-F238E27FC236}">
                  <a16:creationId xmlns:a16="http://schemas.microsoft.com/office/drawing/2014/main" id="{BE021C30-4F59-6844-AF0D-B5AB853A3B1C}"/>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 name="AutoShape 420">
              <a:extLst>
                <a:ext uri="{FF2B5EF4-FFF2-40B4-BE49-F238E27FC236}">
                  <a16:creationId xmlns:a16="http://schemas.microsoft.com/office/drawing/2014/main" id="{27AA7BFA-EEE4-4140-B9E6-23FEE52ACCEA}"/>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 name="Freeform 427">
            <a:extLst>
              <a:ext uri="{FF2B5EF4-FFF2-40B4-BE49-F238E27FC236}">
                <a16:creationId xmlns:a16="http://schemas.microsoft.com/office/drawing/2014/main" id="{50383F63-A1BE-EE40-9A4A-9521B5B39A87}"/>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Text Box 580">
            <a:extLst>
              <a:ext uri="{FF2B5EF4-FFF2-40B4-BE49-F238E27FC236}">
                <a16:creationId xmlns:a16="http://schemas.microsoft.com/office/drawing/2014/main" id="{68F39DC6-82AA-494B-BF8C-3328A3504C38}"/>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19" name="Text Box 580">
            <a:extLst>
              <a:ext uri="{FF2B5EF4-FFF2-40B4-BE49-F238E27FC236}">
                <a16:creationId xmlns:a16="http://schemas.microsoft.com/office/drawing/2014/main" id="{18D63BA9-A80C-3C4E-951E-EC3E6277A653}"/>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20" name="Freeform 19">
            <a:extLst>
              <a:ext uri="{FF2B5EF4-FFF2-40B4-BE49-F238E27FC236}">
                <a16:creationId xmlns:a16="http://schemas.microsoft.com/office/drawing/2014/main" id="{21C1BA4F-9694-604C-B41C-E527BFD0B4FC}"/>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09D929D7-3426-7545-8640-DC8E2ED95FB9}"/>
              </a:ext>
            </a:extLst>
          </p:cNvPr>
          <p:cNvGrpSpPr/>
          <p:nvPr/>
        </p:nvGrpSpPr>
        <p:grpSpPr>
          <a:xfrm>
            <a:off x="10837700" y="3928050"/>
            <a:ext cx="687393" cy="721548"/>
            <a:chOff x="5203089" y="1751190"/>
            <a:chExt cx="858331" cy="662414"/>
          </a:xfrm>
        </p:grpSpPr>
        <p:sp>
          <p:nvSpPr>
            <p:cNvPr id="22" name="Freeform 21">
              <a:extLst>
                <a:ext uri="{FF2B5EF4-FFF2-40B4-BE49-F238E27FC236}">
                  <a16:creationId xmlns:a16="http://schemas.microsoft.com/office/drawing/2014/main" id="{32949C6B-70A2-0C41-96B1-4A94F8B7F80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Freeform 22">
              <a:extLst>
                <a:ext uri="{FF2B5EF4-FFF2-40B4-BE49-F238E27FC236}">
                  <a16:creationId xmlns:a16="http://schemas.microsoft.com/office/drawing/2014/main" id="{6A42A8C1-0A52-8944-BCD0-7C3E1000F6A9}"/>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24" name="Straight Connector 23">
              <a:extLst>
                <a:ext uri="{FF2B5EF4-FFF2-40B4-BE49-F238E27FC236}">
                  <a16:creationId xmlns:a16="http://schemas.microsoft.com/office/drawing/2014/main" id="{3801E422-A8CB-5D4B-8A53-10BB1CC241B4}"/>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5" name="Straight Connector 24">
              <a:extLst>
                <a:ext uri="{FF2B5EF4-FFF2-40B4-BE49-F238E27FC236}">
                  <a16:creationId xmlns:a16="http://schemas.microsoft.com/office/drawing/2014/main" id="{9A70776E-060B-774C-AF87-577276BCDEDB}"/>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6" name="Straight Connector 25">
              <a:extLst>
                <a:ext uri="{FF2B5EF4-FFF2-40B4-BE49-F238E27FC236}">
                  <a16:creationId xmlns:a16="http://schemas.microsoft.com/office/drawing/2014/main" id="{04F15741-4E5D-2C40-AA55-B8A92FB5641B}"/>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CC116124-6B0D-0A48-9748-70E0EE10E0B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41A80C21-FB20-4F42-A016-94A2E068D917}"/>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D96746B7-2DA8-C14F-A27C-643C5FAB1AF2}"/>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0" name="Group 29">
            <a:extLst>
              <a:ext uri="{FF2B5EF4-FFF2-40B4-BE49-F238E27FC236}">
                <a16:creationId xmlns:a16="http://schemas.microsoft.com/office/drawing/2014/main" id="{02066780-DE5E-6740-8BBA-01C995D1619B}"/>
              </a:ext>
            </a:extLst>
          </p:cNvPr>
          <p:cNvGrpSpPr/>
          <p:nvPr/>
        </p:nvGrpSpPr>
        <p:grpSpPr>
          <a:xfrm>
            <a:off x="10771171" y="3194171"/>
            <a:ext cx="594613" cy="648336"/>
            <a:chOff x="5203089" y="1751190"/>
            <a:chExt cx="858331" cy="662414"/>
          </a:xfrm>
        </p:grpSpPr>
        <p:sp>
          <p:nvSpPr>
            <p:cNvPr id="31" name="Freeform 30">
              <a:extLst>
                <a:ext uri="{FF2B5EF4-FFF2-40B4-BE49-F238E27FC236}">
                  <a16:creationId xmlns:a16="http://schemas.microsoft.com/office/drawing/2014/main" id="{F49A9BF7-5D60-2C4D-AF1F-F5F5F46EB76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F8935E55-D83F-F74C-A0C3-358E8FF3E7CE}"/>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3" name="Straight Connector 32">
              <a:extLst>
                <a:ext uri="{FF2B5EF4-FFF2-40B4-BE49-F238E27FC236}">
                  <a16:creationId xmlns:a16="http://schemas.microsoft.com/office/drawing/2014/main" id="{3FFB49DC-1122-2D42-9C83-51C0E0469DF6}"/>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FB4DFA1B-BDC0-0547-BA3C-F5988DF09577}"/>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734898AC-622F-264A-9A7D-E5817715A6A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6" name="Straight Connector 35">
              <a:extLst>
                <a:ext uri="{FF2B5EF4-FFF2-40B4-BE49-F238E27FC236}">
                  <a16:creationId xmlns:a16="http://schemas.microsoft.com/office/drawing/2014/main" id="{B01C8AF5-125A-4746-96BD-BF09BC7DDE9B}"/>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7" name="Straight Connector 36">
              <a:extLst>
                <a:ext uri="{FF2B5EF4-FFF2-40B4-BE49-F238E27FC236}">
                  <a16:creationId xmlns:a16="http://schemas.microsoft.com/office/drawing/2014/main" id="{53662089-AD1C-A64B-9B48-0369C502239D}"/>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 name="Straight Connector 37">
              <a:extLst>
                <a:ext uri="{FF2B5EF4-FFF2-40B4-BE49-F238E27FC236}">
                  <a16:creationId xmlns:a16="http://schemas.microsoft.com/office/drawing/2014/main" id="{B0D9A8F3-9F56-D642-96B2-51A352E9864D}"/>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9" name="Freeform 38">
            <a:extLst>
              <a:ext uri="{FF2B5EF4-FFF2-40B4-BE49-F238E27FC236}">
                <a16:creationId xmlns:a16="http://schemas.microsoft.com/office/drawing/2014/main" id="{717B1C14-4D36-EF4F-A926-BBBD98456BEE}"/>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E13F2107-1C9A-0C41-B24A-0671CC60D47A}"/>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41" name="Rectangle 40">
            <a:extLst>
              <a:ext uri="{FF2B5EF4-FFF2-40B4-BE49-F238E27FC236}">
                <a16:creationId xmlns:a16="http://schemas.microsoft.com/office/drawing/2014/main" id="{4E6D405D-F88D-A643-A8DA-87BCB5348C5C}"/>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 name="TextBox 42">
            <a:extLst>
              <a:ext uri="{FF2B5EF4-FFF2-40B4-BE49-F238E27FC236}">
                <a16:creationId xmlns:a16="http://schemas.microsoft.com/office/drawing/2014/main" id="{795F625F-E4CA-A14C-BDB7-680FDFE6EE1F}"/>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cxnSp>
        <p:nvCxnSpPr>
          <p:cNvPr id="45" name="Straight Connector 44">
            <a:extLst>
              <a:ext uri="{FF2B5EF4-FFF2-40B4-BE49-F238E27FC236}">
                <a16:creationId xmlns:a16="http://schemas.microsoft.com/office/drawing/2014/main" id="{959284F2-2C3E-6B49-83BE-150EADA93824}"/>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1AEFAB6-4248-8846-A79A-BF9D6164DE76}"/>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ED0D3269-0EC2-2640-AC07-B881868275F8}"/>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F63C34A0-4725-C44D-9514-4F74B2157D8C}"/>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DD0311E5-76D3-2C44-A6A8-22CB01ADCF02}"/>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1939BF82-EFED-E140-BFC2-23D3688C2CB7}"/>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56E47AF2-94A8-0243-8795-936020048815}"/>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AD648A8C-238E-7045-A29E-EDD4DA54C3A4}"/>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1F8AD327-3BC9-7D46-A7E7-D0F90B60A252}"/>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217C26C3-84F1-C149-AC22-6F1EB6629DA9}"/>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E0F05EFE-FD3D-3C4D-8F4F-0AC6B112D1A2}"/>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56" name="Group 55">
            <a:extLst>
              <a:ext uri="{FF2B5EF4-FFF2-40B4-BE49-F238E27FC236}">
                <a16:creationId xmlns:a16="http://schemas.microsoft.com/office/drawing/2014/main" id="{CCC39A38-643E-1841-84E4-48B68DB2ED03}"/>
              </a:ext>
            </a:extLst>
          </p:cNvPr>
          <p:cNvGrpSpPr/>
          <p:nvPr/>
        </p:nvGrpSpPr>
        <p:grpSpPr>
          <a:xfrm>
            <a:off x="7562238" y="2127325"/>
            <a:ext cx="3578867" cy="3640283"/>
            <a:chOff x="7562238" y="2127325"/>
            <a:chExt cx="3578867" cy="3640283"/>
          </a:xfrm>
        </p:grpSpPr>
        <p:grpSp>
          <p:nvGrpSpPr>
            <p:cNvPr id="57" name="Group 56">
              <a:extLst>
                <a:ext uri="{FF2B5EF4-FFF2-40B4-BE49-F238E27FC236}">
                  <a16:creationId xmlns:a16="http://schemas.microsoft.com/office/drawing/2014/main" id="{479EF77B-B7F5-D441-A37D-7AC14D43B519}"/>
                </a:ext>
              </a:extLst>
            </p:cNvPr>
            <p:cNvGrpSpPr/>
            <p:nvPr/>
          </p:nvGrpSpPr>
          <p:grpSpPr>
            <a:xfrm>
              <a:off x="7857253" y="2127325"/>
              <a:ext cx="3283852" cy="3640283"/>
              <a:chOff x="7881336" y="2104198"/>
              <a:chExt cx="3283852" cy="3640283"/>
            </a:xfrm>
          </p:grpSpPr>
          <p:sp>
            <p:nvSpPr>
              <p:cNvPr id="62" name="Line 428">
                <a:extLst>
                  <a:ext uri="{FF2B5EF4-FFF2-40B4-BE49-F238E27FC236}">
                    <a16:creationId xmlns:a16="http://schemas.microsoft.com/office/drawing/2014/main" id="{16F1973E-A8F0-6E4E-9510-49D75998F4A8}"/>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Line 430">
                <a:extLst>
                  <a:ext uri="{FF2B5EF4-FFF2-40B4-BE49-F238E27FC236}">
                    <a16:creationId xmlns:a16="http://schemas.microsoft.com/office/drawing/2014/main" id="{CAB72423-2D43-1046-869C-9EDAEA5E40C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431">
                <a:extLst>
                  <a:ext uri="{FF2B5EF4-FFF2-40B4-BE49-F238E27FC236}">
                    <a16:creationId xmlns:a16="http://schemas.microsoft.com/office/drawing/2014/main" id="{99BD1088-D56F-3A42-8E44-483A32BEDA49}"/>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432">
                <a:extLst>
                  <a:ext uri="{FF2B5EF4-FFF2-40B4-BE49-F238E27FC236}">
                    <a16:creationId xmlns:a16="http://schemas.microsoft.com/office/drawing/2014/main" id="{8A75CF99-7455-B74F-8BAD-3AD43E03F473}"/>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433">
                <a:extLst>
                  <a:ext uri="{FF2B5EF4-FFF2-40B4-BE49-F238E27FC236}">
                    <a16:creationId xmlns:a16="http://schemas.microsoft.com/office/drawing/2014/main" id="{FC542B29-675E-3D46-80C8-75565CBAE29A}"/>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Line 435">
                <a:extLst>
                  <a:ext uri="{FF2B5EF4-FFF2-40B4-BE49-F238E27FC236}">
                    <a16:creationId xmlns:a16="http://schemas.microsoft.com/office/drawing/2014/main" id="{2B974C3D-5280-D849-8D04-7FDDEF66CF86}"/>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436">
                <a:extLst>
                  <a:ext uri="{FF2B5EF4-FFF2-40B4-BE49-F238E27FC236}">
                    <a16:creationId xmlns:a16="http://schemas.microsoft.com/office/drawing/2014/main" id="{05391238-AE6D-D14C-8C1F-CD07E40328C7}"/>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Line 439">
                <a:extLst>
                  <a:ext uri="{FF2B5EF4-FFF2-40B4-BE49-F238E27FC236}">
                    <a16:creationId xmlns:a16="http://schemas.microsoft.com/office/drawing/2014/main" id="{F0B33890-F38E-9948-851E-64C7E965F08B}"/>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Line 440">
                <a:extLst>
                  <a:ext uri="{FF2B5EF4-FFF2-40B4-BE49-F238E27FC236}">
                    <a16:creationId xmlns:a16="http://schemas.microsoft.com/office/drawing/2014/main" id="{A6F6A7F9-E45C-124D-AC6C-F4101DAE4B5F}"/>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Line 441">
                <a:extLst>
                  <a:ext uri="{FF2B5EF4-FFF2-40B4-BE49-F238E27FC236}">
                    <a16:creationId xmlns:a16="http://schemas.microsoft.com/office/drawing/2014/main" id="{AD8346D7-6C40-1348-A196-CC99EDB76C75}"/>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Line 443">
                <a:extLst>
                  <a:ext uri="{FF2B5EF4-FFF2-40B4-BE49-F238E27FC236}">
                    <a16:creationId xmlns:a16="http://schemas.microsoft.com/office/drawing/2014/main" id="{E2DA8AD7-F617-354E-B5AE-47F97541A8FA}"/>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Line 449">
                <a:extLst>
                  <a:ext uri="{FF2B5EF4-FFF2-40B4-BE49-F238E27FC236}">
                    <a16:creationId xmlns:a16="http://schemas.microsoft.com/office/drawing/2014/main" id="{E873DD89-2DB7-304C-ADED-170F1F4E1A6A}"/>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Line 428">
                <a:extLst>
                  <a:ext uri="{FF2B5EF4-FFF2-40B4-BE49-F238E27FC236}">
                    <a16:creationId xmlns:a16="http://schemas.microsoft.com/office/drawing/2014/main" id="{56AC483A-3972-5540-9E9F-AE1FE256604E}"/>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Line 440">
                <a:extLst>
                  <a:ext uri="{FF2B5EF4-FFF2-40B4-BE49-F238E27FC236}">
                    <a16:creationId xmlns:a16="http://schemas.microsoft.com/office/drawing/2014/main" id="{B0224379-0B0C-1343-B0E2-E62DFA482C03}"/>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76" name="Straight Connector 75">
                <a:extLst>
                  <a:ext uri="{FF2B5EF4-FFF2-40B4-BE49-F238E27FC236}">
                    <a16:creationId xmlns:a16="http://schemas.microsoft.com/office/drawing/2014/main" id="{1DFBDA95-16CE-D146-A4C5-C45EDEC8D34E}"/>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7" name="Straight Connector 76">
                <a:extLst>
                  <a:ext uri="{FF2B5EF4-FFF2-40B4-BE49-F238E27FC236}">
                    <a16:creationId xmlns:a16="http://schemas.microsoft.com/office/drawing/2014/main" id="{A282E722-916E-234E-AC0B-E2B36A0049E1}"/>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8" name="Straight Connector 77">
                <a:extLst>
                  <a:ext uri="{FF2B5EF4-FFF2-40B4-BE49-F238E27FC236}">
                    <a16:creationId xmlns:a16="http://schemas.microsoft.com/office/drawing/2014/main" id="{F691F242-AF67-1B42-8D8E-F09C1EB27D39}"/>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9" name="Straight Connector 78">
                <a:extLst>
                  <a:ext uri="{FF2B5EF4-FFF2-40B4-BE49-F238E27FC236}">
                    <a16:creationId xmlns:a16="http://schemas.microsoft.com/office/drawing/2014/main" id="{EFE49F46-6C78-A640-A53B-1F2DCAE49B5E}"/>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0" name="Straight Connector 79">
                <a:extLst>
                  <a:ext uri="{FF2B5EF4-FFF2-40B4-BE49-F238E27FC236}">
                    <a16:creationId xmlns:a16="http://schemas.microsoft.com/office/drawing/2014/main" id="{81454C82-BE7E-874F-AA28-09F795395B3E}"/>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1" name="Straight Connector 80">
                <a:extLst>
                  <a:ext uri="{FF2B5EF4-FFF2-40B4-BE49-F238E27FC236}">
                    <a16:creationId xmlns:a16="http://schemas.microsoft.com/office/drawing/2014/main" id="{42F00AE0-2163-514F-B52E-CFE0592CCF07}"/>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2" name="Straight Connector 81">
                <a:extLst>
                  <a:ext uri="{FF2B5EF4-FFF2-40B4-BE49-F238E27FC236}">
                    <a16:creationId xmlns:a16="http://schemas.microsoft.com/office/drawing/2014/main" id="{9E38317B-7455-F04C-9FB3-A47169171585}"/>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3" name="Straight Connector 82">
                <a:extLst>
                  <a:ext uri="{FF2B5EF4-FFF2-40B4-BE49-F238E27FC236}">
                    <a16:creationId xmlns:a16="http://schemas.microsoft.com/office/drawing/2014/main" id="{18CD097C-75DA-B84B-B03E-371F3044C3BB}"/>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84" name="Line 541">
                <a:extLst>
                  <a:ext uri="{FF2B5EF4-FFF2-40B4-BE49-F238E27FC236}">
                    <a16:creationId xmlns:a16="http://schemas.microsoft.com/office/drawing/2014/main" id="{3EE4D6D5-1F58-604E-926E-B12AF198F926}"/>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Line 424">
                <a:extLst>
                  <a:ext uri="{FF2B5EF4-FFF2-40B4-BE49-F238E27FC236}">
                    <a16:creationId xmlns:a16="http://schemas.microsoft.com/office/drawing/2014/main" id="{69D11C97-9A2A-6F4A-BEC2-192440539BA8}"/>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58" name="Picture 778" descr="antenna_radiation_stylized">
              <a:extLst>
                <a:ext uri="{FF2B5EF4-FFF2-40B4-BE49-F238E27FC236}">
                  <a16:creationId xmlns:a16="http://schemas.microsoft.com/office/drawing/2014/main" id="{AE641E33-5C90-9C48-B6C0-B2DA38E6B4B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 name="Picture 781" descr="antenna_radiation_stylized">
              <a:extLst>
                <a:ext uri="{FF2B5EF4-FFF2-40B4-BE49-F238E27FC236}">
                  <a16:creationId xmlns:a16="http://schemas.microsoft.com/office/drawing/2014/main" id="{58D0D77F-41BF-B141-99CC-7444770200B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 name="Picture 799" descr="cell_tower_radiation copy">
              <a:extLst>
                <a:ext uri="{FF2B5EF4-FFF2-40B4-BE49-F238E27FC236}">
                  <a16:creationId xmlns:a16="http://schemas.microsoft.com/office/drawing/2014/main" id="{B93FCB1A-5588-5743-82CC-8E52ADEAD1E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Oval 800">
              <a:extLst>
                <a:ext uri="{FF2B5EF4-FFF2-40B4-BE49-F238E27FC236}">
                  <a16:creationId xmlns:a16="http://schemas.microsoft.com/office/drawing/2014/main" id="{029C7FDD-ABE9-EB40-A1C5-64FF9B2F936D}"/>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86" name="Line 426">
            <a:extLst>
              <a:ext uri="{FF2B5EF4-FFF2-40B4-BE49-F238E27FC236}">
                <a16:creationId xmlns:a16="http://schemas.microsoft.com/office/drawing/2014/main" id="{390C81B6-E64F-6D4C-8D06-8F1804B7F591}"/>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7" name="Group 783">
            <a:extLst>
              <a:ext uri="{FF2B5EF4-FFF2-40B4-BE49-F238E27FC236}">
                <a16:creationId xmlns:a16="http://schemas.microsoft.com/office/drawing/2014/main" id="{D14ED3CD-0929-5445-B9CD-FC1AEB08F0F0}"/>
              </a:ext>
            </a:extLst>
          </p:cNvPr>
          <p:cNvGrpSpPr>
            <a:grpSpLocks/>
          </p:cNvGrpSpPr>
          <p:nvPr/>
        </p:nvGrpSpPr>
        <p:grpSpPr bwMode="auto">
          <a:xfrm>
            <a:off x="8050698" y="2309376"/>
            <a:ext cx="298450" cy="464008"/>
            <a:chOff x="3130" y="3288"/>
            <a:chExt cx="410" cy="742"/>
          </a:xfrm>
        </p:grpSpPr>
        <p:sp>
          <p:nvSpPr>
            <p:cNvPr id="88" name="Line 270">
              <a:extLst>
                <a:ext uri="{FF2B5EF4-FFF2-40B4-BE49-F238E27FC236}">
                  <a16:creationId xmlns:a16="http://schemas.microsoft.com/office/drawing/2014/main" id="{7ABD4004-114C-724F-BAC3-6F9DA6DE1F0C}"/>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Line 271">
              <a:extLst>
                <a:ext uri="{FF2B5EF4-FFF2-40B4-BE49-F238E27FC236}">
                  <a16:creationId xmlns:a16="http://schemas.microsoft.com/office/drawing/2014/main" id="{1A244344-E514-B64F-9963-6369BD9BE1B3}"/>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Line 272">
              <a:extLst>
                <a:ext uri="{FF2B5EF4-FFF2-40B4-BE49-F238E27FC236}">
                  <a16:creationId xmlns:a16="http://schemas.microsoft.com/office/drawing/2014/main" id="{EB3A4111-A6F1-154E-9274-6BFFCDBAB6AB}"/>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Line 273">
              <a:extLst>
                <a:ext uri="{FF2B5EF4-FFF2-40B4-BE49-F238E27FC236}">
                  <a16:creationId xmlns:a16="http://schemas.microsoft.com/office/drawing/2014/main" id="{714583CC-4366-B448-8BCD-BEB3688ECA74}"/>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Line 274">
              <a:extLst>
                <a:ext uri="{FF2B5EF4-FFF2-40B4-BE49-F238E27FC236}">
                  <a16:creationId xmlns:a16="http://schemas.microsoft.com/office/drawing/2014/main" id="{06696B02-1354-964A-892D-7D1A072DD376}"/>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Line 275">
              <a:extLst>
                <a:ext uri="{FF2B5EF4-FFF2-40B4-BE49-F238E27FC236}">
                  <a16:creationId xmlns:a16="http://schemas.microsoft.com/office/drawing/2014/main" id="{C744D6E3-66B2-4349-A4C7-A96CCC727200}"/>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Line 276">
              <a:extLst>
                <a:ext uri="{FF2B5EF4-FFF2-40B4-BE49-F238E27FC236}">
                  <a16:creationId xmlns:a16="http://schemas.microsoft.com/office/drawing/2014/main" id="{9AD49573-21B8-594C-A124-75FF6787F57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Line 277">
              <a:extLst>
                <a:ext uri="{FF2B5EF4-FFF2-40B4-BE49-F238E27FC236}">
                  <a16:creationId xmlns:a16="http://schemas.microsoft.com/office/drawing/2014/main" id="{F5B9977B-7FCA-934E-8672-B6E02820BAA5}"/>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Line 278">
              <a:extLst>
                <a:ext uri="{FF2B5EF4-FFF2-40B4-BE49-F238E27FC236}">
                  <a16:creationId xmlns:a16="http://schemas.microsoft.com/office/drawing/2014/main" id="{90BBE456-8113-E140-9697-13DE1099C425}"/>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Line 279">
              <a:extLst>
                <a:ext uri="{FF2B5EF4-FFF2-40B4-BE49-F238E27FC236}">
                  <a16:creationId xmlns:a16="http://schemas.microsoft.com/office/drawing/2014/main" id="{8B179862-B59B-0340-81D5-D6460EDA625B}"/>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Line 280">
              <a:extLst>
                <a:ext uri="{FF2B5EF4-FFF2-40B4-BE49-F238E27FC236}">
                  <a16:creationId xmlns:a16="http://schemas.microsoft.com/office/drawing/2014/main" id="{5E3E4AF0-3A1E-634F-B106-0E1BAE932630}"/>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Line 281">
              <a:extLst>
                <a:ext uri="{FF2B5EF4-FFF2-40B4-BE49-F238E27FC236}">
                  <a16:creationId xmlns:a16="http://schemas.microsoft.com/office/drawing/2014/main" id="{51EBD3A2-D943-F443-A868-FD6059B0D77A}"/>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Line 282">
              <a:extLst>
                <a:ext uri="{FF2B5EF4-FFF2-40B4-BE49-F238E27FC236}">
                  <a16:creationId xmlns:a16="http://schemas.microsoft.com/office/drawing/2014/main" id="{CE35DACD-3834-3A4F-BF5D-05FD16494C16}"/>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Line 283">
              <a:extLst>
                <a:ext uri="{FF2B5EF4-FFF2-40B4-BE49-F238E27FC236}">
                  <a16:creationId xmlns:a16="http://schemas.microsoft.com/office/drawing/2014/main" id="{F225C514-F00F-374D-A3A6-0E00BBF2ABD0}"/>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Line 284">
              <a:extLst>
                <a:ext uri="{FF2B5EF4-FFF2-40B4-BE49-F238E27FC236}">
                  <a16:creationId xmlns:a16="http://schemas.microsoft.com/office/drawing/2014/main" id="{5AB5EE34-E853-4349-982D-7BA8A0223AA8}"/>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103" name="Picture 777" descr="access_point_stylized_small">
            <a:extLst>
              <a:ext uri="{FF2B5EF4-FFF2-40B4-BE49-F238E27FC236}">
                <a16:creationId xmlns:a16="http://schemas.microsoft.com/office/drawing/2014/main" id="{B5B19229-5990-4C46-B116-F6E2FC9344A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 name="Picture 780" descr="access_point_stylized_small">
            <a:extLst>
              <a:ext uri="{FF2B5EF4-FFF2-40B4-BE49-F238E27FC236}">
                <a16:creationId xmlns:a16="http://schemas.microsoft.com/office/drawing/2014/main" id="{615B9139-7B73-FE46-A7A9-D06CDC313A8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3" name="Group 112">
            <a:extLst>
              <a:ext uri="{FF2B5EF4-FFF2-40B4-BE49-F238E27FC236}">
                <a16:creationId xmlns:a16="http://schemas.microsoft.com/office/drawing/2014/main" id="{827C4B55-0BAE-0949-8777-F3099C171813}"/>
              </a:ext>
            </a:extLst>
          </p:cNvPr>
          <p:cNvGrpSpPr/>
          <p:nvPr/>
        </p:nvGrpSpPr>
        <p:grpSpPr>
          <a:xfrm>
            <a:off x="9849365" y="5339037"/>
            <a:ext cx="309740" cy="190838"/>
            <a:chOff x="3668110" y="2448910"/>
            <a:chExt cx="3794234" cy="2165130"/>
          </a:xfrm>
        </p:grpSpPr>
        <p:sp>
          <p:nvSpPr>
            <p:cNvPr id="114" name="Rectangle 113">
              <a:extLst>
                <a:ext uri="{FF2B5EF4-FFF2-40B4-BE49-F238E27FC236}">
                  <a16:creationId xmlns:a16="http://schemas.microsoft.com/office/drawing/2014/main" id="{CEC32CAA-AFF2-A34D-8E74-D6E2F030879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A1675819-8BAA-AB4F-BBAA-A405C6E7621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73F9E373-4875-744C-970D-E5EB77A5E340}"/>
                </a:ext>
              </a:extLst>
            </p:cNvPr>
            <p:cNvGrpSpPr/>
            <p:nvPr/>
          </p:nvGrpSpPr>
          <p:grpSpPr>
            <a:xfrm>
              <a:off x="3941378" y="2603243"/>
              <a:ext cx="3202061" cy="1066110"/>
              <a:chOff x="7939341" y="3037317"/>
              <a:chExt cx="897649" cy="353919"/>
            </a:xfrm>
          </p:grpSpPr>
          <p:sp>
            <p:nvSpPr>
              <p:cNvPr id="117" name="Freeform 116">
                <a:extLst>
                  <a:ext uri="{FF2B5EF4-FFF2-40B4-BE49-F238E27FC236}">
                    <a16:creationId xmlns:a16="http://schemas.microsoft.com/office/drawing/2014/main" id="{FFDA189D-222C-1443-856D-7A608CA88C9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642BB264-137D-E643-AE9B-8AA6D9E21B0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786FF02A-1562-3745-ABB9-0D40C7DEF61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DEC12CCB-8331-9F49-BF6A-94DF11B7CB1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1" name="Group 120">
            <a:extLst>
              <a:ext uri="{FF2B5EF4-FFF2-40B4-BE49-F238E27FC236}">
                <a16:creationId xmlns:a16="http://schemas.microsoft.com/office/drawing/2014/main" id="{9932E1A1-9866-4149-B71C-D56584CCE488}"/>
              </a:ext>
            </a:extLst>
          </p:cNvPr>
          <p:cNvGrpSpPr/>
          <p:nvPr/>
        </p:nvGrpSpPr>
        <p:grpSpPr>
          <a:xfrm>
            <a:off x="8676619" y="4967420"/>
            <a:ext cx="393760" cy="218578"/>
            <a:chOff x="7493876" y="2774731"/>
            <a:chExt cx="1481958" cy="894622"/>
          </a:xfrm>
        </p:grpSpPr>
        <p:sp>
          <p:nvSpPr>
            <p:cNvPr id="122" name="Freeform 121">
              <a:extLst>
                <a:ext uri="{FF2B5EF4-FFF2-40B4-BE49-F238E27FC236}">
                  <a16:creationId xmlns:a16="http://schemas.microsoft.com/office/drawing/2014/main" id="{A60DF978-36B3-2D47-A16A-0D97C01CAFE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8656B286-5B4C-0D4F-9AF0-6A6CFC0099D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CE4349E7-CC12-8D4C-8CFA-829CDA082037}"/>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AD86C2F1-D4F0-7948-9E05-62E1C42CC8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6224715B-0FC5-9E49-B361-2A29A286F3C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7CA2DA9C-2B13-214E-ACD2-0EA76BA8301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8C4A6B5C-46E6-5E4D-96C8-1C3F87F0387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0E1D7EA0-6DA2-8D43-8279-78C750CFC172}"/>
              </a:ext>
            </a:extLst>
          </p:cNvPr>
          <p:cNvGrpSpPr/>
          <p:nvPr/>
        </p:nvGrpSpPr>
        <p:grpSpPr>
          <a:xfrm>
            <a:off x="8311520" y="5194433"/>
            <a:ext cx="309740" cy="190838"/>
            <a:chOff x="3668110" y="2448910"/>
            <a:chExt cx="3794234" cy="2165130"/>
          </a:xfrm>
        </p:grpSpPr>
        <p:sp>
          <p:nvSpPr>
            <p:cNvPr id="130" name="Rectangle 129">
              <a:extLst>
                <a:ext uri="{FF2B5EF4-FFF2-40B4-BE49-F238E27FC236}">
                  <a16:creationId xmlns:a16="http://schemas.microsoft.com/office/drawing/2014/main" id="{3632348E-CBF0-8F4E-B1C0-FA5E7B14036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1" name="Freeform 130">
              <a:extLst>
                <a:ext uri="{FF2B5EF4-FFF2-40B4-BE49-F238E27FC236}">
                  <a16:creationId xmlns:a16="http://schemas.microsoft.com/office/drawing/2014/main" id="{9E6F91D8-1A83-2A42-AC0B-AD8F10B7EF35}"/>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2" name="Group 131">
              <a:extLst>
                <a:ext uri="{FF2B5EF4-FFF2-40B4-BE49-F238E27FC236}">
                  <a16:creationId xmlns:a16="http://schemas.microsoft.com/office/drawing/2014/main" id="{941E3EF0-51B2-C349-B41E-2A6C5F46D905}"/>
                </a:ext>
              </a:extLst>
            </p:cNvPr>
            <p:cNvGrpSpPr/>
            <p:nvPr/>
          </p:nvGrpSpPr>
          <p:grpSpPr>
            <a:xfrm>
              <a:off x="3941378" y="2603243"/>
              <a:ext cx="3202061" cy="1066110"/>
              <a:chOff x="7939341" y="3037317"/>
              <a:chExt cx="897649" cy="353919"/>
            </a:xfrm>
          </p:grpSpPr>
          <p:sp>
            <p:nvSpPr>
              <p:cNvPr id="133" name="Freeform 132">
                <a:extLst>
                  <a:ext uri="{FF2B5EF4-FFF2-40B4-BE49-F238E27FC236}">
                    <a16:creationId xmlns:a16="http://schemas.microsoft.com/office/drawing/2014/main" id="{C7403B7C-7FA1-3F40-B91E-B9311B3831C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2456F695-074E-CC4D-8221-531E7EA3A74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224A04C3-C296-1C4B-BBD4-CDE7083CB1D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5BBAC641-21BF-8B45-BB54-F143F77A155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37" name="Group 136">
            <a:extLst>
              <a:ext uri="{FF2B5EF4-FFF2-40B4-BE49-F238E27FC236}">
                <a16:creationId xmlns:a16="http://schemas.microsoft.com/office/drawing/2014/main" id="{93BC347E-C394-3042-B2F7-B3F23FAEAB95}"/>
              </a:ext>
            </a:extLst>
          </p:cNvPr>
          <p:cNvGrpSpPr/>
          <p:nvPr/>
        </p:nvGrpSpPr>
        <p:grpSpPr>
          <a:xfrm>
            <a:off x="8439827" y="2812309"/>
            <a:ext cx="353678" cy="168275"/>
            <a:chOff x="7493876" y="2774731"/>
            <a:chExt cx="1481958" cy="894622"/>
          </a:xfrm>
        </p:grpSpPr>
        <p:sp>
          <p:nvSpPr>
            <p:cNvPr id="138" name="Freeform 137">
              <a:extLst>
                <a:ext uri="{FF2B5EF4-FFF2-40B4-BE49-F238E27FC236}">
                  <a16:creationId xmlns:a16="http://schemas.microsoft.com/office/drawing/2014/main" id="{E2A87F28-E662-7843-88D6-0813EE7C9C7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9" name="Oval 138">
              <a:extLst>
                <a:ext uri="{FF2B5EF4-FFF2-40B4-BE49-F238E27FC236}">
                  <a16:creationId xmlns:a16="http://schemas.microsoft.com/office/drawing/2014/main" id="{7F5A88D5-7F33-C641-91D0-89A14D0320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0" name="Group 139">
              <a:extLst>
                <a:ext uri="{FF2B5EF4-FFF2-40B4-BE49-F238E27FC236}">
                  <a16:creationId xmlns:a16="http://schemas.microsoft.com/office/drawing/2014/main" id="{F27C385B-C23A-9D47-A881-792955281F4B}"/>
                </a:ext>
              </a:extLst>
            </p:cNvPr>
            <p:cNvGrpSpPr/>
            <p:nvPr/>
          </p:nvGrpSpPr>
          <p:grpSpPr>
            <a:xfrm>
              <a:off x="7713663" y="2848339"/>
              <a:ext cx="1042107" cy="425543"/>
              <a:chOff x="7786941" y="2884917"/>
              <a:chExt cx="897649" cy="353919"/>
            </a:xfrm>
          </p:grpSpPr>
          <p:sp>
            <p:nvSpPr>
              <p:cNvPr id="141" name="Freeform 140">
                <a:extLst>
                  <a:ext uri="{FF2B5EF4-FFF2-40B4-BE49-F238E27FC236}">
                    <a16:creationId xmlns:a16="http://schemas.microsoft.com/office/drawing/2014/main" id="{1AAAA0E5-7CFA-D644-ADAB-E7BF68F3D3B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751DAA20-67FB-F046-A058-83AEFE0E26C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0C03FD79-9BD7-DD42-AC59-6C4F96612AC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A4610651-9548-304A-8A63-B930DF62228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3" name="Group 152">
            <a:extLst>
              <a:ext uri="{FF2B5EF4-FFF2-40B4-BE49-F238E27FC236}">
                <a16:creationId xmlns:a16="http://schemas.microsoft.com/office/drawing/2014/main" id="{419BFD2C-DE5F-0C45-B636-6597FE43775F}"/>
              </a:ext>
            </a:extLst>
          </p:cNvPr>
          <p:cNvGrpSpPr/>
          <p:nvPr/>
        </p:nvGrpSpPr>
        <p:grpSpPr>
          <a:xfrm>
            <a:off x="10884085" y="3601365"/>
            <a:ext cx="170989" cy="97052"/>
            <a:chOff x="7493876" y="2774731"/>
            <a:chExt cx="1481958" cy="894622"/>
          </a:xfrm>
        </p:grpSpPr>
        <p:sp>
          <p:nvSpPr>
            <p:cNvPr id="154" name="Freeform 153">
              <a:extLst>
                <a:ext uri="{FF2B5EF4-FFF2-40B4-BE49-F238E27FC236}">
                  <a16:creationId xmlns:a16="http://schemas.microsoft.com/office/drawing/2014/main" id="{58D0A013-957C-4B4E-8B83-D6592094AC1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5" name="Oval 154">
              <a:extLst>
                <a:ext uri="{FF2B5EF4-FFF2-40B4-BE49-F238E27FC236}">
                  <a16:creationId xmlns:a16="http://schemas.microsoft.com/office/drawing/2014/main" id="{F7DC0323-148A-714F-A6FC-9ADB6FB12895}"/>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6" name="Group 155">
              <a:extLst>
                <a:ext uri="{FF2B5EF4-FFF2-40B4-BE49-F238E27FC236}">
                  <a16:creationId xmlns:a16="http://schemas.microsoft.com/office/drawing/2014/main" id="{2B6897F2-F6E6-A049-A1D9-17378B713B31}"/>
                </a:ext>
              </a:extLst>
            </p:cNvPr>
            <p:cNvGrpSpPr/>
            <p:nvPr/>
          </p:nvGrpSpPr>
          <p:grpSpPr>
            <a:xfrm>
              <a:off x="7713663" y="2848339"/>
              <a:ext cx="1042107" cy="425543"/>
              <a:chOff x="7786941" y="2884917"/>
              <a:chExt cx="897649" cy="353919"/>
            </a:xfrm>
          </p:grpSpPr>
          <p:sp>
            <p:nvSpPr>
              <p:cNvPr id="157" name="Freeform 156">
                <a:extLst>
                  <a:ext uri="{FF2B5EF4-FFF2-40B4-BE49-F238E27FC236}">
                    <a16:creationId xmlns:a16="http://schemas.microsoft.com/office/drawing/2014/main" id="{0F6ACC7A-4B31-AF42-A472-F972FEE8139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0CE6B10E-CA3E-D444-AB50-17DAB7CAD2C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E3B2228D-5BAA-EC47-BEFB-CB31458923D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B7729E0C-173F-C14A-AEF0-A4EC382A521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1" name="Group 160">
            <a:extLst>
              <a:ext uri="{FF2B5EF4-FFF2-40B4-BE49-F238E27FC236}">
                <a16:creationId xmlns:a16="http://schemas.microsoft.com/office/drawing/2014/main" id="{0F65CB9E-D1E1-5348-9E59-69DA1CEF2123}"/>
              </a:ext>
            </a:extLst>
          </p:cNvPr>
          <p:cNvGrpSpPr/>
          <p:nvPr/>
        </p:nvGrpSpPr>
        <p:grpSpPr>
          <a:xfrm>
            <a:off x="10410609" y="3496138"/>
            <a:ext cx="353678" cy="198344"/>
            <a:chOff x="7493876" y="2774731"/>
            <a:chExt cx="1481958" cy="894622"/>
          </a:xfrm>
        </p:grpSpPr>
        <p:sp>
          <p:nvSpPr>
            <p:cNvPr id="162" name="Freeform 161">
              <a:extLst>
                <a:ext uri="{FF2B5EF4-FFF2-40B4-BE49-F238E27FC236}">
                  <a16:creationId xmlns:a16="http://schemas.microsoft.com/office/drawing/2014/main" id="{21DBEC0A-03A5-5849-AD80-43903CE8F98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3" name="Oval 162">
              <a:extLst>
                <a:ext uri="{FF2B5EF4-FFF2-40B4-BE49-F238E27FC236}">
                  <a16:creationId xmlns:a16="http://schemas.microsoft.com/office/drawing/2014/main" id="{093155A2-B6DA-E04B-931F-EAE90D03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4" name="Group 163">
              <a:extLst>
                <a:ext uri="{FF2B5EF4-FFF2-40B4-BE49-F238E27FC236}">
                  <a16:creationId xmlns:a16="http://schemas.microsoft.com/office/drawing/2014/main" id="{3931AF15-7062-194D-9D41-4344D0DE6CAC}"/>
                </a:ext>
              </a:extLst>
            </p:cNvPr>
            <p:cNvGrpSpPr/>
            <p:nvPr/>
          </p:nvGrpSpPr>
          <p:grpSpPr>
            <a:xfrm>
              <a:off x="7713663" y="2848339"/>
              <a:ext cx="1042107" cy="425543"/>
              <a:chOff x="7786941" y="2884917"/>
              <a:chExt cx="897649" cy="353919"/>
            </a:xfrm>
          </p:grpSpPr>
          <p:sp>
            <p:nvSpPr>
              <p:cNvPr id="165" name="Freeform 164">
                <a:extLst>
                  <a:ext uri="{FF2B5EF4-FFF2-40B4-BE49-F238E27FC236}">
                    <a16:creationId xmlns:a16="http://schemas.microsoft.com/office/drawing/2014/main" id="{FDC26AF1-24F2-5D45-AB87-61683E4E252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Freeform 165">
                <a:extLst>
                  <a:ext uri="{FF2B5EF4-FFF2-40B4-BE49-F238E27FC236}">
                    <a16:creationId xmlns:a16="http://schemas.microsoft.com/office/drawing/2014/main" id="{4EC90C20-8D53-0646-9F93-F00306B71CA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7" name="Freeform 166">
                <a:extLst>
                  <a:ext uri="{FF2B5EF4-FFF2-40B4-BE49-F238E27FC236}">
                    <a16:creationId xmlns:a16="http://schemas.microsoft.com/office/drawing/2014/main" id="{49493643-4525-FD45-A56C-AE765396C56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8" name="Freeform 167">
                <a:extLst>
                  <a:ext uri="{FF2B5EF4-FFF2-40B4-BE49-F238E27FC236}">
                    <a16:creationId xmlns:a16="http://schemas.microsoft.com/office/drawing/2014/main" id="{0824CC9D-76C8-2749-A791-F65C4F3ACA4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CFBE87F9-CE91-5943-9D77-D8B9227384AC}"/>
              </a:ext>
            </a:extLst>
          </p:cNvPr>
          <p:cNvGrpSpPr/>
          <p:nvPr/>
        </p:nvGrpSpPr>
        <p:grpSpPr>
          <a:xfrm>
            <a:off x="9948724" y="2202292"/>
            <a:ext cx="353678" cy="198344"/>
            <a:chOff x="7493876" y="2774731"/>
            <a:chExt cx="1481958" cy="894622"/>
          </a:xfrm>
        </p:grpSpPr>
        <p:sp>
          <p:nvSpPr>
            <p:cNvPr id="170" name="Freeform 169">
              <a:extLst>
                <a:ext uri="{FF2B5EF4-FFF2-40B4-BE49-F238E27FC236}">
                  <a16:creationId xmlns:a16="http://schemas.microsoft.com/office/drawing/2014/main" id="{4F167397-FDB8-4A4D-A599-63F4111F18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1" name="Oval 170">
              <a:extLst>
                <a:ext uri="{FF2B5EF4-FFF2-40B4-BE49-F238E27FC236}">
                  <a16:creationId xmlns:a16="http://schemas.microsoft.com/office/drawing/2014/main" id="{08DCFDBA-4FB5-AE49-968D-A9F0C84D1CA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2" name="Group 171">
              <a:extLst>
                <a:ext uri="{FF2B5EF4-FFF2-40B4-BE49-F238E27FC236}">
                  <a16:creationId xmlns:a16="http://schemas.microsoft.com/office/drawing/2014/main" id="{185146B5-C4CC-CF42-8938-46F3C689B49E}"/>
                </a:ext>
              </a:extLst>
            </p:cNvPr>
            <p:cNvGrpSpPr/>
            <p:nvPr/>
          </p:nvGrpSpPr>
          <p:grpSpPr>
            <a:xfrm>
              <a:off x="7713663" y="2848339"/>
              <a:ext cx="1042107" cy="425543"/>
              <a:chOff x="7786941" y="2884917"/>
              <a:chExt cx="897649" cy="353919"/>
            </a:xfrm>
          </p:grpSpPr>
          <p:sp>
            <p:nvSpPr>
              <p:cNvPr id="173" name="Freeform 172">
                <a:extLst>
                  <a:ext uri="{FF2B5EF4-FFF2-40B4-BE49-F238E27FC236}">
                    <a16:creationId xmlns:a16="http://schemas.microsoft.com/office/drawing/2014/main" id="{A7227274-32EF-074A-9791-2B53B212E4B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201B35B0-4270-0A43-B1CB-1EA6DEBA0A3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5" name="Freeform 174">
                <a:extLst>
                  <a:ext uri="{FF2B5EF4-FFF2-40B4-BE49-F238E27FC236}">
                    <a16:creationId xmlns:a16="http://schemas.microsoft.com/office/drawing/2014/main" id="{F7956E94-C156-C749-894C-3962EFA64DC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30545111-AB10-544C-A7FB-8905D7E84A0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7" name="Group 176">
            <a:extLst>
              <a:ext uri="{FF2B5EF4-FFF2-40B4-BE49-F238E27FC236}">
                <a16:creationId xmlns:a16="http://schemas.microsoft.com/office/drawing/2014/main" id="{6D2B1BF7-15E3-B642-B1ED-14A585EC5A4E}"/>
              </a:ext>
            </a:extLst>
          </p:cNvPr>
          <p:cNvGrpSpPr/>
          <p:nvPr/>
        </p:nvGrpSpPr>
        <p:grpSpPr>
          <a:xfrm>
            <a:off x="10527214" y="2613367"/>
            <a:ext cx="353678" cy="198344"/>
            <a:chOff x="7493876" y="2774731"/>
            <a:chExt cx="1481958" cy="894622"/>
          </a:xfrm>
        </p:grpSpPr>
        <p:sp>
          <p:nvSpPr>
            <p:cNvPr id="178" name="Freeform 177">
              <a:extLst>
                <a:ext uri="{FF2B5EF4-FFF2-40B4-BE49-F238E27FC236}">
                  <a16:creationId xmlns:a16="http://schemas.microsoft.com/office/drawing/2014/main" id="{FC3BC896-EAF3-B44C-A223-0B61ADD448A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9" name="Oval 178">
              <a:extLst>
                <a:ext uri="{FF2B5EF4-FFF2-40B4-BE49-F238E27FC236}">
                  <a16:creationId xmlns:a16="http://schemas.microsoft.com/office/drawing/2014/main" id="{A1FDE8F7-458E-F043-99FF-74BB3A94040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0" name="Group 179">
              <a:extLst>
                <a:ext uri="{FF2B5EF4-FFF2-40B4-BE49-F238E27FC236}">
                  <a16:creationId xmlns:a16="http://schemas.microsoft.com/office/drawing/2014/main" id="{FF87486C-C62D-A04E-BD6D-5E7B286D0987}"/>
                </a:ext>
              </a:extLst>
            </p:cNvPr>
            <p:cNvGrpSpPr/>
            <p:nvPr/>
          </p:nvGrpSpPr>
          <p:grpSpPr>
            <a:xfrm>
              <a:off x="7713663" y="2848339"/>
              <a:ext cx="1042107" cy="425543"/>
              <a:chOff x="7786941" y="2884917"/>
              <a:chExt cx="897649" cy="353919"/>
            </a:xfrm>
          </p:grpSpPr>
          <p:sp>
            <p:nvSpPr>
              <p:cNvPr id="181" name="Freeform 180">
                <a:extLst>
                  <a:ext uri="{FF2B5EF4-FFF2-40B4-BE49-F238E27FC236}">
                    <a16:creationId xmlns:a16="http://schemas.microsoft.com/office/drawing/2014/main" id="{DEDB6C40-CF6A-E547-8BC1-635D2DC438F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2" name="Freeform 181">
                <a:extLst>
                  <a:ext uri="{FF2B5EF4-FFF2-40B4-BE49-F238E27FC236}">
                    <a16:creationId xmlns:a16="http://schemas.microsoft.com/office/drawing/2014/main" id="{B7776C1D-06CD-5245-AF82-92665409A00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2D893366-435F-C043-8ADD-35A96EC80B1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5246B375-EFFF-874C-BA50-6516A502F0C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85" name="Group 184">
            <a:extLst>
              <a:ext uri="{FF2B5EF4-FFF2-40B4-BE49-F238E27FC236}">
                <a16:creationId xmlns:a16="http://schemas.microsoft.com/office/drawing/2014/main" id="{F0711763-C567-4040-ABFB-F5C34597A154}"/>
              </a:ext>
            </a:extLst>
          </p:cNvPr>
          <p:cNvGrpSpPr/>
          <p:nvPr/>
        </p:nvGrpSpPr>
        <p:grpSpPr>
          <a:xfrm>
            <a:off x="10643825" y="2107963"/>
            <a:ext cx="353678" cy="198344"/>
            <a:chOff x="7493876" y="2774731"/>
            <a:chExt cx="1481958" cy="894622"/>
          </a:xfrm>
        </p:grpSpPr>
        <p:sp>
          <p:nvSpPr>
            <p:cNvPr id="186" name="Freeform 185">
              <a:extLst>
                <a:ext uri="{FF2B5EF4-FFF2-40B4-BE49-F238E27FC236}">
                  <a16:creationId xmlns:a16="http://schemas.microsoft.com/office/drawing/2014/main" id="{7F38627D-7A2B-A841-8C69-850F7253A2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8FB71122-C2F0-3B40-A94F-7E95B02A39D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3A5D9C3E-2D7E-A54F-9A93-7708DD147DB1}"/>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2B3C3A91-863F-E54F-BCBF-83530898F04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E03CE2E4-33A0-7443-968B-028BF2FEAFC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92376DD9-E3A6-0B4A-97CB-7FDA6023E44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18E42DD9-0888-4A41-A186-22087D773FC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1" name="Group 200">
            <a:extLst>
              <a:ext uri="{FF2B5EF4-FFF2-40B4-BE49-F238E27FC236}">
                <a16:creationId xmlns:a16="http://schemas.microsoft.com/office/drawing/2014/main" id="{F6C05161-17CC-4047-8DD1-B9901ECF6386}"/>
              </a:ext>
            </a:extLst>
          </p:cNvPr>
          <p:cNvGrpSpPr/>
          <p:nvPr/>
        </p:nvGrpSpPr>
        <p:grpSpPr>
          <a:xfrm>
            <a:off x="9980126" y="2661565"/>
            <a:ext cx="353678" cy="198344"/>
            <a:chOff x="7493876" y="2774731"/>
            <a:chExt cx="1481958" cy="894622"/>
          </a:xfrm>
        </p:grpSpPr>
        <p:sp>
          <p:nvSpPr>
            <p:cNvPr id="202" name="Freeform 201">
              <a:extLst>
                <a:ext uri="{FF2B5EF4-FFF2-40B4-BE49-F238E27FC236}">
                  <a16:creationId xmlns:a16="http://schemas.microsoft.com/office/drawing/2014/main" id="{947827F3-EDEA-7A42-9B1D-083327F8DEC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3" name="Oval 202">
              <a:extLst>
                <a:ext uri="{FF2B5EF4-FFF2-40B4-BE49-F238E27FC236}">
                  <a16:creationId xmlns:a16="http://schemas.microsoft.com/office/drawing/2014/main" id="{34CC4598-569C-8B40-92BA-1D2FBE3E50F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4" name="Group 203">
              <a:extLst>
                <a:ext uri="{FF2B5EF4-FFF2-40B4-BE49-F238E27FC236}">
                  <a16:creationId xmlns:a16="http://schemas.microsoft.com/office/drawing/2014/main" id="{FC8B6594-03D2-024C-9EA4-C0C60D628F1D}"/>
                </a:ext>
              </a:extLst>
            </p:cNvPr>
            <p:cNvGrpSpPr/>
            <p:nvPr/>
          </p:nvGrpSpPr>
          <p:grpSpPr>
            <a:xfrm>
              <a:off x="7713663" y="2848339"/>
              <a:ext cx="1042107" cy="425543"/>
              <a:chOff x="7786941" y="2884917"/>
              <a:chExt cx="897649" cy="353919"/>
            </a:xfrm>
          </p:grpSpPr>
          <p:sp>
            <p:nvSpPr>
              <p:cNvPr id="205" name="Freeform 204">
                <a:extLst>
                  <a:ext uri="{FF2B5EF4-FFF2-40B4-BE49-F238E27FC236}">
                    <a16:creationId xmlns:a16="http://schemas.microsoft.com/office/drawing/2014/main" id="{1FDE0324-11E3-5145-88E9-DE61B49F2A3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C131568C-F5A3-DB44-94E2-7B887CDB264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7" name="Freeform 206">
                <a:extLst>
                  <a:ext uri="{FF2B5EF4-FFF2-40B4-BE49-F238E27FC236}">
                    <a16:creationId xmlns:a16="http://schemas.microsoft.com/office/drawing/2014/main" id="{A7EDAE1E-6998-2048-ADF9-12AD17B25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8FC26428-BCB7-1047-B128-BD12A87F81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9" name="Group 208">
            <a:extLst>
              <a:ext uri="{FF2B5EF4-FFF2-40B4-BE49-F238E27FC236}">
                <a16:creationId xmlns:a16="http://schemas.microsoft.com/office/drawing/2014/main" id="{198EE3F8-E7C6-7742-BDAE-10EEB3BA9601}"/>
              </a:ext>
            </a:extLst>
          </p:cNvPr>
          <p:cNvGrpSpPr/>
          <p:nvPr/>
        </p:nvGrpSpPr>
        <p:grpSpPr>
          <a:xfrm>
            <a:off x="9497138" y="3394032"/>
            <a:ext cx="367224" cy="240304"/>
            <a:chOff x="7493876" y="2774731"/>
            <a:chExt cx="1481958" cy="894622"/>
          </a:xfrm>
        </p:grpSpPr>
        <p:sp>
          <p:nvSpPr>
            <p:cNvPr id="210" name="Freeform 209">
              <a:extLst>
                <a:ext uri="{FF2B5EF4-FFF2-40B4-BE49-F238E27FC236}">
                  <a16:creationId xmlns:a16="http://schemas.microsoft.com/office/drawing/2014/main" id="{7A2B8EB1-241A-C04E-9EA1-495DCDBCB17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1" name="Oval 210">
              <a:extLst>
                <a:ext uri="{FF2B5EF4-FFF2-40B4-BE49-F238E27FC236}">
                  <a16:creationId xmlns:a16="http://schemas.microsoft.com/office/drawing/2014/main" id="{0B3245D7-5441-9648-A36A-661C2ACB572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2" name="Group 211">
              <a:extLst>
                <a:ext uri="{FF2B5EF4-FFF2-40B4-BE49-F238E27FC236}">
                  <a16:creationId xmlns:a16="http://schemas.microsoft.com/office/drawing/2014/main" id="{86F28103-141B-154E-A362-409B3111D184}"/>
                </a:ext>
              </a:extLst>
            </p:cNvPr>
            <p:cNvGrpSpPr/>
            <p:nvPr/>
          </p:nvGrpSpPr>
          <p:grpSpPr>
            <a:xfrm>
              <a:off x="7713663" y="2848339"/>
              <a:ext cx="1042107" cy="425543"/>
              <a:chOff x="7786941" y="2884917"/>
              <a:chExt cx="897649" cy="353919"/>
            </a:xfrm>
          </p:grpSpPr>
          <p:sp>
            <p:nvSpPr>
              <p:cNvPr id="213" name="Freeform 212">
                <a:extLst>
                  <a:ext uri="{FF2B5EF4-FFF2-40B4-BE49-F238E27FC236}">
                    <a16:creationId xmlns:a16="http://schemas.microsoft.com/office/drawing/2014/main" id="{2F7A2BEC-77A9-6D41-8098-B64A792EA0B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4" name="Freeform 213">
                <a:extLst>
                  <a:ext uri="{FF2B5EF4-FFF2-40B4-BE49-F238E27FC236}">
                    <a16:creationId xmlns:a16="http://schemas.microsoft.com/office/drawing/2014/main" id="{7DED57CD-47F8-9D45-9600-A0BEEC9768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10D30D1-E5F0-E44B-A795-D0F4E795F9A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AC7488D5-7B56-8944-802F-C2691C362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5" name="Group 224">
            <a:extLst>
              <a:ext uri="{FF2B5EF4-FFF2-40B4-BE49-F238E27FC236}">
                <a16:creationId xmlns:a16="http://schemas.microsoft.com/office/drawing/2014/main" id="{9F5D0807-95F5-B242-9940-2134E3CE864D}"/>
              </a:ext>
            </a:extLst>
          </p:cNvPr>
          <p:cNvGrpSpPr/>
          <p:nvPr/>
        </p:nvGrpSpPr>
        <p:grpSpPr>
          <a:xfrm>
            <a:off x="10375259" y="3992325"/>
            <a:ext cx="353678" cy="198344"/>
            <a:chOff x="7493876" y="2774731"/>
            <a:chExt cx="1481958" cy="894622"/>
          </a:xfrm>
        </p:grpSpPr>
        <p:sp>
          <p:nvSpPr>
            <p:cNvPr id="226" name="Freeform 225">
              <a:extLst>
                <a:ext uri="{FF2B5EF4-FFF2-40B4-BE49-F238E27FC236}">
                  <a16:creationId xmlns:a16="http://schemas.microsoft.com/office/drawing/2014/main" id="{65E7C622-0E2D-F247-B71E-DB43805F13C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7" name="Oval 226">
              <a:extLst>
                <a:ext uri="{FF2B5EF4-FFF2-40B4-BE49-F238E27FC236}">
                  <a16:creationId xmlns:a16="http://schemas.microsoft.com/office/drawing/2014/main" id="{E1DDDBA8-9328-FF4B-A036-4A8C314BC34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8" name="Group 227">
              <a:extLst>
                <a:ext uri="{FF2B5EF4-FFF2-40B4-BE49-F238E27FC236}">
                  <a16:creationId xmlns:a16="http://schemas.microsoft.com/office/drawing/2014/main" id="{FE4053D3-C37C-B247-AABC-ACB5431A3328}"/>
                </a:ext>
              </a:extLst>
            </p:cNvPr>
            <p:cNvGrpSpPr/>
            <p:nvPr/>
          </p:nvGrpSpPr>
          <p:grpSpPr>
            <a:xfrm>
              <a:off x="7713663" y="2848339"/>
              <a:ext cx="1042107" cy="425543"/>
              <a:chOff x="7786941" y="2884917"/>
              <a:chExt cx="897649" cy="353919"/>
            </a:xfrm>
          </p:grpSpPr>
          <p:sp>
            <p:nvSpPr>
              <p:cNvPr id="229" name="Freeform 228">
                <a:extLst>
                  <a:ext uri="{FF2B5EF4-FFF2-40B4-BE49-F238E27FC236}">
                    <a16:creationId xmlns:a16="http://schemas.microsoft.com/office/drawing/2014/main" id="{9B8C5BFF-F366-864D-9DDD-AD0F594855F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0" name="Freeform 229">
                <a:extLst>
                  <a:ext uri="{FF2B5EF4-FFF2-40B4-BE49-F238E27FC236}">
                    <a16:creationId xmlns:a16="http://schemas.microsoft.com/office/drawing/2014/main" id="{E52E2636-7B29-8B4F-A9E7-0A019FB1233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1" name="Freeform 230">
                <a:extLst>
                  <a:ext uri="{FF2B5EF4-FFF2-40B4-BE49-F238E27FC236}">
                    <a16:creationId xmlns:a16="http://schemas.microsoft.com/office/drawing/2014/main" id="{81B96CBC-D09D-8A44-A7F4-460A6FE268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2" name="Freeform 231">
                <a:extLst>
                  <a:ext uri="{FF2B5EF4-FFF2-40B4-BE49-F238E27FC236}">
                    <a16:creationId xmlns:a16="http://schemas.microsoft.com/office/drawing/2014/main" id="{AB72586A-2BC3-AD40-8068-98E191DFFEF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41" name="Group 240">
            <a:extLst>
              <a:ext uri="{FF2B5EF4-FFF2-40B4-BE49-F238E27FC236}">
                <a16:creationId xmlns:a16="http://schemas.microsoft.com/office/drawing/2014/main" id="{23665DDF-4A56-E24C-9D9B-557EA2031298}"/>
              </a:ext>
            </a:extLst>
          </p:cNvPr>
          <p:cNvGrpSpPr/>
          <p:nvPr/>
        </p:nvGrpSpPr>
        <p:grpSpPr>
          <a:xfrm>
            <a:off x="10925982" y="4369125"/>
            <a:ext cx="228295" cy="120400"/>
            <a:chOff x="7493876" y="2774731"/>
            <a:chExt cx="1481958" cy="894622"/>
          </a:xfrm>
        </p:grpSpPr>
        <p:sp>
          <p:nvSpPr>
            <p:cNvPr id="242" name="Freeform 241">
              <a:extLst>
                <a:ext uri="{FF2B5EF4-FFF2-40B4-BE49-F238E27FC236}">
                  <a16:creationId xmlns:a16="http://schemas.microsoft.com/office/drawing/2014/main" id="{31441261-7107-C940-87CC-EC4FA053449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3" name="Oval 242">
              <a:extLst>
                <a:ext uri="{FF2B5EF4-FFF2-40B4-BE49-F238E27FC236}">
                  <a16:creationId xmlns:a16="http://schemas.microsoft.com/office/drawing/2014/main" id="{5F5B546A-49AB-9042-B43E-5F11C688F25E}"/>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4" name="Group 243">
              <a:extLst>
                <a:ext uri="{FF2B5EF4-FFF2-40B4-BE49-F238E27FC236}">
                  <a16:creationId xmlns:a16="http://schemas.microsoft.com/office/drawing/2014/main" id="{E8DF2468-3557-AD4F-8E6A-2FD993E8CF5C}"/>
                </a:ext>
              </a:extLst>
            </p:cNvPr>
            <p:cNvGrpSpPr/>
            <p:nvPr/>
          </p:nvGrpSpPr>
          <p:grpSpPr>
            <a:xfrm>
              <a:off x="7713663" y="2848339"/>
              <a:ext cx="1042107" cy="425543"/>
              <a:chOff x="7786941" y="2884917"/>
              <a:chExt cx="897649" cy="353919"/>
            </a:xfrm>
          </p:grpSpPr>
          <p:sp>
            <p:nvSpPr>
              <p:cNvPr id="245" name="Freeform 244">
                <a:extLst>
                  <a:ext uri="{FF2B5EF4-FFF2-40B4-BE49-F238E27FC236}">
                    <a16:creationId xmlns:a16="http://schemas.microsoft.com/office/drawing/2014/main" id="{9E3ADAA4-12C2-404E-917C-5A2F54CCD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6" name="Freeform 245">
                <a:extLst>
                  <a:ext uri="{FF2B5EF4-FFF2-40B4-BE49-F238E27FC236}">
                    <a16:creationId xmlns:a16="http://schemas.microsoft.com/office/drawing/2014/main" id="{7A728ED3-C05E-B44A-9C86-A753D22F76A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7" name="Freeform 246">
                <a:extLst>
                  <a:ext uri="{FF2B5EF4-FFF2-40B4-BE49-F238E27FC236}">
                    <a16:creationId xmlns:a16="http://schemas.microsoft.com/office/drawing/2014/main" id="{63D4F443-59AA-0D4F-BA7D-32F6068E799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8" name="Freeform 247">
                <a:extLst>
                  <a:ext uri="{FF2B5EF4-FFF2-40B4-BE49-F238E27FC236}">
                    <a16:creationId xmlns:a16="http://schemas.microsoft.com/office/drawing/2014/main" id="{205AEAD2-2A18-2D4A-91B3-368B52FA7C5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49" name="Group 248">
            <a:extLst>
              <a:ext uri="{FF2B5EF4-FFF2-40B4-BE49-F238E27FC236}">
                <a16:creationId xmlns:a16="http://schemas.microsoft.com/office/drawing/2014/main" id="{931C36A9-E761-0148-9032-D81ACCB48A29}"/>
              </a:ext>
            </a:extLst>
          </p:cNvPr>
          <p:cNvGrpSpPr/>
          <p:nvPr/>
        </p:nvGrpSpPr>
        <p:grpSpPr>
          <a:xfrm>
            <a:off x="7439074" y="2356613"/>
            <a:ext cx="534987" cy="407988"/>
            <a:chOff x="7432700" y="2327293"/>
            <a:chExt cx="534987" cy="407988"/>
          </a:xfrm>
        </p:grpSpPr>
        <p:pic>
          <p:nvPicPr>
            <p:cNvPr id="250" name="Picture 1017" descr="antenna_stylized">
              <a:extLst>
                <a:ext uri="{FF2B5EF4-FFF2-40B4-BE49-F238E27FC236}">
                  <a16:creationId xmlns:a16="http://schemas.microsoft.com/office/drawing/2014/main" id="{A1B3AFF0-514E-1142-A2F6-8BE3FF21744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1" name="Picture 1018" descr="laptop_keyboard">
              <a:extLst>
                <a:ext uri="{FF2B5EF4-FFF2-40B4-BE49-F238E27FC236}">
                  <a16:creationId xmlns:a16="http://schemas.microsoft.com/office/drawing/2014/main" id="{F72A8B16-D68A-BE43-A9DC-2099F1288175}"/>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 name="Freeform 1019">
              <a:extLst>
                <a:ext uri="{FF2B5EF4-FFF2-40B4-BE49-F238E27FC236}">
                  <a16:creationId xmlns:a16="http://schemas.microsoft.com/office/drawing/2014/main" id="{8BD550C1-DB66-1D43-B0FF-2194D6CE59D3}"/>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53" name="Picture 1020" descr="screen">
              <a:extLst>
                <a:ext uri="{FF2B5EF4-FFF2-40B4-BE49-F238E27FC236}">
                  <a16:creationId xmlns:a16="http://schemas.microsoft.com/office/drawing/2014/main" id="{5B7A4293-9090-2C47-A5F9-1484B3E8E43A}"/>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 name="Freeform 1021">
              <a:extLst>
                <a:ext uri="{FF2B5EF4-FFF2-40B4-BE49-F238E27FC236}">
                  <a16:creationId xmlns:a16="http://schemas.microsoft.com/office/drawing/2014/main" id="{66A9E8A3-089D-144F-8C74-780D0252320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Freeform 1022">
              <a:extLst>
                <a:ext uri="{FF2B5EF4-FFF2-40B4-BE49-F238E27FC236}">
                  <a16:creationId xmlns:a16="http://schemas.microsoft.com/office/drawing/2014/main" id="{2DEB5F56-4F04-4A4C-B2A9-7F75D7610902}"/>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Freeform 1023">
              <a:extLst>
                <a:ext uri="{FF2B5EF4-FFF2-40B4-BE49-F238E27FC236}">
                  <a16:creationId xmlns:a16="http://schemas.microsoft.com/office/drawing/2014/main" id="{264AB736-6181-DD49-9CF8-34CDC3C98A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Freeform 1024">
              <a:extLst>
                <a:ext uri="{FF2B5EF4-FFF2-40B4-BE49-F238E27FC236}">
                  <a16:creationId xmlns:a16="http://schemas.microsoft.com/office/drawing/2014/main" id="{B30F467B-7CAE-E14D-A3A5-8BE8EC571FCC}"/>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1025">
              <a:extLst>
                <a:ext uri="{FF2B5EF4-FFF2-40B4-BE49-F238E27FC236}">
                  <a16:creationId xmlns:a16="http://schemas.microsoft.com/office/drawing/2014/main" id="{714DEECF-C2B9-3646-8D8C-520B14AFF2A3}"/>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Freeform 1026">
              <a:extLst>
                <a:ext uri="{FF2B5EF4-FFF2-40B4-BE49-F238E27FC236}">
                  <a16:creationId xmlns:a16="http://schemas.microsoft.com/office/drawing/2014/main" id="{434760BE-7A82-7348-8C26-8BB88B73F057}"/>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60" name="Group 1027">
              <a:extLst>
                <a:ext uri="{FF2B5EF4-FFF2-40B4-BE49-F238E27FC236}">
                  <a16:creationId xmlns:a16="http://schemas.microsoft.com/office/drawing/2014/main" id="{A3D737A2-33B2-B843-993D-3954163D2F8B}"/>
                </a:ext>
              </a:extLst>
            </p:cNvPr>
            <p:cNvGrpSpPr>
              <a:grpSpLocks/>
            </p:cNvGrpSpPr>
            <p:nvPr/>
          </p:nvGrpSpPr>
          <p:grpSpPr bwMode="auto">
            <a:xfrm>
              <a:off x="7594735" y="2642220"/>
              <a:ext cx="98740" cy="36846"/>
              <a:chOff x="1740" y="2642"/>
              <a:chExt cx="752" cy="327"/>
            </a:xfrm>
          </p:grpSpPr>
          <p:sp>
            <p:nvSpPr>
              <p:cNvPr id="267" name="Freeform 1028">
                <a:extLst>
                  <a:ext uri="{FF2B5EF4-FFF2-40B4-BE49-F238E27FC236}">
                    <a16:creationId xmlns:a16="http://schemas.microsoft.com/office/drawing/2014/main" id="{2B8D95DD-AA07-CA46-8938-5982463E0F58}"/>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Freeform 1029">
                <a:extLst>
                  <a:ext uri="{FF2B5EF4-FFF2-40B4-BE49-F238E27FC236}">
                    <a16:creationId xmlns:a16="http://schemas.microsoft.com/office/drawing/2014/main" id="{F36872DC-490B-E041-B789-63AE7E7ACD2E}"/>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9" name="Freeform 1030">
                <a:extLst>
                  <a:ext uri="{FF2B5EF4-FFF2-40B4-BE49-F238E27FC236}">
                    <a16:creationId xmlns:a16="http://schemas.microsoft.com/office/drawing/2014/main" id="{97C01B49-8BEB-1A42-A62D-556A20AEDCF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0" name="Freeform 1031">
                <a:extLst>
                  <a:ext uri="{FF2B5EF4-FFF2-40B4-BE49-F238E27FC236}">
                    <a16:creationId xmlns:a16="http://schemas.microsoft.com/office/drawing/2014/main" id="{FDC4BA15-39D3-CD4E-97DA-6107F8C4DFF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1" name="Freeform 1032">
                <a:extLst>
                  <a:ext uri="{FF2B5EF4-FFF2-40B4-BE49-F238E27FC236}">
                    <a16:creationId xmlns:a16="http://schemas.microsoft.com/office/drawing/2014/main" id="{B4ED9D93-7953-574C-B8DB-E31647E5385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2" name="Freeform 1033">
                <a:extLst>
                  <a:ext uri="{FF2B5EF4-FFF2-40B4-BE49-F238E27FC236}">
                    <a16:creationId xmlns:a16="http://schemas.microsoft.com/office/drawing/2014/main" id="{9040F4DE-59D9-0446-9953-D7CF4E6052CB}"/>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61" name="Freeform 1034">
              <a:extLst>
                <a:ext uri="{FF2B5EF4-FFF2-40B4-BE49-F238E27FC236}">
                  <a16:creationId xmlns:a16="http://schemas.microsoft.com/office/drawing/2014/main" id="{2C7F706E-3A83-E04B-96B6-0DFA0DD1955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Freeform 1035">
              <a:extLst>
                <a:ext uri="{FF2B5EF4-FFF2-40B4-BE49-F238E27FC236}">
                  <a16:creationId xmlns:a16="http://schemas.microsoft.com/office/drawing/2014/main" id="{60E14294-2508-FB4A-AE0F-000AF5BCFC8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1036">
              <a:extLst>
                <a:ext uri="{FF2B5EF4-FFF2-40B4-BE49-F238E27FC236}">
                  <a16:creationId xmlns:a16="http://schemas.microsoft.com/office/drawing/2014/main" id="{6816A6AE-0883-4D48-8DF3-05A4914E713B}"/>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4" name="Freeform 1037">
              <a:extLst>
                <a:ext uri="{FF2B5EF4-FFF2-40B4-BE49-F238E27FC236}">
                  <a16:creationId xmlns:a16="http://schemas.microsoft.com/office/drawing/2014/main" id="{0C4F2B5B-D9EF-F242-A282-CB6CB4D90EE9}"/>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Freeform 1038">
              <a:extLst>
                <a:ext uri="{FF2B5EF4-FFF2-40B4-BE49-F238E27FC236}">
                  <a16:creationId xmlns:a16="http://schemas.microsoft.com/office/drawing/2014/main" id="{CA94116C-A643-F041-BE08-F16F1FF3EF9E}"/>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Freeform 1039">
              <a:extLst>
                <a:ext uri="{FF2B5EF4-FFF2-40B4-BE49-F238E27FC236}">
                  <a16:creationId xmlns:a16="http://schemas.microsoft.com/office/drawing/2014/main" id="{EBBEB869-CEFF-3B4D-8790-DF10B6E9EDC0}"/>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73" name="Group 272">
            <a:extLst>
              <a:ext uri="{FF2B5EF4-FFF2-40B4-BE49-F238E27FC236}">
                <a16:creationId xmlns:a16="http://schemas.microsoft.com/office/drawing/2014/main" id="{7BE84195-0460-B24A-9BFA-64009B70F0D4}"/>
              </a:ext>
            </a:extLst>
          </p:cNvPr>
          <p:cNvGrpSpPr/>
          <p:nvPr/>
        </p:nvGrpSpPr>
        <p:grpSpPr>
          <a:xfrm>
            <a:off x="8637781" y="2319727"/>
            <a:ext cx="530702" cy="478009"/>
            <a:chOff x="8631407" y="2290407"/>
            <a:chExt cx="530702" cy="478009"/>
          </a:xfrm>
        </p:grpSpPr>
        <p:pic>
          <p:nvPicPr>
            <p:cNvPr id="274" name="Picture 568" descr="light2.png">
              <a:extLst>
                <a:ext uri="{FF2B5EF4-FFF2-40B4-BE49-F238E27FC236}">
                  <a16:creationId xmlns:a16="http://schemas.microsoft.com/office/drawing/2014/main" id="{9C2ABCA4-2AB6-604A-BAF1-3DCCB40F3CF6}"/>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5" name="Picture 1017" descr="antenna_stylized">
              <a:extLst>
                <a:ext uri="{FF2B5EF4-FFF2-40B4-BE49-F238E27FC236}">
                  <a16:creationId xmlns:a16="http://schemas.microsoft.com/office/drawing/2014/main" id="{650AA1D1-0ECD-3E4A-81DB-CC97A96B57C7}"/>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6" name="Group 275">
            <a:extLst>
              <a:ext uri="{FF2B5EF4-FFF2-40B4-BE49-F238E27FC236}">
                <a16:creationId xmlns:a16="http://schemas.microsoft.com/office/drawing/2014/main" id="{EFF79B51-BA03-584F-A0CE-2E5C3CDBD9C8}"/>
              </a:ext>
            </a:extLst>
          </p:cNvPr>
          <p:cNvGrpSpPr/>
          <p:nvPr/>
        </p:nvGrpSpPr>
        <p:grpSpPr>
          <a:xfrm>
            <a:off x="8499539" y="2059124"/>
            <a:ext cx="849312" cy="226109"/>
            <a:chOff x="8493165" y="2029804"/>
            <a:chExt cx="849312" cy="226109"/>
          </a:xfrm>
        </p:grpSpPr>
        <p:pic>
          <p:nvPicPr>
            <p:cNvPr id="277" name="Picture 603" descr="car_icon_small">
              <a:extLst>
                <a:ext uri="{FF2B5EF4-FFF2-40B4-BE49-F238E27FC236}">
                  <a16:creationId xmlns:a16="http://schemas.microsoft.com/office/drawing/2014/main" id="{A16178BF-CE10-DF42-8C1F-E2AAFB94BBE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8" name="Picture 1017" descr="antenna_stylized">
              <a:extLst>
                <a:ext uri="{FF2B5EF4-FFF2-40B4-BE49-F238E27FC236}">
                  <a16:creationId xmlns:a16="http://schemas.microsoft.com/office/drawing/2014/main" id="{BF73CD36-5E1A-D143-A3EA-8721982417D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9" name="Group 278">
            <a:extLst>
              <a:ext uri="{FF2B5EF4-FFF2-40B4-BE49-F238E27FC236}">
                <a16:creationId xmlns:a16="http://schemas.microsoft.com/office/drawing/2014/main" id="{053CF7AA-EEE7-E849-8975-45A554C35F5B}"/>
              </a:ext>
            </a:extLst>
          </p:cNvPr>
          <p:cNvGrpSpPr/>
          <p:nvPr/>
        </p:nvGrpSpPr>
        <p:grpSpPr>
          <a:xfrm>
            <a:off x="7493518" y="3325424"/>
            <a:ext cx="857739" cy="583764"/>
            <a:chOff x="7487144" y="3296104"/>
            <a:chExt cx="857739" cy="583764"/>
          </a:xfrm>
        </p:grpSpPr>
        <p:grpSp>
          <p:nvGrpSpPr>
            <p:cNvPr id="280" name="Group 279">
              <a:extLst>
                <a:ext uri="{FF2B5EF4-FFF2-40B4-BE49-F238E27FC236}">
                  <a16:creationId xmlns:a16="http://schemas.microsoft.com/office/drawing/2014/main" id="{90508AE9-865D-844C-B2E1-CAED9E70CF88}"/>
                </a:ext>
              </a:extLst>
            </p:cNvPr>
            <p:cNvGrpSpPr/>
            <p:nvPr/>
          </p:nvGrpSpPr>
          <p:grpSpPr>
            <a:xfrm>
              <a:off x="7487144" y="3389820"/>
              <a:ext cx="350807" cy="305517"/>
              <a:chOff x="7487144" y="3389820"/>
              <a:chExt cx="350807" cy="305517"/>
            </a:xfrm>
          </p:grpSpPr>
          <p:pic>
            <p:nvPicPr>
              <p:cNvPr id="287" name="Picture 1115" descr="antenna_stylized">
                <a:extLst>
                  <a:ext uri="{FF2B5EF4-FFF2-40B4-BE49-F238E27FC236}">
                    <a16:creationId xmlns:a16="http://schemas.microsoft.com/office/drawing/2014/main" id="{AD910864-C9F4-C94B-9B97-60E50CF30AC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8" name="Picture 1116" descr="laptop_keyboard">
                <a:extLst>
                  <a:ext uri="{FF2B5EF4-FFF2-40B4-BE49-F238E27FC236}">
                    <a16:creationId xmlns:a16="http://schemas.microsoft.com/office/drawing/2014/main" id="{89C482D5-7199-3040-A39E-C983C7E76CD5}"/>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 name="Freeform 1117">
                <a:extLst>
                  <a:ext uri="{FF2B5EF4-FFF2-40B4-BE49-F238E27FC236}">
                    <a16:creationId xmlns:a16="http://schemas.microsoft.com/office/drawing/2014/main" id="{0D17FA05-6DB9-CE4E-8353-3DB3EF64CEF2}"/>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90" name="Picture 1118" descr="screen">
                <a:extLst>
                  <a:ext uri="{FF2B5EF4-FFF2-40B4-BE49-F238E27FC236}">
                    <a16:creationId xmlns:a16="http://schemas.microsoft.com/office/drawing/2014/main" id="{4A4B2A13-447B-ED4B-A13F-5489BEAC9BE3}"/>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1" name="Freeform 1119">
                <a:extLst>
                  <a:ext uri="{FF2B5EF4-FFF2-40B4-BE49-F238E27FC236}">
                    <a16:creationId xmlns:a16="http://schemas.microsoft.com/office/drawing/2014/main" id="{02BC84AC-7149-BD45-BC93-E0DD4ADF91EE}"/>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1120">
                <a:extLst>
                  <a:ext uri="{FF2B5EF4-FFF2-40B4-BE49-F238E27FC236}">
                    <a16:creationId xmlns:a16="http://schemas.microsoft.com/office/drawing/2014/main" id="{43377E2E-A43C-E048-A432-F337E7B5EE63}"/>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3" name="Freeform 1121">
                <a:extLst>
                  <a:ext uri="{FF2B5EF4-FFF2-40B4-BE49-F238E27FC236}">
                    <a16:creationId xmlns:a16="http://schemas.microsoft.com/office/drawing/2014/main" id="{268349DA-55F4-ED45-92D9-0389907B3CA7}"/>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1122">
                <a:extLst>
                  <a:ext uri="{FF2B5EF4-FFF2-40B4-BE49-F238E27FC236}">
                    <a16:creationId xmlns:a16="http://schemas.microsoft.com/office/drawing/2014/main" id="{EB4B31C8-34A6-6D47-B6E1-260958CFBD6F}"/>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Freeform 1123">
                <a:extLst>
                  <a:ext uri="{FF2B5EF4-FFF2-40B4-BE49-F238E27FC236}">
                    <a16:creationId xmlns:a16="http://schemas.microsoft.com/office/drawing/2014/main" id="{91DE791A-C87B-7849-8B6A-CB3B398F112D}"/>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6" name="Freeform 1124">
                <a:extLst>
                  <a:ext uri="{FF2B5EF4-FFF2-40B4-BE49-F238E27FC236}">
                    <a16:creationId xmlns:a16="http://schemas.microsoft.com/office/drawing/2014/main" id="{A02AA6E2-5FD6-D14F-9923-83771333B1DB}"/>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97" name="Group 1125">
                <a:extLst>
                  <a:ext uri="{FF2B5EF4-FFF2-40B4-BE49-F238E27FC236}">
                    <a16:creationId xmlns:a16="http://schemas.microsoft.com/office/drawing/2014/main" id="{7117A071-F66A-A547-B2A3-FDEC23474639}"/>
                  </a:ext>
                </a:extLst>
              </p:cNvPr>
              <p:cNvGrpSpPr>
                <a:grpSpLocks/>
              </p:cNvGrpSpPr>
              <p:nvPr/>
            </p:nvGrpSpPr>
            <p:grpSpPr bwMode="auto">
              <a:xfrm>
                <a:off x="7593395" y="3625649"/>
                <a:ext cx="64747" cy="27592"/>
                <a:chOff x="1740" y="2642"/>
                <a:chExt cx="752" cy="327"/>
              </a:xfrm>
            </p:grpSpPr>
            <p:sp>
              <p:nvSpPr>
                <p:cNvPr id="304" name="Freeform 1126">
                  <a:extLst>
                    <a:ext uri="{FF2B5EF4-FFF2-40B4-BE49-F238E27FC236}">
                      <a16:creationId xmlns:a16="http://schemas.microsoft.com/office/drawing/2014/main" id="{C6A05ABF-09D5-204F-A863-798CDA488ABE}"/>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5" name="Freeform 1127">
                  <a:extLst>
                    <a:ext uri="{FF2B5EF4-FFF2-40B4-BE49-F238E27FC236}">
                      <a16:creationId xmlns:a16="http://schemas.microsoft.com/office/drawing/2014/main" id="{5CAC6B94-A95D-C842-8436-C6DF872191F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Freeform 1128">
                  <a:extLst>
                    <a:ext uri="{FF2B5EF4-FFF2-40B4-BE49-F238E27FC236}">
                      <a16:creationId xmlns:a16="http://schemas.microsoft.com/office/drawing/2014/main" id="{A944E62C-7CE5-5840-927D-ABB2F8B5C22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7" name="Freeform 1129">
                  <a:extLst>
                    <a:ext uri="{FF2B5EF4-FFF2-40B4-BE49-F238E27FC236}">
                      <a16:creationId xmlns:a16="http://schemas.microsoft.com/office/drawing/2014/main" id="{5E333F33-6B42-F449-BD09-5F8DBBA551C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8" name="Freeform 1130">
                  <a:extLst>
                    <a:ext uri="{FF2B5EF4-FFF2-40B4-BE49-F238E27FC236}">
                      <a16:creationId xmlns:a16="http://schemas.microsoft.com/office/drawing/2014/main" id="{A3DB0786-C2BD-4E43-9012-01938AED5F1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Freeform 1131">
                  <a:extLst>
                    <a:ext uri="{FF2B5EF4-FFF2-40B4-BE49-F238E27FC236}">
                      <a16:creationId xmlns:a16="http://schemas.microsoft.com/office/drawing/2014/main" id="{36DD7204-13F9-8C4B-ADCB-9CEF387EE715}"/>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98" name="Freeform 1132">
                <a:extLst>
                  <a:ext uri="{FF2B5EF4-FFF2-40B4-BE49-F238E27FC236}">
                    <a16:creationId xmlns:a16="http://schemas.microsoft.com/office/drawing/2014/main" id="{8DD637FC-2617-F14C-8226-2FC83A2DC1C3}"/>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Freeform 1133">
                <a:extLst>
                  <a:ext uri="{FF2B5EF4-FFF2-40B4-BE49-F238E27FC236}">
                    <a16:creationId xmlns:a16="http://schemas.microsoft.com/office/drawing/2014/main" id="{DD3D6FA8-3859-DC44-8888-8CB70CFB17F5}"/>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0" name="Freeform 1134">
                <a:extLst>
                  <a:ext uri="{FF2B5EF4-FFF2-40B4-BE49-F238E27FC236}">
                    <a16:creationId xmlns:a16="http://schemas.microsoft.com/office/drawing/2014/main" id="{C236FB39-37F7-B848-9AD5-F22CFFE062B2}"/>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1" name="Freeform 1135">
                <a:extLst>
                  <a:ext uri="{FF2B5EF4-FFF2-40B4-BE49-F238E27FC236}">
                    <a16:creationId xmlns:a16="http://schemas.microsoft.com/office/drawing/2014/main" id="{0FC27225-99A5-B741-A309-ECBEFBCA7E27}"/>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2" name="Freeform 1136">
                <a:extLst>
                  <a:ext uri="{FF2B5EF4-FFF2-40B4-BE49-F238E27FC236}">
                    <a16:creationId xmlns:a16="http://schemas.microsoft.com/office/drawing/2014/main" id="{E2FC0D41-6288-E741-A785-A83E6CED2AEA}"/>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3" name="Freeform 1137">
                <a:extLst>
                  <a:ext uri="{FF2B5EF4-FFF2-40B4-BE49-F238E27FC236}">
                    <a16:creationId xmlns:a16="http://schemas.microsoft.com/office/drawing/2014/main" id="{CA6DB5BC-B521-B849-B156-91FAF531CEC8}"/>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1" name="Group 1139">
              <a:extLst>
                <a:ext uri="{FF2B5EF4-FFF2-40B4-BE49-F238E27FC236}">
                  <a16:creationId xmlns:a16="http://schemas.microsoft.com/office/drawing/2014/main" id="{88F41A8A-CF3F-494E-9A2F-B26D7CA16434}"/>
                </a:ext>
              </a:extLst>
            </p:cNvPr>
            <p:cNvGrpSpPr>
              <a:grpSpLocks/>
            </p:cNvGrpSpPr>
            <p:nvPr/>
          </p:nvGrpSpPr>
          <p:grpSpPr bwMode="auto">
            <a:xfrm flipH="1">
              <a:off x="7985622" y="3537823"/>
              <a:ext cx="359261" cy="342045"/>
              <a:chOff x="2839" y="3501"/>
              <a:chExt cx="755" cy="803"/>
            </a:xfrm>
          </p:grpSpPr>
          <p:pic>
            <p:nvPicPr>
              <p:cNvPr id="285" name="Picture 1140" descr="desktop_computer_stylized_medium">
                <a:extLst>
                  <a:ext uri="{FF2B5EF4-FFF2-40B4-BE49-F238E27FC236}">
                    <a16:creationId xmlns:a16="http://schemas.microsoft.com/office/drawing/2014/main" id="{DF6CF23B-627F-354F-9A8F-4AC37674F07C}"/>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6" name="Freeform 1141">
                <a:extLst>
                  <a:ext uri="{FF2B5EF4-FFF2-40B4-BE49-F238E27FC236}">
                    <a16:creationId xmlns:a16="http://schemas.microsoft.com/office/drawing/2014/main" id="{5B53917A-96FB-2B49-82B9-6BB3BB16C4AF}"/>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2" name="Group 281">
              <a:extLst>
                <a:ext uri="{FF2B5EF4-FFF2-40B4-BE49-F238E27FC236}">
                  <a16:creationId xmlns:a16="http://schemas.microsoft.com/office/drawing/2014/main" id="{685FF657-B3CE-E945-BB86-D18EC9B7226A}"/>
                </a:ext>
              </a:extLst>
            </p:cNvPr>
            <p:cNvGrpSpPr/>
            <p:nvPr/>
          </p:nvGrpSpPr>
          <p:grpSpPr>
            <a:xfrm>
              <a:off x="7797061" y="3296104"/>
              <a:ext cx="347997" cy="396620"/>
              <a:chOff x="7797061" y="3296104"/>
              <a:chExt cx="347997" cy="396620"/>
            </a:xfrm>
          </p:grpSpPr>
          <p:pic>
            <p:nvPicPr>
              <p:cNvPr id="283" name="Picture 571" descr="fridge2.png">
                <a:extLst>
                  <a:ext uri="{FF2B5EF4-FFF2-40B4-BE49-F238E27FC236}">
                    <a16:creationId xmlns:a16="http://schemas.microsoft.com/office/drawing/2014/main" id="{52D49911-07F8-3343-8A41-1B2AC79DBF22}"/>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4" name="Picture 1115" descr="antenna_stylized">
                <a:extLst>
                  <a:ext uri="{FF2B5EF4-FFF2-40B4-BE49-F238E27FC236}">
                    <a16:creationId xmlns:a16="http://schemas.microsoft.com/office/drawing/2014/main" id="{E5CB4C1D-6CCE-AD42-A805-75067034C0AF}"/>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310" name="Group 309">
            <a:extLst>
              <a:ext uri="{FF2B5EF4-FFF2-40B4-BE49-F238E27FC236}">
                <a16:creationId xmlns:a16="http://schemas.microsoft.com/office/drawing/2014/main" id="{09017FE0-34A3-FC43-92EF-C44FBDE65EF6}"/>
              </a:ext>
            </a:extLst>
          </p:cNvPr>
          <p:cNvGrpSpPr/>
          <p:nvPr/>
        </p:nvGrpSpPr>
        <p:grpSpPr>
          <a:xfrm>
            <a:off x="11064947" y="3428485"/>
            <a:ext cx="518448" cy="1212242"/>
            <a:chOff x="11058573" y="3399165"/>
            <a:chExt cx="518448" cy="1212242"/>
          </a:xfrm>
        </p:grpSpPr>
        <p:grpSp>
          <p:nvGrpSpPr>
            <p:cNvPr id="311" name="Group 310">
              <a:extLst>
                <a:ext uri="{FF2B5EF4-FFF2-40B4-BE49-F238E27FC236}">
                  <a16:creationId xmlns:a16="http://schemas.microsoft.com/office/drawing/2014/main" id="{1D2297AB-8C1D-774F-89FF-8EBF734EB162}"/>
                </a:ext>
              </a:extLst>
            </p:cNvPr>
            <p:cNvGrpSpPr/>
            <p:nvPr/>
          </p:nvGrpSpPr>
          <p:grpSpPr>
            <a:xfrm>
              <a:off x="11087182" y="4159591"/>
              <a:ext cx="489839" cy="451816"/>
              <a:chOff x="5103720" y="2693365"/>
              <a:chExt cx="611650" cy="414788"/>
            </a:xfrm>
          </p:grpSpPr>
          <p:cxnSp>
            <p:nvCxnSpPr>
              <p:cNvPr id="318" name="Straight Connector 317">
                <a:extLst>
                  <a:ext uri="{FF2B5EF4-FFF2-40B4-BE49-F238E27FC236}">
                    <a16:creationId xmlns:a16="http://schemas.microsoft.com/office/drawing/2014/main" id="{8983DA81-C479-F849-AB06-EDCD924EF8B3}"/>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9" name="Group 318">
                <a:extLst>
                  <a:ext uri="{FF2B5EF4-FFF2-40B4-BE49-F238E27FC236}">
                    <a16:creationId xmlns:a16="http://schemas.microsoft.com/office/drawing/2014/main" id="{B934C059-B2C0-5D4F-95BD-4B77D403B522}"/>
                  </a:ext>
                </a:extLst>
              </p:cNvPr>
              <p:cNvGrpSpPr/>
              <p:nvPr/>
            </p:nvGrpSpPr>
            <p:grpSpPr>
              <a:xfrm>
                <a:off x="5275406" y="2693365"/>
                <a:ext cx="439964" cy="414788"/>
                <a:chOff x="5275406" y="2711455"/>
                <a:chExt cx="452949" cy="405518"/>
              </a:xfrm>
            </p:grpSpPr>
            <p:pic>
              <p:nvPicPr>
                <p:cNvPr id="320" name="Picture 319" descr="server_rack.png">
                  <a:extLst>
                    <a:ext uri="{FF2B5EF4-FFF2-40B4-BE49-F238E27FC236}">
                      <a16:creationId xmlns:a16="http://schemas.microsoft.com/office/drawing/2014/main" id="{764A46D5-D344-3246-B4CA-E1BF2CFDEE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21" name="Picture 320" descr="server_rack.png">
                  <a:extLst>
                    <a:ext uri="{FF2B5EF4-FFF2-40B4-BE49-F238E27FC236}">
                      <a16:creationId xmlns:a16="http://schemas.microsoft.com/office/drawing/2014/main" id="{90C1BE08-C428-E74E-B929-C6D1271BFE16}"/>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22" name="Picture 321" descr="server_rack.png">
                  <a:extLst>
                    <a:ext uri="{FF2B5EF4-FFF2-40B4-BE49-F238E27FC236}">
                      <a16:creationId xmlns:a16="http://schemas.microsoft.com/office/drawing/2014/main" id="{35FFED4D-9863-0F4E-8222-435564693420}"/>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12" name="Group 311">
              <a:extLst>
                <a:ext uri="{FF2B5EF4-FFF2-40B4-BE49-F238E27FC236}">
                  <a16:creationId xmlns:a16="http://schemas.microsoft.com/office/drawing/2014/main" id="{57017C35-5A73-C341-95B3-2D62C8998FD7}"/>
                </a:ext>
              </a:extLst>
            </p:cNvPr>
            <p:cNvGrpSpPr/>
            <p:nvPr/>
          </p:nvGrpSpPr>
          <p:grpSpPr>
            <a:xfrm>
              <a:off x="11058573" y="3399165"/>
              <a:ext cx="423724" cy="405973"/>
              <a:chOff x="5103720" y="2693365"/>
              <a:chExt cx="611650" cy="414788"/>
            </a:xfrm>
          </p:grpSpPr>
          <p:cxnSp>
            <p:nvCxnSpPr>
              <p:cNvPr id="313" name="Straight Connector 312">
                <a:extLst>
                  <a:ext uri="{FF2B5EF4-FFF2-40B4-BE49-F238E27FC236}">
                    <a16:creationId xmlns:a16="http://schemas.microsoft.com/office/drawing/2014/main" id="{0B18831A-9F50-FF4A-B278-F70615A9BC25}"/>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4" name="Group 313">
                <a:extLst>
                  <a:ext uri="{FF2B5EF4-FFF2-40B4-BE49-F238E27FC236}">
                    <a16:creationId xmlns:a16="http://schemas.microsoft.com/office/drawing/2014/main" id="{DFC7A0EC-A9C9-974E-928E-28DD6455D09A}"/>
                  </a:ext>
                </a:extLst>
              </p:cNvPr>
              <p:cNvGrpSpPr/>
              <p:nvPr/>
            </p:nvGrpSpPr>
            <p:grpSpPr>
              <a:xfrm>
                <a:off x="5275406" y="2693365"/>
                <a:ext cx="439964" cy="414788"/>
                <a:chOff x="5275406" y="2711455"/>
                <a:chExt cx="452949" cy="405518"/>
              </a:xfrm>
            </p:grpSpPr>
            <p:pic>
              <p:nvPicPr>
                <p:cNvPr id="315" name="Picture 314" descr="server_rack.png">
                  <a:extLst>
                    <a:ext uri="{FF2B5EF4-FFF2-40B4-BE49-F238E27FC236}">
                      <a16:creationId xmlns:a16="http://schemas.microsoft.com/office/drawing/2014/main" id="{E480D9A5-8FB7-3647-AB54-42D9700E6451}"/>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16" name="Picture 315" descr="server_rack.png">
                  <a:extLst>
                    <a:ext uri="{FF2B5EF4-FFF2-40B4-BE49-F238E27FC236}">
                      <a16:creationId xmlns:a16="http://schemas.microsoft.com/office/drawing/2014/main" id="{C17EE074-02D0-4143-8ED9-E4D2205689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17" name="Picture 316" descr="server_rack.png">
                  <a:extLst>
                    <a:ext uri="{FF2B5EF4-FFF2-40B4-BE49-F238E27FC236}">
                      <a16:creationId xmlns:a16="http://schemas.microsoft.com/office/drawing/2014/main" id="{589F8E4F-69B9-FA46-8D10-90FC7573C77E}"/>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356" name="Group 590">
            <a:extLst>
              <a:ext uri="{FF2B5EF4-FFF2-40B4-BE49-F238E27FC236}">
                <a16:creationId xmlns:a16="http://schemas.microsoft.com/office/drawing/2014/main" id="{002C44D5-1F60-7447-A1D2-6EE5F802021D}"/>
              </a:ext>
            </a:extLst>
          </p:cNvPr>
          <p:cNvGrpSpPr>
            <a:grpSpLocks/>
          </p:cNvGrpSpPr>
          <p:nvPr/>
        </p:nvGrpSpPr>
        <p:grpSpPr bwMode="auto">
          <a:xfrm flipH="1">
            <a:off x="7980855" y="4900161"/>
            <a:ext cx="345630" cy="320302"/>
            <a:chOff x="2839" y="3501"/>
            <a:chExt cx="755" cy="803"/>
          </a:xfrm>
        </p:grpSpPr>
        <p:pic>
          <p:nvPicPr>
            <p:cNvPr id="357" name="Picture 591" descr="desktop_computer_stylized_medium">
              <a:extLst>
                <a:ext uri="{FF2B5EF4-FFF2-40B4-BE49-F238E27FC236}">
                  <a16:creationId xmlns:a16="http://schemas.microsoft.com/office/drawing/2014/main" id="{7F433925-7699-B34E-88C0-C818C4963B38}"/>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 name="Freeform 592">
              <a:extLst>
                <a:ext uri="{FF2B5EF4-FFF2-40B4-BE49-F238E27FC236}">
                  <a16:creationId xmlns:a16="http://schemas.microsoft.com/office/drawing/2014/main" id="{0D0F51BD-6356-DE48-89F6-A645151C0C3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59" name="Group 1064">
            <a:extLst>
              <a:ext uri="{FF2B5EF4-FFF2-40B4-BE49-F238E27FC236}">
                <a16:creationId xmlns:a16="http://schemas.microsoft.com/office/drawing/2014/main" id="{CF2DB679-9CD3-5148-94F7-225CE8489122}"/>
              </a:ext>
            </a:extLst>
          </p:cNvPr>
          <p:cNvGrpSpPr>
            <a:grpSpLocks/>
          </p:cNvGrpSpPr>
          <p:nvPr/>
        </p:nvGrpSpPr>
        <p:grpSpPr bwMode="auto">
          <a:xfrm>
            <a:off x="9201681" y="5852809"/>
            <a:ext cx="310186" cy="307808"/>
            <a:chOff x="877" y="1008"/>
            <a:chExt cx="2747" cy="2591"/>
          </a:xfrm>
        </p:grpSpPr>
        <p:pic>
          <p:nvPicPr>
            <p:cNvPr id="360" name="Picture 1065" descr="antenna_stylized">
              <a:extLst>
                <a:ext uri="{FF2B5EF4-FFF2-40B4-BE49-F238E27FC236}">
                  <a16:creationId xmlns:a16="http://schemas.microsoft.com/office/drawing/2014/main" id="{9C0613C0-FBB7-284C-AA40-5548C7D21D6A}"/>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1" name="Picture 1066" descr="laptop_keyboard">
              <a:extLst>
                <a:ext uri="{FF2B5EF4-FFF2-40B4-BE49-F238E27FC236}">
                  <a16:creationId xmlns:a16="http://schemas.microsoft.com/office/drawing/2014/main" id="{4AC7E45E-9572-044A-9C56-FC7ECFA5552F}"/>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2" name="Freeform 1067">
              <a:extLst>
                <a:ext uri="{FF2B5EF4-FFF2-40B4-BE49-F238E27FC236}">
                  <a16:creationId xmlns:a16="http://schemas.microsoft.com/office/drawing/2014/main" id="{F03C1D3B-84C4-D14D-85A1-78A65057D89D}"/>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63" name="Picture 1068" descr="screen">
              <a:extLst>
                <a:ext uri="{FF2B5EF4-FFF2-40B4-BE49-F238E27FC236}">
                  <a16:creationId xmlns:a16="http://schemas.microsoft.com/office/drawing/2014/main" id="{F1045CBD-A537-1447-9CC0-AA3BBA3EFD19}"/>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4" name="Freeform 1069">
              <a:extLst>
                <a:ext uri="{FF2B5EF4-FFF2-40B4-BE49-F238E27FC236}">
                  <a16:creationId xmlns:a16="http://schemas.microsoft.com/office/drawing/2014/main" id="{76BB7C6D-EEEF-2649-B828-0A9E5351AEAE}"/>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Freeform 1070">
              <a:extLst>
                <a:ext uri="{FF2B5EF4-FFF2-40B4-BE49-F238E27FC236}">
                  <a16:creationId xmlns:a16="http://schemas.microsoft.com/office/drawing/2014/main" id="{3EACCABC-F6A7-9342-BDAE-E9A2DF204C0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Freeform 1071">
              <a:extLst>
                <a:ext uri="{FF2B5EF4-FFF2-40B4-BE49-F238E27FC236}">
                  <a16:creationId xmlns:a16="http://schemas.microsoft.com/office/drawing/2014/main" id="{D720BF6A-08AA-AD41-9F98-FEEAF38FA2C7}"/>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7" name="Freeform 1072">
              <a:extLst>
                <a:ext uri="{FF2B5EF4-FFF2-40B4-BE49-F238E27FC236}">
                  <a16:creationId xmlns:a16="http://schemas.microsoft.com/office/drawing/2014/main" id="{EBF545D7-85F7-654E-89B4-82A30829C94E}"/>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8" name="Freeform 1073">
              <a:extLst>
                <a:ext uri="{FF2B5EF4-FFF2-40B4-BE49-F238E27FC236}">
                  <a16:creationId xmlns:a16="http://schemas.microsoft.com/office/drawing/2014/main" id="{6EF35D5A-3DBA-4D49-BA09-E93CEA361840}"/>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9" name="Freeform 1074">
              <a:extLst>
                <a:ext uri="{FF2B5EF4-FFF2-40B4-BE49-F238E27FC236}">
                  <a16:creationId xmlns:a16="http://schemas.microsoft.com/office/drawing/2014/main" id="{B6F9A7A1-3455-6E4B-9C84-C9854E64B326}"/>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70" name="Group 1075">
              <a:extLst>
                <a:ext uri="{FF2B5EF4-FFF2-40B4-BE49-F238E27FC236}">
                  <a16:creationId xmlns:a16="http://schemas.microsoft.com/office/drawing/2014/main" id="{EE846B91-FBCE-4D4F-98BC-92FA6506F511}"/>
                </a:ext>
              </a:extLst>
            </p:cNvPr>
            <p:cNvGrpSpPr>
              <a:grpSpLocks/>
            </p:cNvGrpSpPr>
            <p:nvPr/>
          </p:nvGrpSpPr>
          <p:grpSpPr bwMode="auto">
            <a:xfrm>
              <a:off x="1709" y="3008"/>
              <a:ext cx="507" cy="234"/>
              <a:chOff x="1740" y="2642"/>
              <a:chExt cx="752" cy="327"/>
            </a:xfrm>
          </p:grpSpPr>
          <p:sp>
            <p:nvSpPr>
              <p:cNvPr id="377" name="Freeform 1076">
                <a:extLst>
                  <a:ext uri="{FF2B5EF4-FFF2-40B4-BE49-F238E27FC236}">
                    <a16:creationId xmlns:a16="http://schemas.microsoft.com/office/drawing/2014/main" id="{446AF9FA-9A2B-6646-8305-E78C2A20B6D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8" name="Freeform 1077">
                <a:extLst>
                  <a:ext uri="{FF2B5EF4-FFF2-40B4-BE49-F238E27FC236}">
                    <a16:creationId xmlns:a16="http://schemas.microsoft.com/office/drawing/2014/main" id="{032C23DF-A006-EC41-8986-D3A29EAAEE3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9" name="Freeform 1078">
                <a:extLst>
                  <a:ext uri="{FF2B5EF4-FFF2-40B4-BE49-F238E27FC236}">
                    <a16:creationId xmlns:a16="http://schemas.microsoft.com/office/drawing/2014/main" id="{12058F0B-8516-DB42-97C6-166A9AB8DD4A}"/>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Freeform 1079">
                <a:extLst>
                  <a:ext uri="{FF2B5EF4-FFF2-40B4-BE49-F238E27FC236}">
                    <a16:creationId xmlns:a16="http://schemas.microsoft.com/office/drawing/2014/main" id="{E56484E4-7DE8-5D40-A604-ADBF9CAC6CD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1" name="Freeform 1080">
                <a:extLst>
                  <a:ext uri="{FF2B5EF4-FFF2-40B4-BE49-F238E27FC236}">
                    <a16:creationId xmlns:a16="http://schemas.microsoft.com/office/drawing/2014/main" id="{F26D0989-3D25-C44A-99EB-C0C43C9CAD1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Freeform 1081">
                <a:extLst>
                  <a:ext uri="{FF2B5EF4-FFF2-40B4-BE49-F238E27FC236}">
                    <a16:creationId xmlns:a16="http://schemas.microsoft.com/office/drawing/2014/main" id="{F72E0F31-1D88-144B-BBDB-07D0278D1933}"/>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71" name="Freeform 1082">
              <a:extLst>
                <a:ext uri="{FF2B5EF4-FFF2-40B4-BE49-F238E27FC236}">
                  <a16:creationId xmlns:a16="http://schemas.microsoft.com/office/drawing/2014/main" id="{ACBC1450-C521-8449-9515-C8DD92D5665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2" name="Freeform 1083">
              <a:extLst>
                <a:ext uri="{FF2B5EF4-FFF2-40B4-BE49-F238E27FC236}">
                  <a16:creationId xmlns:a16="http://schemas.microsoft.com/office/drawing/2014/main" id="{FF494D13-5944-0E4F-BD7D-0B76A1DAD742}"/>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3" name="Freeform 1084">
              <a:extLst>
                <a:ext uri="{FF2B5EF4-FFF2-40B4-BE49-F238E27FC236}">
                  <a16:creationId xmlns:a16="http://schemas.microsoft.com/office/drawing/2014/main" id="{9558A80C-37DE-F248-8BD6-AB3D92B29761}"/>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4" name="Freeform 1085">
              <a:extLst>
                <a:ext uri="{FF2B5EF4-FFF2-40B4-BE49-F238E27FC236}">
                  <a16:creationId xmlns:a16="http://schemas.microsoft.com/office/drawing/2014/main" id="{B4C7A048-5EFA-F841-8C13-E26E13A6AE6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5" name="Freeform 1086">
              <a:extLst>
                <a:ext uri="{FF2B5EF4-FFF2-40B4-BE49-F238E27FC236}">
                  <a16:creationId xmlns:a16="http://schemas.microsoft.com/office/drawing/2014/main" id="{AEB574AA-8683-A443-B9F7-0D254045C3FE}"/>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6" name="Freeform 1087">
              <a:extLst>
                <a:ext uri="{FF2B5EF4-FFF2-40B4-BE49-F238E27FC236}">
                  <a16:creationId xmlns:a16="http://schemas.microsoft.com/office/drawing/2014/main" id="{F9C1D164-EACB-FA4C-A7B6-9E26AB4B776C}"/>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3" name="Group 590">
            <a:extLst>
              <a:ext uri="{FF2B5EF4-FFF2-40B4-BE49-F238E27FC236}">
                <a16:creationId xmlns:a16="http://schemas.microsoft.com/office/drawing/2014/main" id="{0E70B6A3-FE5E-A44E-9290-B5AD07E8CD4C}"/>
              </a:ext>
            </a:extLst>
          </p:cNvPr>
          <p:cNvGrpSpPr>
            <a:grpSpLocks/>
          </p:cNvGrpSpPr>
          <p:nvPr/>
        </p:nvGrpSpPr>
        <p:grpSpPr bwMode="auto">
          <a:xfrm flipH="1">
            <a:off x="8153909" y="5504657"/>
            <a:ext cx="345630" cy="320302"/>
            <a:chOff x="2839" y="3501"/>
            <a:chExt cx="755" cy="803"/>
          </a:xfrm>
        </p:grpSpPr>
        <p:pic>
          <p:nvPicPr>
            <p:cNvPr id="384" name="Picture 591" descr="desktop_computer_stylized_medium">
              <a:extLst>
                <a:ext uri="{FF2B5EF4-FFF2-40B4-BE49-F238E27FC236}">
                  <a16:creationId xmlns:a16="http://schemas.microsoft.com/office/drawing/2014/main" id="{F2BC7D5E-BF7D-1249-AFC8-B8B0E8165A3E}"/>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5" name="Freeform 592">
              <a:extLst>
                <a:ext uri="{FF2B5EF4-FFF2-40B4-BE49-F238E27FC236}">
                  <a16:creationId xmlns:a16="http://schemas.microsoft.com/office/drawing/2014/main" id="{5BDC8880-AD2D-4C4E-B14E-AAED9CDF1B48}"/>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6" name="Group 590">
            <a:extLst>
              <a:ext uri="{FF2B5EF4-FFF2-40B4-BE49-F238E27FC236}">
                <a16:creationId xmlns:a16="http://schemas.microsoft.com/office/drawing/2014/main" id="{F4D03415-B38F-5B44-9B13-ABF6FE4BB199}"/>
              </a:ext>
            </a:extLst>
          </p:cNvPr>
          <p:cNvGrpSpPr>
            <a:grpSpLocks/>
          </p:cNvGrpSpPr>
          <p:nvPr/>
        </p:nvGrpSpPr>
        <p:grpSpPr bwMode="auto">
          <a:xfrm flipH="1">
            <a:off x="8552134" y="5526130"/>
            <a:ext cx="345630" cy="320302"/>
            <a:chOff x="2839" y="3501"/>
            <a:chExt cx="755" cy="803"/>
          </a:xfrm>
        </p:grpSpPr>
        <p:pic>
          <p:nvPicPr>
            <p:cNvPr id="387" name="Picture 591" descr="desktop_computer_stylized_medium">
              <a:extLst>
                <a:ext uri="{FF2B5EF4-FFF2-40B4-BE49-F238E27FC236}">
                  <a16:creationId xmlns:a16="http://schemas.microsoft.com/office/drawing/2014/main" id="{32EA6117-AAC5-C94D-B49B-C43DF16E6002}"/>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8" name="Freeform 592">
              <a:extLst>
                <a:ext uri="{FF2B5EF4-FFF2-40B4-BE49-F238E27FC236}">
                  <a16:creationId xmlns:a16="http://schemas.microsoft.com/office/drawing/2014/main" id="{3508017E-8AA9-D647-891A-276887DA9B44}"/>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9" name="Group 1064">
            <a:extLst>
              <a:ext uri="{FF2B5EF4-FFF2-40B4-BE49-F238E27FC236}">
                <a16:creationId xmlns:a16="http://schemas.microsoft.com/office/drawing/2014/main" id="{8D491387-EBC3-2D40-9285-1F06C1D72E08}"/>
              </a:ext>
            </a:extLst>
          </p:cNvPr>
          <p:cNvGrpSpPr>
            <a:grpSpLocks/>
          </p:cNvGrpSpPr>
          <p:nvPr/>
        </p:nvGrpSpPr>
        <p:grpSpPr bwMode="auto">
          <a:xfrm>
            <a:off x="9534746" y="5795138"/>
            <a:ext cx="319264" cy="253379"/>
            <a:chOff x="877" y="1008"/>
            <a:chExt cx="2747" cy="2591"/>
          </a:xfrm>
        </p:grpSpPr>
        <p:pic>
          <p:nvPicPr>
            <p:cNvPr id="390" name="Picture 1065" descr="antenna_stylized">
              <a:extLst>
                <a:ext uri="{FF2B5EF4-FFF2-40B4-BE49-F238E27FC236}">
                  <a16:creationId xmlns:a16="http://schemas.microsoft.com/office/drawing/2014/main" id="{E1605A46-E7E7-DA4D-A7B1-3F2BF5D0E037}"/>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1" name="Picture 1066" descr="laptop_keyboard">
              <a:extLst>
                <a:ext uri="{FF2B5EF4-FFF2-40B4-BE49-F238E27FC236}">
                  <a16:creationId xmlns:a16="http://schemas.microsoft.com/office/drawing/2014/main" id="{E538A48B-7DCF-524B-8A59-631429692CBD}"/>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2" name="Freeform 1067">
              <a:extLst>
                <a:ext uri="{FF2B5EF4-FFF2-40B4-BE49-F238E27FC236}">
                  <a16:creationId xmlns:a16="http://schemas.microsoft.com/office/drawing/2014/main" id="{0DF72841-010E-EF4C-BF8A-912117577CBB}"/>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93" name="Picture 1068" descr="screen">
              <a:extLst>
                <a:ext uri="{FF2B5EF4-FFF2-40B4-BE49-F238E27FC236}">
                  <a16:creationId xmlns:a16="http://schemas.microsoft.com/office/drawing/2014/main" id="{05FB75E6-02C0-C749-B8C1-6EE94751EFE8}"/>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4" name="Freeform 1069">
              <a:extLst>
                <a:ext uri="{FF2B5EF4-FFF2-40B4-BE49-F238E27FC236}">
                  <a16:creationId xmlns:a16="http://schemas.microsoft.com/office/drawing/2014/main" id="{2C42E210-EA7A-7243-97B1-C77EE2476096}"/>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5" name="Freeform 1070">
              <a:extLst>
                <a:ext uri="{FF2B5EF4-FFF2-40B4-BE49-F238E27FC236}">
                  <a16:creationId xmlns:a16="http://schemas.microsoft.com/office/drawing/2014/main" id="{020C16FB-B47C-5A40-8613-E3DA0F01335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6" name="Freeform 1071">
              <a:extLst>
                <a:ext uri="{FF2B5EF4-FFF2-40B4-BE49-F238E27FC236}">
                  <a16:creationId xmlns:a16="http://schemas.microsoft.com/office/drawing/2014/main" id="{B6AF1532-CB13-784D-8AF3-B5F865952BA8}"/>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7" name="Freeform 1072">
              <a:extLst>
                <a:ext uri="{FF2B5EF4-FFF2-40B4-BE49-F238E27FC236}">
                  <a16:creationId xmlns:a16="http://schemas.microsoft.com/office/drawing/2014/main" id="{A71AE470-9F14-D044-93DB-3DCB5DBEBD9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8" name="Freeform 1073">
              <a:extLst>
                <a:ext uri="{FF2B5EF4-FFF2-40B4-BE49-F238E27FC236}">
                  <a16:creationId xmlns:a16="http://schemas.microsoft.com/office/drawing/2014/main" id="{7753045D-9842-CC41-9B0D-EB58149EA7D3}"/>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9" name="Freeform 1074">
              <a:extLst>
                <a:ext uri="{FF2B5EF4-FFF2-40B4-BE49-F238E27FC236}">
                  <a16:creationId xmlns:a16="http://schemas.microsoft.com/office/drawing/2014/main" id="{FB62560B-8A1D-1D4A-9C7F-3D1ED4E8CEDD}"/>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00" name="Group 1075">
              <a:extLst>
                <a:ext uri="{FF2B5EF4-FFF2-40B4-BE49-F238E27FC236}">
                  <a16:creationId xmlns:a16="http://schemas.microsoft.com/office/drawing/2014/main" id="{954A64CB-1C45-324C-8CBE-16624C1A0B84}"/>
                </a:ext>
              </a:extLst>
            </p:cNvPr>
            <p:cNvGrpSpPr>
              <a:grpSpLocks/>
            </p:cNvGrpSpPr>
            <p:nvPr/>
          </p:nvGrpSpPr>
          <p:grpSpPr bwMode="auto">
            <a:xfrm>
              <a:off x="1709" y="3008"/>
              <a:ext cx="507" cy="234"/>
              <a:chOff x="1740" y="2642"/>
              <a:chExt cx="752" cy="327"/>
            </a:xfrm>
          </p:grpSpPr>
          <p:sp>
            <p:nvSpPr>
              <p:cNvPr id="407" name="Freeform 1076">
                <a:extLst>
                  <a:ext uri="{FF2B5EF4-FFF2-40B4-BE49-F238E27FC236}">
                    <a16:creationId xmlns:a16="http://schemas.microsoft.com/office/drawing/2014/main" id="{69DEB18E-BA65-9043-A426-C13F767151ED}"/>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8" name="Freeform 1077">
                <a:extLst>
                  <a:ext uri="{FF2B5EF4-FFF2-40B4-BE49-F238E27FC236}">
                    <a16:creationId xmlns:a16="http://schemas.microsoft.com/office/drawing/2014/main" id="{4DE24D51-7581-B14D-B3B6-84A68708320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9" name="Freeform 1078">
                <a:extLst>
                  <a:ext uri="{FF2B5EF4-FFF2-40B4-BE49-F238E27FC236}">
                    <a16:creationId xmlns:a16="http://schemas.microsoft.com/office/drawing/2014/main" id="{EFD736A0-861B-7C41-B7C6-101FA03763F8}"/>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0" name="Freeform 1079">
                <a:extLst>
                  <a:ext uri="{FF2B5EF4-FFF2-40B4-BE49-F238E27FC236}">
                    <a16:creationId xmlns:a16="http://schemas.microsoft.com/office/drawing/2014/main" id="{8BD7163E-D90B-7647-AEF5-5CECAFA59C37}"/>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1" name="Freeform 1080">
                <a:extLst>
                  <a:ext uri="{FF2B5EF4-FFF2-40B4-BE49-F238E27FC236}">
                    <a16:creationId xmlns:a16="http://schemas.microsoft.com/office/drawing/2014/main" id="{FC877D4D-D065-104D-8CA3-E0607A9B3F87}"/>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2" name="Freeform 1081">
                <a:extLst>
                  <a:ext uri="{FF2B5EF4-FFF2-40B4-BE49-F238E27FC236}">
                    <a16:creationId xmlns:a16="http://schemas.microsoft.com/office/drawing/2014/main" id="{BA9728F5-6BD1-104C-9953-C37CCA79F58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01" name="Freeform 1082">
              <a:extLst>
                <a:ext uri="{FF2B5EF4-FFF2-40B4-BE49-F238E27FC236}">
                  <a16:creationId xmlns:a16="http://schemas.microsoft.com/office/drawing/2014/main" id="{D3A627E4-20E1-094F-91E7-9E62C1D73A8B}"/>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2" name="Freeform 1083">
              <a:extLst>
                <a:ext uri="{FF2B5EF4-FFF2-40B4-BE49-F238E27FC236}">
                  <a16:creationId xmlns:a16="http://schemas.microsoft.com/office/drawing/2014/main" id="{DE5062C9-C70B-B74E-90B7-8B999FB4955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3" name="Freeform 1084">
              <a:extLst>
                <a:ext uri="{FF2B5EF4-FFF2-40B4-BE49-F238E27FC236}">
                  <a16:creationId xmlns:a16="http://schemas.microsoft.com/office/drawing/2014/main" id="{60A19E6B-9711-D44A-9A86-78531884592C}"/>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4" name="Freeform 1085">
              <a:extLst>
                <a:ext uri="{FF2B5EF4-FFF2-40B4-BE49-F238E27FC236}">
                  <a16:creationId xmlns:a16="http://schemas.microsoft.com/office/drawing/2014/main" id="{DABF2084-7101-4A42-808E-03169821851D}"/>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5" name="Freeform 1086">
              <a:extLst>
                <a:ext uri="{FF2B5EF4-FFF2-40B4-BE49-F238E27FC236}">
                  <a16:creationId xmlns:a16="http://schemas.microsoft.com/office/drawing/2014/main" id="{3BECAB59-402D-C44C-8F0A-AC630F6F2AAC}"/>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6" name="Freeform 1087">
              <a:extLst>
                <a:ext uri="{FF2B5EF4-FFF2-40B4-BE49-F238E27FC236}">
                  <a16:creationId xmlns:a16="http://schemas.microsoft.com/office/drawing/2014/main" id="{C431D1EA-39CA-5549-B407-D7CBF12DC371}"/>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13" name="Freeform 984">
            <a:extLst>
              <a:ext uri="{FF2B5EF4-FFF2-40B4-BE49-F238E27FC236}">
                <a16:creationId xmlns:a16="http://schemas.microsoft.com/office/drawing/2014/main" id="{EF28E360-D52F-294F-97A4-5B43A7D60CE3}"/>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4" name="Freeform 986">
            <a:extLst>
              <a:ext uri="{FF2B5EF4-FFF2-40B4-BE49-F238E27FC236}">
                <a16:creationId xmlns:a16="http://schemas.microsoft.com/office/drawing/2014/main" id="{9D5E80B1-F637-9E4D-BFD5-5F5ADB827A42}"/>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5" name="Freeform 987">
            <a:extLst>
              <a:ext uri="{FF2B5EF4-FFF2-40B4-BE49-F238E27FC236}">
                <a16:creationId xmlns:a16="http://schemas.microsoft.com/office/drawing/2014/main" id="{F21D56DB-F5E9-8D44-92D9-C4770361B950}"/>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6" name="Rectangle 988">
            <a:extLst>
              <a:ext uri="{FF2B5EF4-FFF2-40B4-BE49-F238E27FC236}">
                <a16:creationId xmlns:a16="http://schemas.microsoft.com/office/drawing/2014/main" id="{0447DE90-707A-1F42-8981-9A87D22C1D1D}"/>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17" name="Group 989">
            <a:extLst>
              <a:ext uri="{FF2B5EF4-FFF2-40B4-BE49-F238E27FC236}">
                <a16:creationId xmlns:a16="http://schemas.microsoft.com/office/drawing/2014/main" id="{A6C8AE16-7445-9845-8F83-A3F851D4F042}"/>
              </a:ext>
            </a:extLst>
          </p:cNvPr>
          <p:cNvGrpSpPr>
            <a:grpSpLocks/>
          </p:cNvGrpSpPr>
          <p:nvPr/>
        </p:nvGrpSpPr>
        <p:grpSpPr bwMode="auto">
          <a:xfrm>
            <a:off x="10091149" y="5671195"/>
            <a:ext cx="69903" cy="21117"/>
            <a:chOff x="614" y="2568"/>
            <a:chExt cx="725" cy="139"/>
          </a:xfrm>
        </p:grpSpPr>
        <p:sp>
          <p:nvSpPr>
            <p:cNvPr id="418" name="AutoShape 990">
              <a:extLst>
                <a:ext uri="{FF2B5EF4-FFF2-40B4-BE49-F238E27FC236}">
                  <a16:creationId xmlns:a16="http://schemas.microsoft.com/office/drawing/2014/main" id="{5E1B1032-2F46-EF4A-B472-E7BC9E83CB4B}"/>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19" name="AutoShape 991">
              <a:extLst>
                <a:ext uri="{FF2B5EF4-FFF2-40B4-BE49-F238E27FC236}">
                  <a16:creationId xmlns:a16="http://schemas.microsoft.com/office/drawing/2014/main" id="{F24B042A-2483-8545-A723-0074F55A1DC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0" name="Rectangle 992">
            <a:extLst>
              <a:ext uri="{FF2B5EF4-FFF2-40B4-BE49-F238E27FC236}">
                <a16:creationId xmlns:a16="http://schemas.microsoft.com/office/drawing/2014/main" id="{E881C066-69A3-D649-893B-A3C4CB9FAE81}"/>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1" name="Group 993">
            <a:extLst>
              <a:ext uri="{FF2B5EF4-FFF2-40B4-BE49-F238E27FC236}">
                <a16:creationId xmlns:a16="http://schemas.microsoft.com/office/drawing/2014/main" id="{2B8081F4-DBFC-C442-BDEE-DF67BF3817BC}"/>
              </a:ext>
            </a:extLst>
          </p:cNvPr>
          <p:cNvGrpSpPr>
            <a:grpSpLocks/>
          </p:cNvGrpSpPr>
          <p:nvPr/>
        </p:nvGrpSpPr>
        <p:grpSpPr bwMode="auto">
          <a:xfrm>
            <a:off x="10090909" y="5718672"/>
            <a:ext cx="69903" cy="19515"/>
            <a:chOff x="614" y="2568"/>
            <a:chExt cx="725" cy="139"/>
          </a:xfrm>
        </p:grpSpPr>
        <p:sp>
          <p:nvSpPr>
            <p:cNvPr id="422" name="AutoShape 994">
              <a:extLst>
                <a:ext uri="{FF2B5EF4-FFF2-40B4-BE49-F238E27FC236}">
                  <a16:creationId xmlns:a16="http://schemas.microsoft.com/office/drawing/2014/main" id="{B9A9624E-B9DF-9A46-B31E-DD7EFD0F21E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3" name="AutoShape 995">
              <a:extLst>
                <a:ext uri="{FF2B5EF4-FFF2-40B4-BE49-F238E27FC236}">
                  <a16:creationId xmlns:a16="http://schemas.microsoft.com/office/drawing/2014/main" id="{642F554B-5A88-A44B-AAB6-61F7D5A17F6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4" name="Rectangle 996">
            <a:extLst>
              <a:ext uri="{FF2B5EF4-FFF2-40B4-BE49-F238E27FC236}">
                <a16:creationId xmlns:a16="http://schemas.microsoft.com/office/drawing/2014/main" id="{2F7E8752-11E5-3642-90E6-5285D40EA469}"/>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5" name="Rectangle 997">
            <a:extLst>
              <a:ext uri="{FF2B5EF4-FFF2-40B4-BE49-F238E27FC236}">
                <a16:creationId xmlns:a16="http://schemas.microsoft.com/office/drawing/2014/main" id="{C884D5C3-FF18-F04A-B4E2-7E02117C03FE}"/>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6" name="Group 998">
            <a:extLst>
              <a:ext uri="{FF2B5EF4-FFF2-40B4-BE49-F238E27FC236}">
                <a16:creationId xmlns:a16="http://schemas.microsoft.com/office/drawing/2014/main" id="{D321F228-396F-C44B-AA64-15D0F1B6CEFB}"/>
              </a:ext>
            </a:extLst>
          </p:cNvPr>
          <p:cNvGrpSpPr>
            <a:grpSpLocks/>
          </p:cNvGrpSpPr>
          <p:nvPr/>
        </p:nvGrpSpPr>
        <p:grpSpPr bwMode="auto">
          <a:xfrm>
            <a:off x="10089465" y="5810860"/>
            <a:ext cx="70024" cy="21991"/>
            <a:chOff x="614" y="2568"/>
            <a:chExt cx="725" cy="139"/>
          </a:xfrm>
        </p:grpSpPr>
        <p:sp>
          <p:nvSpPr>
            <p:cNvPr id="427" name="AutoShape 999">
              <a:extLst>
                <a:ext uri="{FF2B5EF4-FFF2-40B4-BE49-F238E27FC236}">
                  <a16:creationId xmlns:a16="http://schemas.microsoft.com/office/drawing/2014/main" id="{849EBD72-C779-B442-B144-4C92B9E79F20}"/>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8" name="AutoShape 1000">
              <a:extLst>
                <a:ext uri="{FF2B5EF4-FFF2-40B4-BE49-F238E27FC236}">
                  <a16:creationId xmlns:a16="http://schemas.microsoft.com/office/drawing/2014/main" id="{D93FB61F-FF29-F24D-8788-4165F508316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9" name="Freeform 1001">
            <a:extLst>
              <a:ext uri="{FF2B5EF4-FFF2-40B4-BE49-F238E27FC236}">
                <a16:creationId xmlns:a16="http://schemas.microsoft.com/office/drawing/2014/main" id="{A40EEA2E-A801-414B-8FBC-BBC009ECE19B}"/>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30" name="Group 1002">
            <a:extLst>
              <a:ext uri="{FF2B5EF4-FFF2-40B4-BE49-F238E27FC236}">
                <a16:creationId xmlns:a16="http://schemas.microsoft.com/office/drawing/2014/main" id="{F068EC4B-78B0-B24C-99A7-F96D6C86A2B9}"/>
              </a:ext>
            </a:extLst>
          </p:cNvPr>
          <p:cNvGrpSpPr>
            <a:grpSpLocks/>
          </p:cNvGrpSpPr>
          <p:nvPr/>
        </p:nvGrpSpPr>
        <p:grpSpPr bwMode="auto">
          <a:xfrm>
            <a:off x="10089946" y="5767169"/>
            <a:ext cx="70024" cy="20243"/>
            <a:chOff x="614" y="2568"/>
            <a:chExt cx="725" cy="139"/>
          </a:xfrm>
        </p:grpSpPr>
        <p:sp>
          <p:nvSpPr>
            <p:cNvPr id="431" name="AutoShape 1003">
              <a:extLst>
                <a:ext uri="{FF2B5EF4-FFF2-40B4-BE49-F238E27FC236}">
                  <a16:creationId xmlns:a16="http://schemas.microsoft.com/office/drawing/2014/main" id="{76307DFD-7DBD-DD4D-8615-A8A8D15D823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2" name="AutoShape 1004">
              <a:extLst>
                <a:ext uri="{FF2B5EF4-FFF2-40B4-BE49-F238E27FC236}">
                  <a16:creationId xmlns:a16="http://schemas.microsoft.com/office/drawing/2014/main" id="{B5EA7410-FCB5-3C42-A74F-F566ABFADDB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3" name="Rectangle 1005">
            <a:extLst>
              <a:ext uri="{FF2B5EF4-FFF2-40B4-BE49-F238E27FC236}">
                <a16:creationId xmlns:a16="http://schemas.microsoft.com/office/drawing/2014/main" id="{10238275-C02A-F74A-A765-B593C055F724}"/>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4" name="Freeform 1006">
            <a:extLst>
              <a:ext uri="{FF2B5EF4-FFF2-40B4-BE49-F238E27FC236}">
                <a16:creationId xmlns:a16="http://schemas.microsoft.com/office/drawing/2014/main" id="{81D6D301-6C77-C64B-B2D0-382D840AA7FC}"/>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5" name="Freeform 1007">
            <a:extLst>
              <a:ext uri="{FF2B5EF4-FFF2-40B4-BE49-F238E27FC236}">
                <a16:creationId xmlns:a16="http://schemas.microsoft.com/office/drawing/2014/main" id="{6966CA35-6F7B-6C4F-AEE3-078FED56DF20}"/>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6" name="Oval 1008">
            <a:extLst>
              <a:ext uri="{FF2B5EF4-FFF2-40B4-BE49-F238E27FC236}">
                <a16:creationId xmlns:a16="http://schemas.microsoft.com/office/drawing/2014/main" id="{2CFA9381-C4F6-8A4A-BCBB-312388656716}"/>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7" name="Freeform 1009">
            <a:extLst>
              <a:ext uri="{FF2B5EF4-FFF2-40B4-BE49-F238E27FC236}">
                <a16:creationId xmlns:a16="http://schemas.microsoft.com/office/drawing/2014/main" id="{B30AEBEB-78E1-754E-BA64-FEE706BFF392}"/>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8" name="AutoShape 1010">
            <a:extLst>
              <a:ext uri="{FF2B5EF4-FFF2-40B4-BE49-F238E27FC236}">
                <a16:creationId xmlns:a16="http://schemas.microsoft.com/office/drawing/2014/main" id="{F2779901-7D8F-784A-8E8D-397036700A71}"/>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9" name="AutoShape 1011">
            <a:extLst>
              <a:ext uri="{FF2B5EF4-FFF2-40B4-BE49-F238E27FC236}">
                <a16:creationId xmlns:a16="http://schemas.microsoft.com/office/drawing/2014/main" id="{87A8BD55-4166-4643-A7DA-52B9D36F3801}"/>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0" name="Oval 1012">
            <a:extLst>
              <a:ext uri="{FF2B5EF4-FFF2-40B4-BE49-F238E27FC236}">
                <a16:creationId xmlns:a16="http://schemas.microsoft.com/office/drawing/2014/main" id="{0F991E83-25F4-2549-B34F-7A98472010D7}"/>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1" name="Oval 1013">
            <a:extLst>
              <a:ext uri="{FF2B5EF4-FFF2-40B4-BE49-F238E27FC236}">
                <a16:creationId xmlns:a16="http://schemas.microsoft.com/office/drawing/2014/main" id="{01F6513A-F015-D94A-929C-75D48673F75A}"/>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2" name="Oval 1014">
            <a:extLst>
              <a:ext uri="{FF2B5EF4-FFF2-40B4-BE49-F238E27FC236}">
                <a16:creationId xmlns:a16="http://schemas.microsoft.com/office/drawing/2014/main" id="{DF2F1710-E7DF-7E48-A534-44E42CD00502}"/>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3" name="Rectangle 1015">
            <a:extLst>
              <a:ext uri="{FF2B5EF4-FFF2-40B4-BE49-F238E27FC236}">
                <a16:creationId xmlns:a16="http://schemas.microsoft.com/office/drawing/2014/main" id="{328DCBC9-32E9-FD44-B2CF-3BC801D59B6C}"/>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47" name="Group 590">
            <a:extLst>
              <a:ext uri="{FF2B5EF4-FFF2-40B4-BE49-F238E27FC236}">
                <a16:creationId xmlns:a16="http://schemas.microsoft.com/office/drawing/2014/main" id="{CCAB7625-FEE3-BB4A-97C1-EF1CC2679904}"/>
              </a:ext>
            </a:extLst>
          </p:cNvPr>
          <p:cNvGrpSpPr>
            <a:grpSpLocks/>
          </p:cNvGrpSpPr>
          <p:nvPr/>
        </p:nvGrpSpPr>
        <p:grpSpPr bwMode="auto">
          <a:xfrm flipH="1">
            <a:off x="7773981" y="5281060"/>
            <a:ext cx="345630" cy="320302"/>
            <a:chOff x="2839" y="3501"/>
            <a:chExt cx="755" cy="803"/>
          </a:xfrm>
        </p:grpSpPr>
        <p:pic>
          <p:nvPicPr>
            <p:cNvPr id="451" name="Picture 591" descr="desktop_computer_stylized_medium">
              <a:extLst>
                <a:ext uri="{FF2B5EF4-FFF2-40B4-BE49-F238E27FC236}">
                  <a16:creationId xmlns:a16="http://schemas.microsoft.com/office/drawing/2014/main" id="{FC71EB74-5BE7-7A48-B637-5058D8494691}"/>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2" name="Freeform 592">
              <a:extLst>
                <a:ext uri="{FF2B5EF4-FFF2-40B4-BE49-F238E27FC236}">
                  <a16:creationId xmlns:a16="http://schemas.microsoft.com/office/drawing/2014/main" id="{B9007CC0-7362-AE4E-9B5B-742E3046FEF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46" name="Group 652">
            <a:extLst>
              <a:ext uri="{FF2B5EF4-FFF2-40B4-BE49-F238E27FC236}">
                <a16:creationId xmlns:a16="http://schemas.microsoft.com/office/drawing/2014/main" id="{84B474B2-2AC4-EC40-9EA0-B5E48CE68CBD}"/>
              </a:ext>
            </a:extLst>
          </p:cNvPr>
          <p:cNvGrpSpPr>
            <a:grpSpLocks/>
          </p:cNvGrpSpPr>
          <p:nvPr/>
        </p:nvGrpSpPr>
        <p:grpSpPr bwMode="auto">
          <a:xfrm>
            <a:off x="7750224" y="1859725"/>
            <a:ext cx="415925" cy="385763"/>
            <a:chOff x="2751" y="1851"/>
            <a:chExt cx="462" cy="478"/>
          </a:xfrm>
        </p:grpSpPr>
        <p:pic>
          <p:nvPicPr>
            <p:cNvPr id="453" name="Picture 653" descr="iphone_stylized_small">
              <a:extLst>
                <a:ext uri="{FF2B5EF4-FFF2-40B4-BE49-F238E27FC236}">
                  <a16:creationId xmlns:a16="http://schemas.microsoft.com/office/drawing/2014/main" id="{34A94CEC-DE5F-E64D-A5B4-F04DB32319EA}"/>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4" name="Picture 654" descr="antenna_radiation_stylized">
              <a:extLst>
                <a:ext uri="{FF2B5EF4-FFF2-40B4-BE49-F238E27FC236}">
                  <a16:creationId xmlns:a16="http://schemas.microsoft.com/office/drawing/2014/main" id="{67C4AABE-F80E-F846-A0E8-D555DE64EBB1}"/>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 name="Group 950">
            <a:extLst>
              <a:ext uri="{FF2B5EF4-FFF2-40B4-BE49-F238E27FC236}">
                <a16:creationId xmlns:a16="http://schemas.microsoft.com/office/drawing/2014/main" id="{BF16D25A-05F2-BD48-8851-FCCC3771B7E8}"/>
              </a:ext>
            </a:extLst>
          </p:cNvPr>
          <p:cNvGrpSpPr>
            <a:grpSpLocks/>
          </p:cNvGrpSpPr>
          <p:nvPr/>
        </p:nvGrpSpPr>
        <p:grpSpPr bwMode="auto">
          <a:xfrm>
            <a:off x="10253990" y="5273951"/>
            <a:ext cx="177192" cy="330833"/>
            <a:chOff x="4140" y="429"/>
            <a:chExt cx="1425" cy="2396"/>
          </a:xfrm>
        </p:grpSpPr>
        <p:sp>
          <p:nvSpPr>
            <p:cNvPr id="324" name="Freeform 951">
              <a:extLst>
                <a:ext uri="{FF2B5EF4-FFF2-40B4-BE49-F238E27FC236}">
                  <a16:creationId xmlns:a16="http://schemas.microsoft.com/office/drawing/2014/main" id="{72C50429-8235-E440-B0F8-ADCFAC74851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Rectangle 952">
              <a:extLst>
                <a:ext uri="{FF2B5EF4-FFF2-40B4-BE49-F238E27FC236}">
                  <a16:creationId xmlns:a16="http://schemas.microsoft.com/office/drawing/2014/main" id="{C8289D20-20EF-CE4A-B82D-CC6F98B220C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6" name="Freeform 953">
              <a:extLst>
                <a:ext uri="{FF2B5EF4-FFF2-40B4-BE49-F238E27FC236}">
                  <a16:creationId xmlns:a16="http://schemas.microsoft.com/office/drawing/2014/main" id="{512EE24C-2BC1-5A45-B541-28FAD55222BB}"/>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954">
              <a:extLst>
                <a:ext uri="{FF2B5EF4-FFF2-40B4-BE49-F238E27FC236}">
                  <a16:creationId xmlns:a16="http://schemas.microsoft.com/office/drawing/2014/main" id="{CC26DF50-FD02-994D-80F7-4CD21CC31FD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Rectangle 955">
              <a:extLst>
                <a:ext uri="{FF2B5EF4-FFF2-40B4-BE49-F238E27FC236}">
                  <a16:creationId xmlns:a16="http://schemas.microsoft.com/office/drawing/2014/main" id="{12D5F885-EEB6-EA49-8F16-8E65F7B568A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29" name="Group 956">
              <a:extLst>
                <a:ext uri="{FF2B5EF4-FFF2-40B4-BE49-F238E27FC236}">
                  <a16:creationId xmlns:a16="http://schemas.microsoft.com/office/drawing/2014/main" id="{4819CF1A-CAA2-2445-BACA-6333C67700FA}"/>
                </a:ext>
              </a:extLst>
            </p:cNvPr>
            <p:cNvGrpSpPr>
              <a:grpSpLocks/>
            </p:cNvGrpSpPr>
            <p:nvPr/>
          </p:nvGrpSpPr>
          <p:grpSpPr bwMode="auto">
            <a:xfrm>
              <a:off x="4749" y="668"/>
              <a:ext cx="581" cy="145"/>
              <a:chOff x="614" y="2568"/>
              <a:chExt cx="725" cy="139"/>
            </a:xfrm>
          </p:grpSpPr>
          <p:sp>
            <p:nvSpPr>
              <p:cNvPr id="354" name="AutoShape 957">
                <a:extLst>
                  <a:ext uri="{FF2B5EF4-FFF2-40B4-BE49-F238E27FC236}">
                    <a16:creationId xmlns:a16="http://schemas.microsoft.com/office/drawing/2014/main" id="{F403CAA7-7575-5B45-9B26-74060E67EDD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5" name="AutoShape 958">
                <a:extLst>
                  <a:ext uri="{FF2B5EF4-FFF2-40B4-BE49-F238E27FC236}">
                    <a16:creationId xmlns:a16="http://schemas.microsoft.com/office/drawing/2014/main" id="{E7C03107-B3D4-E74B-8026-51FC5FB4C97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0" name="Rectangle 959">
              <a:extLst>
                <a:ext uri="{FF2B5EF4-FFF2-40B4-BE49-F238E27FC236}">
                  <a16:creationId xmlns:a16="http://schemas.microsoft.com/office/drawing/2014/main" id="{8C82FD14-8B3E-4C45-BA2F-1D536922BBF8}"/>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1" name="Group 960">
              <a:extLst>
                <a:ext uri="{FF2B5EF4-FFF2-40B4-BE49-F238E27FC236}">
                  <a16:creationId xmlns:a16="http://schemas.microsoft.com/office/drawing/2014/main" id="{848EC42A-6B0F-D74E-99AF-9287D4319DF2}"/>
                </a:ext>
              </a:extLst>
            </p:cNvPr>
            <p:cNvGrpSpPr>
              <a:grpSpLocks/>
            </p:cNvGrpSpPr>
            <p:nvPr/>
          </p:nvGrpSpPr>
          <p:grpSpPr bwMode="auto">
            <a:xfrm>
              <a:off x="4747" y="994"/>
              <a:ext cx="581" cy="134"/>
              <a:chOff x="614" y="2568"/>
              <a:chExt cx="725" cy="139"/>
            </a:xfrm>
          </p:grpSpPr>
          <p:sp>
            <p:nvSpPr>
              <p:cNvPr id="352" name="AutoShape 961">
                <a:extLst>
                  <a:ext uri="{FF2B5EF4-FFF2-40B4-BE49-F238E27FC236}">
                    <a16:creationId xmlns:a16="http://schemas.microsoft.com/office/drawing/2014/main" id="{5837F05C-C8FD-5D48-B46A-FAF46F8F6D0B}"/>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AutoShape 962">
                <a:extLst>
                  <a:ext uri="{FF2B5EF4-FFF2-40B4-BE49-F238E27FC236}">
                    <a16:creationId xmlns:a16="http://schemas.microsoft.com/office/drawing/2014/main" id="{85884ACD-1556-C049-9208-BBD38D4BCBC0}"/>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2" name="Rectangle 963">
              <a:extLst>
                <a:ext uri="{FF2B5EF4-FFF2-40B4-BE49-F238E27FC236}">
                  <a16:creationId xmlns:a16="http://schemas.microsoft.com/office/drawing/2014/main" id="{BB3BDCEC-6ABC-7E44-B9C4-70680B6560C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3" name="Rectangle 964">
              <a:extLst>
                <a:ext uri="{FF2B5EF4-FFF2-40B4-BE49-F238E27FC236}">
                  <a16:creationId xmlns:a16="http://schemas.microsoft.com/office/drawing/2014/main" id="{BF659529-BF75-D64D-A398-3F5F02E8D6F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4" name="Group 965">
              <a:extLst>
                <a:ext uri="{FF2B5EF4-FFF2-40B4-BE49-F238E27FC236}">
                  <a16:creationId xmlns:a16="http://schemas.microsoft.com/office/drawing/2014/main" id="{08EED94E-296E-6944-AB01-4E0F74CF6006}"/>
                </a:ext>
              </a:extLst>
            </p:cNvPr>
            <p:cNvGrpSpPr>
              <a:grpSpLocks/>
            </p:cNvGrpSpPr>
            <p:nvPr/>
          </p:nvGrpSpPr>
          <p:grpSpPr bwMode="auto">
            <a:xfrm>
              <a:off x="4735" y="1627"/>
              <a:ext cx="582" cy="151"/>
              <a:chOff x="614" y="2568"/>
              <a:chExt cx="725" cy="139"/>
            </a:xfrm>
          </p:grpSpPr>
          <p:sp>
            <p:nvSpPr>
              <p:cNvPr id="350" name="AutoShape 966">
                <a:extLst>
                  <a:ext uri="{FF2B5EF4-FFF2-40B4-BE49-F238E27FC236}">
                    <a16:creationId xmlns:a16="http://schemas.microsoft.com/office/drawing/2014/main" id="{E45BC691-EDAB-5043-B974-6931BF4A1A74}"/>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967">
                <a:extLst>
                  <a:ext uri="{FF2B5EF4-FFF2-40B4-BE49-F238E27FC236}">
                    <a16:creationId xmlns:a16="http://schemas.microsoft.com/office/drawing/2014/main" id="{BC4BCC73-0226-7344-A90F-A319311EB05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5" name="Freeform 968">
              <a:extLst>
                <a:ext uri="{FF2B5EF4-FFF2-40B4-BE49-F238E27FC236}">
                  <a16:creationId xmlns:a16="http://schemas.microsoft.com/office/drawing/2014/main" id="{4D3CB3E6-04E9-DD42-A1E2-B9CFDE5F408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36" name="Group 969">
              <a:extLst>
                <a:ext uri="{FF2B5EF4-FFF2-40B4-BE49-F238E27FC236}">
                  <a16:creationId xmlns:a16="http://schemas.microsoft.com/office/drawing/2014/main" id="{D3A85C8F-5C9D-004C-BED1-826FD6B7538B}"/>
                </a:ext>
              </a:extLst>
            </p:cNvPr>
            <p:cNvGrpSpPr>
              <a:grpSpLocks/>
            </p:cNvGrpSpPr>
            <p:nvPr/>
          </p:nvGrpSpPr>
          <p:grpSpPr bwMode="auto">
            <a:xfrm>
              <a:off x="4739" y="1327"/>
              <a:ext cx="582" cy="139"/>
              <a:chOff x="614" y="2568"/>
              <a:chExt cx="725" cy="139"/>
            </a:xfrm>
          </p:grpSpPr>
          <p:sp>
            <p:nvSpPr>
              <p:cNvPr id="348" name="AutoShape 970">
                <a:extLst>
                  <a:ext uri="{FF2B5EF4-FFF2-40B4-BE49-F238E27FC236}">
                    <a16:creationId xmlns:a16="http://schemas.microsoft.com/office/drawing/2014/main" id="{61DC189F-D857-CE49-9706-A99AFD07413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9" name="AutoShape 971">
                <a:extLst>
                  <a:ext uri="{FF2B5EF4-FFF2-40B4-BE49-F238E27FC236}">
                    <a16:creationId xmlns:a16="http://schemas.microsoft.com/office/drawing/2014/main" id="{8FED6611-7057-CD45-9474-CA215533CFCA}"/>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7" name="Rectangle 972">
              <a:extLst>
                <a:ext uri="{FF2B5EF4-FFF2-40B4-BE49-F238E27FC236}">
                  <a16:creationId xmlns:a16="http://schemas.microsoft.com/office/drawing/2014/main" id="{043E3E2C-723D-CA49-8604-B8FA4FD2921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Freeform 973">
              <a:extLst>
                <a:ext uri="{FF2B5EF4-FFF2-40B4-BE49-F238E27FC236}">
                  <a16:creationId xmlns:a16="http://schemas.microsoft.com/office/drawing/2014/main" id="{A7D59DBF-B240-2743-8F05-CD66521792A4}"/>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Freeform 974">
              <a:extLst>
                <a:ext uri="{FF2B5EF4-FFF2-40B4-BE49-F238E27FC236}">
                  <a16:creationId xmlns:a16="http://schemas.microsoft.com/office/drawing/2014/main" id="{782758E0-5FA1-2541-8957-4820DA264444}"/>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0" name="Oval 975">
              <a:extLst>
                <a:ext uri="{FF2B5EF4-FFF2-40B4-BE49-F238E27FC236}">
                  <a16:creationId xmlns:a16="http://schemas.microsoft.com/office/drawing/2014/main" id="{E43434A9-1771-1841-B10D-00C68B13FB3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1" name="Freeform 976">
              <a:extLst>
                <a:ext uri="{FF2B5EF4-FFF2-40B4-BE49-F238E27FC236}">
                  <a16:creationId xmlns:a16="http://schemas.microsoft.com/office/drawing/2014/main" id="{7F3BC29B-77D4-0345-BC99-5EBDE517864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2" name="AutoShape 977">
              <a:extLst>
                <a:ext uri="{FF2B5EF4-FFF2-40B4-BE49-F238E27FC236}">
                  <a16:creationId xmlns:a16="http://schemas.microsoft.com/office/drawing/2014/main" id="{AB8C4D5D-D558-0E48-B735-10A1700F94A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3" name="AutoShape 978">
              <a:extLst>
                <a:ext uri="{FF2B5EF4-FFF2-40B4-BE49-F238E27FC236}">
                  <a16:creationId xmlns:a16="http://schemas.microsoft.com/office/drawing/2014/main" id="{A52E34C3-2A4E-6E43-AEAD-80E9029E9F4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Oval 979">
              <a:extLst>
                <a:ext uri="{FF2B5EF4-FFF2-40B4-BE49-F238E27FC236}">
                  <a16:creationId xmlns:a16="http://schemas.microsoft.com/office/drawing/2014/main" id="{CF996EB8-B8AF-1645-81FB-5C4480FC1083}"/>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5" name="Oval 980">
              <a:extLst>
                <a:ext uri="{FF2B5EF4-FFF2-40B4-BE49-F238E27FC236}">
                  <a16:creationId xmlns:a16="http://schemas.microsoft.com/office/drawing/2014/main" id="{6ABBF416-3D25-A54A-B9CB-9BC7B8D8BD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6" name="Oval 981">
              <a:extLst>
                <a:ext uri="{FF2B5EF4-FFF2-40B4-BE49-F238E27FC236}">
                  <a16:creationId xmlns:a16="http://schemas.microsoft.com/office/drawing/2014/main" id="{BEBFB614-43B9-5A4B-8E5D-794244BE125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Rectangle 982">
              <a:extLst>
                <a:ext uri="{FF2B5EF4-FFF2-40B4-BE49-F238E27FC236}">
                  <a16:creationId xmlns:a16="http://schemas.microsoft.com/office/drawing/2014/main" id="{C5CE1C8E-4047-8540-B7FB-EBAB3DBC646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74" name="Group 473">
            <a:extLst>
              <a:ext uri="{FF2B5EF4-FFF2-40B4-BE49-F238E27FC236}">
                <a16:creationId xmlns:a16="http://schemas.microsoft.com/office/drawing/2014/main" id="{68802756-5E0F-D142-AA8F-2D274E297BB1}"/>
              </a:ext>
            </a:extLst>
          </p:cNvPr>
          <p:cNvGrpSpPr/>
          <p:nvPr/>
        </p:nvGrpSpPr>
        <p:grpSpPr>
          <a:xfrm>
            <a:off x="6571713" y="2686293"/>
            <a:ext cx="1038308" cy="956788"/>
            <a:chOff x="6571713" y="2686293"/>
            <a:chExt cx="1038308" cy="956788"/>
          </a:xfrm>
        </p:grpSpPr>
        <p:sp>
          <p:nvSpPr>
            <p:cNvPr id="463" name="Freeform 917">
              <a:extLst>
                <a:ext uri="{FF2B5EF4-FFF2-40B4-BE49-F238E27FC236}">
                  <a16:creationId xmlns:a16="http://schemas.microsoft.com/office/drawing/2014/main" id="{ADACC4C8-123A-0642-ADC2-DC6E1D927429}"/>
                </a:ext>
              </a:extLst>
            </p:cNvPr>
            <p:cNvSpPr>
              <a:spLocks/>
            </p:cNvSpPr>
            <p:nvPr/>
          </p:nvSpPr>
          <p:spPr bwMode="auto">
            <a:xfrm flipH="1">
              <a:off x="7291095" y="2700162"/>
              <a:ext cx="318926" cy="942919"/>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9" h="10279">
                  <a:moveTo>
                    <a:pt x="2669" y="10279"/>
                  </a:moveTo>
                  <a:lnTo>
                    <a:pt x="0" y="9878"/>
                  </a:lnTo>
                  <a:lnTo>
                    <a:pt x="10319" y="0"/>
                  </a:lnTo>
                  <a:lnTo>
                    <a:pt x="10319" y="8912"/>
                  </a:lnTo>
                  <a:lnTo>
                    <a:pt x="2669" y="10279"/>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55" name="Group 454">
              <a:extLst>
                <a:ext uri="{FF2B5EF4-FFF2-40B4-BE49-F238E27FC236}">
                  <a16:creationId xmlns:a16="http://schemas.microsoft.com/office/drawing/2014/main" id="{F51EF82F-6B76-1D43-BDCE-36A16F512D10}"/>
                </a:ext>
              </a:extLst>
            </p:cNvPr>
            <p:cNvGrpSpPr/>
            <p:nvPr/>
          </p:nvGrpSpPr>
          <p:grpSpPr>
            <a:xfrm>
              <a:off x="6571713" y="2686293"/>
              <a:ext cx="764135" cy="854075"/>
              <a:chOff x="6571713" y="2686293"/>
              <a:chExt cx="764135" cy="854075"/>
            </a:xfrm>
          </p:grpSpPr>
          <p:sp>
            <p:nvSpPr>
              <p:cNvPr id="520" name="Rectangle 228">
                <a:extLst>
                  <a:ext uri="{FF2B5EF4-FFF2-40B4-BE49-F238E27FC236}">
                    <a16:creationId xmlns:a16="http://schemas.microsoft.com/office/drawing/2014/main" id="{4174338D-3A0E-9747-819D-0C19F4DF4AA8}"/>
                  </a:ext>
                </a:extLst>
              </p:cNvPr>
              <p:cNvSpPr>
                <a:spLocks noChangeArrowheads="1"/>
              </p:cNvSpPr>
              <p:nvPr/>
            </p:nvSpPr>
            <p:spPr bwMode="auto">
              <a:xfrm>
                <a:off x="6641713" y="2722275"/>
                <a:ext cx="647951" cy="777228"/>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1" name="Rectangle 229">
                <a:extLst>
                  <a:ext uri="{FF2B5EF4-FFF2-40B4-BE49-F238E27FC236}">
                    <a16:creationId xmlns:a16="http://schemas.microsoft.com/office/drawing/2014/main" id="{621AE13C-4ABC-334F-8206-4D5E08465C6E}"/>
                  </a:ext>
                </a:extLst>
              </p:cNvPr>
              <p:cNvSpPr>
                <a:spLocks noChangeArrowheads="1"/>
              </p:cNvSpPr>
              <p:nvPr/>
            </p:nvSpPr>
            <p:spPr bwMode="auto">
              <a:xfrm>
                <a:off x="6642457" y="3037370"/>
                <a:ext cx="648594" cy="15877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2" name="Text Box 230">
                <a:extLst>
                  <a:ext uri="{FF2B5EF4-FFF2-40B4-BE49-F238E27FC236}">
                    <a16:creationId xmlns:a16="http://schemas.microsoft.com/office/drawing/2014/main" id="{CA38D367-F86F-AB43-B21E-1EEE691D3D74}"/>
                  </a:ext>
                </a:extLst>
              </p:cNvPr>
              <p:cNvSpPr txBox="1">
                <a:spLocks noChangeArrowheads="1"/>
              </p:cNvSpPr>
              <p:nvPr/>
            </p:nvSpPr>
            <p:spPr bwMode="auto">
              <a:xfrm>
                <a:off x="6571713" y="2686293"/>
                <a:ext cx="764135"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9" name="Straight Connector 8">
                <a:extLst>
                  <a:ext uri="{FF2B5EF4-FFF2-40B4-BE49-F238E27FC236}">
                    <a16:creationId xmlns:a16="http://schemas.microsoft.com/office/drawing/2014/main" id="{3862EE7F-63B9-EE4A-8A32-E1BB698AA3F2}"/>
                  </a:ext>
                </a:extLst>
              </p:cNvPr>
              <p:cNvCxnSpPr>
                <a:cxnSpLocks/>
              </p:cNvCxnSpPr>
              <p:nvPr/>
            </p:nvCxnSpPr>
            <p:spPr>
              <a:xfrm>
                <a:off x="6638631" y="289132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929A4F7E-FE01-E545-A0B9-9F724FDE264B}"/>
                  </a:ext>
                </a:extLst>
              </p:cNvPr>
              <p:cNvCxnSpPr>
                <a:cxnSpLocks/>
              </p:cNvCxnSpPr>
              <p:nvPr/>
            </p:nvCxnSpPr>
            <p:spPr>
              <a:xfrm>
                <a:off x="6638631" y="304054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BD3F59DE-C12C-D645-AC9D-20A80143D6BE}"/>
                  </a:ext>
                </a:extLst>
              </p:cNvPr>
              <p:cNvCxnSpPr>
                <a:cxnSpLocks/>
              </p:cNvCxnSpPr>
              <p:nvPr/>
            </p:nvCxnSpPr>
            <p:spPr>
              <a:xfrm>
                <a:off x="6638631" y="318977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9" name="Straight Connector 528">
                <a:extLst>
                  <a:ext uri="{FF2B5EF4-FFF2-40B4-BE49-F238E27FC236}">
                    <a16:creationId xmlns:a16="http://schemas.microsoft.com/office/drawing/2014/main" id="{7757E2F0-9B94-084A-90A0-8529D1B757E6}"/>
                  </a:ext>
                </a:extLst>
              </p:cNvPr>
              <p:cNvCxnSpPr>
                <a:cxnSpLocks/>
              </p:cNvCxnSpPr>
              <p:nvPr/>
            </p:nvCxnSpPr>
            <p:spPr>
              <a:xfrm>
                <a:off x="6638631" y="333899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64" name="Group 463">
            <a:extLst>
              <a:ext uri="{FF2B5EF4-FFF2-40B4-BE49-F238E27FC236}">
                <a16:creationId xmlns:a16="http://schemas.microsoft.com/office/drawing/2014/main" id="{6D7E4C2B-1DC3-2A4C-90A6-0BDE31D46D3B}"/>
              </a:ext>
            </a:extLst>
          </p:cNvPr>
          <p:cNvGrpSpPr/>
          <p:nvPr/>
        </p:nvGrpSpPr>
        <p:grpSpPr>
          <a:xfrm>
            <a:off x="10202006" y="5357871"/>
            <a:ext cx="970347" cy="854075"/>
            <a:chOff x="10202006" y="5357871"/>
            <a:chExt cx="970347" cy="854075"/>
          </a:xfrm>
        </p:grpSpPr>
        <p:sp>
          <p:nvSpPr>
            <p:cNvPr id="530" name="Freeform 917">
              <a:extLst>
                <a:ext uri="{FF2B5EF4-FFF2-40B4-BE49-F238E27FC236}">
                  <a16:creationId xmlns:a16="http://schemas.microsoft.com/office/drawing/2014/main" id="{88BB7911-0614-1748-A570-7F1CD9A39BB8}"/>
                </a:ext>
              </a:extLst>
            </p:cNvPr>
            <p:cNvSpPr>
              <a:spLocks/>
            </p:cNvSpPr>
            <p:nvPr/>
          </p:nvSpPr>
          <p:spPr bwMode="auto">
            <a:xfrm>
              <a:off x="10202006" y="5397682"/>
              <a:ext cx="281273" cy="773122"/>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2669 w 10319"/>
                <a:gd name="connsiteY0" fmla="*/ 10279 h 11889"/>
                <a:gd name="connsiteX1" fmla="*/ 0 w 10319"/>
                <a:gd name="connsiteY1" fmla="*/ 9878 h 11889"/>
                <a:gd name="connsiteX2" fmla="*/ 10319 w 10319"/>
                <a:gd name="connsiteY2" fmla="*/ 0 h 11889"/>
                <a:gd name="connsiteX3" fmla="*/ 10011 w 10319"/>
                <a:gd name="connsiteY3" fmla="*/ 11889 h 11889"/>
                <a:gd name="connsiteX4" fmla="*/ 2669 w 10319"/>
                <a:gd name="connsiteY4" fmla="*/ 10279 h 11889"/>
                <a:gd name="connsiteX0" fmla="*/ 2669 w 10024"/>
                <a:gd name="connsiteY0" fmla="*/ 6818 h 8428"/>
                <a:gd name="connsiteX1" fmla="*/ 0 w 10024"/>
                <a:gd name="connsiteY1" fmla="*/ 6417 h 8428"/>
                <a:gd name="connsiteX2" fmla="*/ 9703 w 10024"/>
                <a:gd name="connsiteY2" fmla="*/ 0 h 8428"/>
                <a:gd name="connsiteX3" fmla="*/ 10011 w 10024"/>
                <a:gd name="connsiteY3" fmla="*/ 8428 h 8428"/>
                <a:gd name="connsiteX4" fmla="*/ 2669 w 10024"/>
                <a:gd name="connsiteY4" fmla="*/ 6818 h 8428"/>
                <a:gd name="connsiteX0" fmla="*/ 1741 w 9078"/>
                <a:gd name="connsiteY0" fmla="*/ 8090 h 10000"/>
                <a:gd name="connsiteX1" fmla="*/ 0 w 9078"/>
                <a:gd name="connsiteY1" fmla="*/ 6834 h 10000"/>
                <a:gd name="connsiteX2" fmla="*/ 8758 w 9078"/>
                <a:gd name="connsiteY2" fmla="*/ 0 h 10000"/>
                <a:gd name="connsiteX3" fmla="*/ 9065 w 9078"/>
                <a:gd name="connsiteY3" fmla="*/ 10000 h 10000"/>
                <a:gd name="connsiteX4" fmla="*/ 1741 w 9078"/>
                <a:gd name="connsiteY4" fmla="*/ 8090 h 10000"/>
                <a:gd name="connsiteX0" fmla="*/ 112 w 10001"/>
                <a:gd name="connsiteY0" fmla="*/ 7638 h 10000"/>
                <a:gd name="connsiteX1" fmla="*/ 0 w 10001"/>
                <a:gd name="connsiteY1" fmla="*/ 6834 h 10000"/>
                <a:gd name="connsiteX2" fmla="*/ 9647 w 10001"/>
                <a:gd name="connsiteY2" fmla="*/ 0 h 10000"/>
                <a:gd name="connsiteX3" fmla="*/ 9986 w 10001"/>
                <a:gd name="connsiteY3" fmla="*/ 10000 h 10000"/>
                <a:gd name="connsiteX4" fmla="*/ 112 w 10001"/>
                <a:gd name="connsiteY4" fmla="*/ 7638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1" h="10000">
                  <a:moveTo>
                    <a:pt x="112" y="7638"/>
                  </a:moveTo>
                  <a:cubicBezTo>
                    <a:pt x="75" y="7370"/>
                    <a:pt x="37" y="7102"/>
                    <a:pt x="0" y="6834"/>
                  </a:cubicBezTo>
                  <a:lnTo>
                    <a:pt x="9647" y="0"/>
                  </a:lnTo>
                  <a:cubicBezTo>
                    <a:pt x="9534" y="4702"/>
                    <a:pt x="10099" y="5298"/>
                    <a:pt x="9986" y="10000"/>
                  </a:cubicBezTo>
                  <a:lnTo>
                    <a:pt x="112" y="7638"/>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31" name="Group 530">
              <a:extLst>
                <a:ext uri="{FF2B5EF4-FFF2-40B4-BE49-F238E27FC236}">
                  <a16:creationId xmlns:a16="http://schemas.microsoft.com/office/drawing/2014/main" id="{19A9DE1D-45C9-C144-A1C0-784FDCD971D3}"/>
                </a:ext>
              </a:extLst>
            </p:cNvPr>
            <p:cNvGrpSpPr/>
            <p:nvPr/>
          </p:nvGrpSpPr>
          <p:grpSpPr>
            <a:xfrm>
              <a:off x="10408218" y="5357871"/>
              <a:ext cx="764135" cy="854075"/>
              <a:chOff x="6571713" y="2686293"/>
              <a:chExt cx="764135" cy="854075"/>
            </a:xfrm>
          </p:grpSpPr>
          <p:sp>
            <p:nvSpPr>
              <p:cNvPr id="532" name="Rectangle 228">
                <a:extLst>
                  <a:ext uri="{FF2B5EF4-FFF2-40B4-BE49-F238E27FC236}">
                    <a16:creationId xmlns:a16="http://schemas.microsoft.com/office/drawing/2014/main" id="{5DD713FD-EA40-9B4B-802C-3AF871B580F8}"/>
                  </a:ext>
                </a:extLst>
              </p:cNvPr>
              <p:cNvSpPr>
                <a:spLocks noChangeArrowheads="1"/>
              </p:cNvSpPr>
              <p:nvPr/>
            </p:nvSpPr>
            <p:spPr bwMode="auto">
              <a:xfrm>
                <a:off x="6641713" y="2722275"/>
                <a:ext cx="647951" cy="777228"/>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33" name="Rectangle 229">
                <a:extLst>
                  <a:ext uri="{FF2B5EF4-FFF2-40B4-BE49-F238E27FC236}">
                    <a16:creationId xmlns:a16="http://schemas.microsoft.com/office/drawing/2014/main" id="{719538F1-BB3F-A747-B46B-E825372287C2}"/>
                  </a:ext>
                </a:extLst>
              </p:cNvPr>
              <p:cNvSpPr>
                <a:spLocks noChangeArrowheads="1"/>
              </p:cNvSpPr>
              <p:nvPr/>
            </p:nvSpPr>
            <p:spPr bwMode="auto">
              <a:xfrm>
                <a:off x="6642457" y="3037370"/>
                <a:ext cx="648594" cy="15877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34" name="Text Box 230">
                <a:extLst>
                  <a:ext uri="{FF2B5EF4-FFF2-40B4-BE49-F238E27FC236}">
                    <a16:creationId xmlns:a16="http://schemas.microsoft.com/office/drawing/2014/main" id="{67AF1768-8AEF-FD44-8A30-E764E9F88B70}"/>
                  </a:ext>
                </a:extLst>
              </p:cNvPr>
              <p:cNvSpPr txBox="1">
                <a:spLocks noChangeArrowheads="1"/>
              </p:cNvSpPr>
              <p:nvPr/>
            </p:nvSpPr>
            <p:spPr bwMode="auto">
              <a:xfrm>
                <a:off x="6571713" y="2686293"/>
                <a:ext cx="764135"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35" name="Straight Connector 534">
                <a:extLst>
                  <a:ext uri="{FF2B5EF4-FFF2-40B4-BE49-F238E27FC236}">
                    <a16:creationId xmlns:a16="http://schemas.microsoft.com/office/drawing/2014/main" id="{22CAF256-C57E-8848-9992-472431799A88}"/>
                  </a:ext>
                </a:extLst>
              </p:cNvPr>
              <p:cNvCxnSpPr>
                <a:cxnSpLocks/>
              </p:cNvCxnSpPr>
              <p:nvPr/>
            </p:nvCxnSpPr>
            <p:spPr>
              <a:xfrm>
                <a:off x="6638631" y="289132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6" name="Straight Connector 535">
                <a:extLst>
                  <a:ext uri="{FF2B5EF4-FFF2-40B4-BE49-F238E27FC236}">
                    <a16:creationId xmlns:a16="http://schemas.microsoft.com/office/drawing/2014/main" id="{7573D7D3-A7AB-0B4F-A08C-BA6A7E07CA0B}"/>
                  </a:ext>
                </a:extLst>
              </p:cNvPr>
              <p:cNvCxnSpPr>
                <a:cxnSpLocks/>
              </p:cNvCxnSpPr>
              <p:nvPr/>
            </p:nvCxnSpPr>
            <p:spPr>
              <a:xfrm>
                <a:off x="6638631" y="304054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7" name="Straight Connector 536">
                <a:extLst>
                  <a:ext uri="{FF2B5EF4-FFF2-40B4-BE49-F238E27FC236}">
                    <a16:creationId xmlns:a16="http://schemas.microsoft.com/office/drawing/2014/main" id="{211E2459-6D52-2248-81F0-411DFD34BC1D}"/>
                  </a:ext>
                </a:extLst>
              </p:cNvPr>
              <p:cNvCxnSpPr>
                <a:cxnSpLocks/>
              </p:cNvCxnSpPr>
              <p:nvPr/>
            </p:nvCxnSpPr>
            <p:spPr>
              <a:xfrm>
                <a:off x="6638631" y="318977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8" name="Straight Connector 537">
                <a:extLst>
                  <a:ext uri="{FF2B5EF4-FFF2-40B4-BE49-F238E27FC236}">
                    <a16:creationId xmlns:a16="http://schemas.microsoft.com/office/drawing/2014/main" id="{50F9C417-B611-7043-A15F-F361AA3E9B74}"/>
                  </a:ext>
                </a:extLst>
              </p:cNvPr>
              <p:cNvCxnSpPr>
                <a:cxnSpLocks/>
              </p:cNvCxnSpPr>
              <p:nvPr/>
            </p:nvCxnSpPr>
            <p:spPr>
              <a:xfrm>
                <a:off x="6638631" y="333899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84" name="Group 950">
            <a:extLst>
              <a:ext uri="{FF2B5EF4-FFF2-40B4-BE49-F238E27FC236}">
                <a16:creationId xmlns:a16="http://schemas.microsoft.com/office/drawing/2014/main" id="{7CEBBAF6-579E-3943-B1EB-BB883618D6D9}"/>
              </a:ext>
            </a:extLst>
          </p:cNvPr>
          <p:cNvGrpSpPr>
            <a:grpSpLocks/>
          </p:cNvGrpSpPr>
          <p:nvPr/>
        </p:nvGrpSpPr>
        <p:grpSpPr bwMode="auto">
          <a:xfrm>
            <a:off x="10002508" y="5616400"/>
            <a:ext cx="214974" cy="403920"/>
            <a:chOff x="4140" y="429"/>
            <a:chExt cx="1425" cy="2396"/>
          </a:xfrm>
        </p:grpSpPr>
        <p:sp>
          <p:nvSpPr>
            <p:cNvPr id="485" name="Freeform 951">
              <a:extLst>
                <a:ext uri="{FF2B5EF4-FFF2-40B4-BE49-F238E27FC236}">
                  <a16:creationId xmlns:a16="http://schemas.microsoft.com/office/drawing/2014/main" id="{984581C6-7CED-A042-809F-11066F04B55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6" name="Rectangle 952">
              <a:extLst>
                <a:ext uri="{FF2B5EF4-FFF2-40B4-BE49-F238E27FC236}">
                  <a16:creationId xmlns:a16="http://schemas.microsoft.com/office/drawing/2014/main" id="{0E0A78D4-7C3B-2143-AE69-FA504AD75E5E}"/>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87" name="Freeform 953">
              <a:extLst>
                <a:ext uri="{FF2B5EF4-FFF2-40B4-BE49-F238E27FC236}">
                  <a16:creationId xmlns:a16="http://schemas.microsoft.com/office/drawing/2014/main" id="{B0C7F238-A8B7-7443-8BA5-8939FF6B557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8" name="Freeform 954">
              <a:extLst>
                <a:ext uri="{FF2B5EF4-FFF2-40B4-BE49-F238E27FC236}">
                  <a16:creationId xmlns:a16="http://schemas.microsoft.com/office/drawing/2014/main" id="{6F90FD17-11E4-EE4F-AF2F-7122C053E0C1}"/>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9" name="Rectangle 955">
              <a:extLst>
                <a:ext uri="{FF2B5EF4-FFF2-40B4-BE49-F238E27FC236}">
                  <a16:creationId xmlns:a16="http://schemas.microsoft.com/office/drawing/2014/main" id="{53A75298-B138-094F-9787-1B231F48063D}"/>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0" name="Group 956">
              <a:extLst>
                <a:ext uri="{FF2B5EF4-FFF2-40B4-BE49-F238E27FC236}">
                  <a16:creationId xmlns:a16="http://schemas.microsoft.com/office/drawing/2014/main" id="{AD456B50-CD82-6F4C-9CF1-09ABBC571C85}"/>
                </a:ext>
              </a:extLst>
            </p:cNvPr>
            <p:cNvGrpSpPr>
              <a:grpSpLocks/>
            </p:cNvGrpSpPr>
            <p:nvPr/>
          </p:nvGrpSpPr>
          <p:grpSpPr bwMode="auto">
            <a:xfrm>
              <a:off x="4749" y="668"/>
              <a:ext cx="581" cy="145"/>
              <a:chOff x="614" y="2568"/>
              <a:chExt cx="725" cy="139"/>
            </a:xfrm>
          </p:grpSpPr>
          <p:sp>
            <p:nvSpPr>
              <p:cNvPr id="515" name="AutoShape 957">
                <a:extLst>
                  <a:ext uri="{FF2B5EF4-FFF2-40B4-BE49-F238E27FC236}">
                    <a16:creationId xmlns:a16="http://schemas.microsoft.com/office/drawing/2014/main" id="{4C074F81-A723-5F4E-9479-CE1CDCFBCB8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6" name="AutoShape 958">
                <a:extLst>
                  <a:ext uri="{FF2B5EF4-FFF2-40B4-BE49-F238E27FC236}">
                    <a16:creationId xmlns:a16="http://schemas.microsoft.com/office/drawing/2014/main" id="{4DE71513-1E1D-B644-992C-AE6AB0DB119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1" name="Rectangle 959">
              <a:extLst>
                <a:ext uri="{FF2B5EF4-FFF2-40B4-BE49-F238E27FC236}">
                  <a16:creationId xmlns:a16="http://schemas.microsoft.com/office/drawing/2014/main" id="{05D448DB-B3CB-C64D-8C4B-72D790DFFD42}"/>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2" name="Group 960">
              <a:extLst>
                <a:ext uri="{FF2B5EF4-FFF2-40B4-BE49-F238E27FC236}">
                  <a16:creationId xmlns:a16="http://schemas.microsoft.com/office/drawing/2014/main" id="{9CDEBDA5-A066-D749-B9E9-47DB05253D32}"/>
                </a:ext>
              </a:extLst>
            </p:cNvPr>
            <p:cNvGrpSpPr>
              <a:grpSpLocks/>
            </p:cNvGrpSpPr>
            <p:nvPr/>
          </p:nvGrpSpPr>
          <p:grpSpPr bwMode="auto">
            <a:xfrm>
              <a:off x="4747" y="994"/>
              <a:ext cx="581" cy="134"/>
              <a:chOff x="614" y="2568"/>
              <a:chExt cx="725" cy="139"/>
            </a:xfrm>
          </p:grpSpPr>
          <p:sp>
            <p:nvSpPr>
              <p:cNvPr id="513" name="AutoShape 961">
                <a:extLst>
                  <a:ext uri="{FF2B5EF4-FFF2-40B4-BE49-F238E27FC236}">
                    <a16:creationId xmlns:a16="http://schemas.microsoft.com/office/drawing/2014/main" id="{8E73CA32-EF58-EA45-A4FE-37E560EBE8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4" name="AutoShape 962">
                <a:extLst>
                  <a:ext uri="{FF2B5EF4-FFF2-40B4-BE49-F238E27FC236}">
                    <a16:creationId xmlns:a16="http://schemas.microsoft.com/office/drawing/2014/main" id="{2E2C05F9-1F42-CF46-83F8-339E874CF6F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3" name="Rectangle 963">
              <a:extLst>
                <a:ext uri="{FF2B5EF4-FFF2-40B4-BE49-F238E27FC236}">
                  <a16:creationId xmlns:a16="http://schemas.microsoft.com/office/drawing/2014/main" id="{D2B5715C-9E55-D04D-BD32-A700B9DCC1E1}"/>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4" name="Rectangle 964">
              <a:extLst>
                <a:ext uri="{FF2B5EF4-FFF2-40B4-BE49-F238E27FC236}">
                  <a16:creationId xmlns:a16="http://schemas.microsoft.com/office/drawing/2014/main" id="{3A8FF8A7-C248-1B42-80FA-051974D95224}"/>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5" name="Group 965">
              <a:extLst>
                <a:ext uri="{FF2B5EF4-FFF2-40B4-BE49-F238E27FC236}">
                  <a16:creationId xmlns:a16="http://schemas.microsoft.com/office/drawing/2014/main" id="{8E71E5B0-A3F5-D344-B255-99112EB195F7}"/>
                </a:ext>
              </a:extLst>
            </p:cNvPr>
            <p:cNvGrpSpPr>
              <a:grpSpLocks/>
            </p:cNvGrpSpPr>
            <p:nvPr/>
          </p:nvGrpSpPr>
          <p:grpSpPr bwMode="auto">
            <a:xfrm>
              <a:off x="4735" y="1627"/>
              <a:ext cx="582" cy="151"/>
              <a:chOff x="614" y="2568"/>
              <a:chExt cx="725" cy="139"/>
            </a:xfrm>
          </p:grpSpPr>
          <p:sp>
            <p:nvSpPr>
              <p:cNvPr id="511" name="AutoShape 966">
                <a:extLst>
                  <a:ext uri="{FF2B5EF4-FFF2-40B4-BE49-F238E27FC236}">
                    <a16:creationId xmlns:a16="http://schemas.microsoft.com/office/drawing/2014/main" id="{A2F22898-EA39-FB4D-B255-ABCB1B7C1663}"/>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2" name="AutoShape 967">
                <a:extLst>
                  <a:ext uri="{FF2B5EF4-FFF2-40B4-BE49-F238E27FC236}">
                    <a16:creationId xmlns:a16="http://schemas.microsoft.com/office/drawing/2014/main" id="{FBF034BA-270B-6F40-B57B-8A19ABF2818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6" name="Freeform 968">
              <a:extLst>
                <a:ext uri="{FF2B5EF4-FFF2-40B4-BE49-F238E27FC236}">
                  <a16:creationId xmlns:a16="http://schemas.microsoft.com/office/drawing/2014/main" id="{C6616798-D999-124B-8365-0FF6B1AC6B22}"/>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97" name="Group 969">
              <a:extLst>
                <a:ext uri="{FF2B5EF4-FFF2-40B4-BE49-F238E27FC236}">
                  <a16:creationId xmlns:a16="http://schemas.microsoft.com/office/drawing/2014/main" id="{0D2B7299-399C-9748-80B1-8B82EA570848}"/>
                </a:ext>
              </a:extLst>
            </p:cNvPr>
            <p:cNvGrpSpPr>
              <a:grpSpLocks/>
            </p:cNvGrpSpPr>
            <p:nvPr/>
          </p:nvGrpSpPr>
          <p:grpSpPr bwMode="auto">
            <a:xfrm>
              <a:off x="4739" y="1327"/>
              <a:ext cx="582" cy="139"/>
              <a:chOff x="614" y="2568"/>
              <a:chExt cx="725" cy="139"/>
            </a:xfrm>
          </p:grpSpPr>
          <p:sp>
            <p:nvSpPr>
              <p:cNvPr id="509" name="AutoShape 970">
                <a:extLst>
                  <a:ext uri="{FF2B5EF4-FFF2-40B4-BE49-F238E27FC236}">
                    <a16:creationId xmlns:a16="http://schemas.microsoft.com/office/drawing/2014/main" id="{791F8FFE-36CE-5D47-899C-7B6F5471D9A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0" name="AutoShape 971">
                <a:extLst>
                  <a:ext uri="{FF2B5EF4-FFF2-40B4-BE49-F238E27FC236}">
                    <a16:creationId xmlns:a16="http://schemas.microsoft.com/office/drawing/2014/main" id="{96614370-C84C-644E-AF93-94853FD47AF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8" name="Rectangle 972">
              <a:extLst>
                <a:ext uri="{FF2B5EF4-FFF2-40B4-BE49-F238E27FC236}">
                  <a16:creationId xmlns:a16="http://schemas.microsoft.com/office/drawing/2014/main" id="{3024E21F-4580-974D-A923-DBF7106EF15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9" name="Freeform 973">
              <a:extLst>
                <a:ext uri="{FF2B5EF4-FFF2-40B4-BE49-F238E27FC236}">
                  <a16:creationId xmlns:a16="http://schemas.microsoft.com/office/drawing/2014/main" id="{355CC750-A436-114A-B13D-15B18BE0099A}"/>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0" name="Freeform 974">
              <a:extLst>
                <a:ext uri="{FF2B5EF4-FFF2-40B4-BE49-F238E27FC236}">
                  <a16:creationId xmlns:a16="http://schemas.microsoft.com/office/drawing/2014/main" id="{D88AEB08-419C-994D-B9AF-2D260494D17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1" name="Oval 975">
              <a:extLst>
                <a:ext uri="{FF2B5EF4-FFF2-40B4-BE49-F238E27FC236}">
                  <a16:creationId xmlns:a16="http://schemas.microsoft.com/office/drawing/2014/main" id="{A70DC3D0-7F41-FB4E-BF25-4A8051E0D90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2" name="Freeform 976">
              <a:extLst>
                <a:ext uri="{FF2B5EF4-FFF2-40B4-BE49-F238E27FC236}">
                  <a16:creationId xmlns:a16="http://schemas.microsoft.com/office/drawing/2014/main" id="{00011472-61BE-7D4E-BF36-C4C4F0A5D72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AutoShape 977">
              <a:extLst>
                <a:ext uri="{FF2B5EF4-FFF2-40B4-BE49-F238E27FC236}">
                  <a16:creationId xmlns:a16="http://schemas.microsoft.com/office/drawing/2014/main" id="{369D2889-1BFC-A340-B67F-54F258D6F1F5}"/>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4" name="AutoShape 978">
              <a:extLst>
                <a:ext uri="{FF2B5EF4-FFF2-40B4-BE49-F238E27FC236}">
                  <a16:creationId xmlns:a16="http://schemas.microsoft.com/office/drawing/2014/main" id="{CEFA09E5-3186-4445-AD94-60C0E15196A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5" name="Oval 979">
              <a:extLst>
                <a:ext uri="{FF2B5EF4-FFF2-40B4-BE49-F238E27FC236}">
                  <a16:creationId xmlns:a16="http://schemas.microsoft.com/office/drawing/2014/main" id="{9AFADA62-C3CB-594F-8048-88710642763B}"/>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6" name="Oval 980">
              <a:extLst>
                <a:ext uri="{FF2B5EF4-FFF2-40B4-BE49-F238E27FC236}">
                  <a16:creationId xmlns:a16="http://schemas.microsoft.com/office/drawing/2014/main" id="{C82FFABC-4C4C-6243-9D2D-3C99FBC518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7" name="Oval 981">
              <a:extLst>
                <a:ext uri="{FF2B5EF4-FFF2-40B4-BE49-F238E27FC236}">
                  <a16:creationId xmlns:a16="http://schemas.microsoft.com/office/drawing/2014/main" id="{C0EFDD4D-FB5A-6D4E-97DD-CFA89D4A969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8" name="Rectangle 982">
              <a:extLst>
                <a:ext uri="{FF2B5EF4-FFF2-40B4-BE49-F238E27FC236}">
                  <a16:creationId xmlns:a16="http://schemas.microsoft.com/office/drawing/2014/main" id="{99A1B872-581F-BE49-AADF-3A6775C166D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193" name="Group 192">
            <a:extLst>
              <a:ext uri="{FF2B5EF4-FFF2-40B4-BE49-F238E27FC236}">
                <a16:creationId xmlns:a16="http://schemas.microsoft.com/office/drawing/2014/main" id="{E38FF4C3-D0A2-D548-89C0-C35D3E53032F}"/>
              </a:ext>
            </a:extLst>
          </p:cNvPr>
          <p:cNvGrpSpPr/>
          <p:nvPr/>
        </p:nvGrpSpPr>
        <p:grpSpPr>
          <a:xfrm>
            <a:off x="9098788" y="3956624"/>
            <a:ext cx="367224" cy="240304"/>
            <a:chOff x="7493876" y="2774731"/>
            <a:chExt cx="1481958" cy="894622"/>
          </a:xfrm>
        </p:grpSpPr>
        <p:sp>
          <p:nvSpPr>
            <p:cNvPr id="194" name="Freeform 193">
              <a:extLst>
                <a:ext uri="{FF2B5EF4-FFF2-40B4-BE49-F238E27FC236}">
                  <a16:creationId xmlns:a16="http://schemas.microsoft.com/office/drawing/2014/main" id="{027716F5-6A2D-404B-ADB2-50CDACB0206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5" name="Oval 194">
              <a:extLst>
                <a:ext uri="{FF2B5EF4-FFF2-40B4-BE49-F238E27FC236}">
                  <a16:creationId xmlns:a16="http://schemas.microsoft.com/office/drawing/2014/main" id="{C3297389-072E-FE41-B64F-4D54440AB36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6" name="Group 195">
              <a:extLst>
                <a:ext uri="{FF2B5EF4-FFF2-40B4-BE49-F238E27FC236}">
                  <a16:creationId xmlns:a16="http://schemas.microsoft.com/office/drawing/2014/main" id="{36323224-311B-EE47-BE36-F2BE4EA6BC7F}"/>
                </a:ext>
              </a:extLst>
            </p:cNvPr>
            <p:cNvGrpSpPr/>
            <p:nvPr/>
          </p:nvGrpSpPr>
          <p:grpSpPr>
            <a:xfrm>
              <a:off x="7713663" y="2848339"/>
              <a:ext cx="1042107" cy="425543"/>
              <a:chOff x="7786941" y="2884917"/>
              <a:chExt cx="897649" cy="353919"/>
            </a:xfrm>
          </p:grpSpPr>
          <p:sp>
            <p:nvSpPr>
              <p:cNvPr id="197" name="Freeform 196">
                <a:extLst>
                  <a:ext uri="{FF2B5EF4-FFF2-40B4-BE49-F238E27FC236}">
                    <a16:creationId xmlns:a16="http://schemas.microsoft.com/office/drawing/2014/main" id="{BD802D6F-DAFD-DC41-83D1-DF0F4A2A794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8" name="Freeform 197">
                <a:extLst>
                  <a:ext uri="{FF2B5EF4-FFF2-40B4-BE49-F238E27FC236}">
                    <a16:creationId xmlns:a16="http://schemas.microsoft.com/office/drawing/2014/main" id="{2CE211BA-1FF8-2548-A6C8-5CD1E12C3E1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9" name="Freeform 198">
                <a:extLst>
                  <a:ext uri="{FF2B5EF4-FFF2-40B4-BE49-F238E27FC236}">
                    <a16:creationId xmlns:a16="http://schemas.microsoft.com/office/drawing/2014/main" id="{D363DDD6-C621-F146-B8DA-4A9DDE186BE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0" name="Freeform 199">
                <a:extLst>
                  <a:ext uri="{FF2B5EF4-FFF2-40B4-BE49-F238E27FC236}">
                    <a16:creationId xmlns:a16="http://schemas.microsoft.com/office/drawing/2014/main" id="{BB3402A2-EE9C-A240-899D-8BDF14CF432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17" name="Group 216">
            <a:extLst>
              <a:ext uri="{FF2B5EF4-FFF2-40B4-BE49-F238E27FC236}">
                <a16:creationId xmlns:a16="http://schemas.microsoft.com/office/drawing/2014/main" id="{5123C752-3FFB-E84D-9E48-DBC9A9F48F37}"/>
              </a:ext>
            </a:extLst>
          </p:cNvPr>
          <p:cNvGrpSpPr/>
          <p:nvPr/>
        </p:nvGrpSpPr>
        <p:grpSpPr>
          <a:xfrm>
            <a:off x="9601554" y="3999763"/>
            <a:ext cx="367224" cy="240304"/>
            <a:chOff x="7493876" y="2774731"/>
            <a:chExt cx="1481958" cy="894622"/>
          </a:xfrm>
        </p:grpSpPr>
        <p:sp>
          <p:nvSpPr>
            <p:cNvPr id="218" name="Freeform 217">
              <a:extLst>
                <a:ext uri="{FF2B5EF4-FFF2-40B4-BE49-F238E27FC236}">
                  <a16:creationId xmlns:a16="http://schemas.microsoft.com/office/drawing/2014/main" id="{D524F684-301C-7542-A0A4-3757318273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9" name="Oval 218">
              <a:extLst>
                <a:ext uri="{FF2B5EF4-FFF2-40B4-BE49-F238E27FC236}">
                  <a16:creationId xmlns:a16="http://schemas.microsoft.com/office/drawing/2014/main" id="{9BF20040-D9C8-B74E-BC0D-F15797752E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0" name="Group 219">
              <a:extLst>
                <a:ext uri="{FF2B5EF4-FFF2-40B4-BE49-F238E27FC236}">
                  <a16:creationId xmlns:a16="http://schemas.microsoft.com/office/drawing/2014/main" id="{79553B03-2EF0-1445-BD4E-875D98E58492}"/>
                </a:ext>
              </a:extLst>
            </p:cNvPr>
            <p:cNvGrpSpPr/>
            <p:nvPr/>
          </p:nvGrpSpPr>
          <p:grpSpPr>
            <a:xfrm>
              <a:off x="7713663" y="2848339"/>
              <a:ext cx="1042107" cy="425543"/>
              <a:chOff x="7786941" y="2884917"/>
              <a:chExt cx="897649" cy="353919"/>
            </a:xfrm>
          </p:grpSpPr>
          <p:sp>
            <p:nvSpPr>
              <p:cNvPr id="221" name="Freeform 220">
                <a:extLst>
                  <a:ext uri="{FF2B5EF4-FFF2-40B4-BE49-F238E27FC236}">
                    <a16:creationId xmlns:a16="http://schemas.microsoft.com/office/drawing/2014/main" id="{DAB927EA-DECF-FE4A-BE5D-802F016FB19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3" name="Freeform 222">
                <a:extLst>
                  <a:ext uri="{FF2B5EF4-FFF2-40B4-BE49-F238E27FC236}">
                    <a16:creationId xmlns:a16="http://schemas.microsoft.com/office/drawing/2014/main" id="{2414339B-8AC7-2444-AC70-285A203D11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4" name="Freeform 223">
                <a:extLst>
                  <a:ext uri="{FF2B5EF4-FFF2-40B4-BE49-F238E27FC236}">
                    <a16:creationId xmlns:a16="http://schemas.microsoft.com/office/drawing/2014/main" id="{AEF6DCDC-2F65-B349-B551-DC3FACF6D5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2" name="Freeform 221">
                <a:extLst>
                  <a:ext uri="{FF2B5EF4-FFF2-40B4-BE49-F238E27FC236}">
                    <a16:creationId xmlns:a16="http://schemas.microsoft.com/office/drawing/2014/main" id="{8F1EA0F6-ACA7-C443-A514-F770A38368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8ECEC947-F5C8-414B-A56E-EBE5DFFEDB1C}"/>
              </a:ext>
            </a:extLst>
          </p:cNvPr>
          <p:cNvGrpSpPr/>
          <p:nvPr/>
        </p:nvGrpSpPr>
        <p:grpSpPr>
          <a:xfrm>
            <a:off x="8050070" y="3965994"/>
            <a:ext cx="354986" cy="175668"/>
            <a:chOff x="7493876" y="2774731"/>
            <a:chExt cx="1481958" cy="894622"/>
          </a:xfrm>
        </p:grpSpPr>
        <p:sp>
          <p:nvSpPr>
            <p:cNvPr id="146" name="Freeform 145">
              <a:extLst>
                <a:ext uri="{FF2B5EF4-FFF2-40B4-BE49-F238E27FC236}">
                  <a16:creationId xmlns:a16="http://schemas.microsoft.com/office/drawing/2014/main" id="{86294923-1C02-5240-95DE-EA2186392E2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2AB3674D-1CCE-274D-BF8E-CEFECF766B3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86166535-C584-C14C-9137-7498CC96E8FD}"/>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17514CA1-86B8-BA44-B4A0-0CEB1F62C2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D28E726-BB5D-5644-9E9D-DEEB2E0B1FF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BDE8E149-5BA9-CB4C-9AC6-1EED7308D87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BAF1B228-D777-8846-8B1B-6476F6C2AA6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3" name="Group 232">
            <a:extLst>
              <a:ext uri="{FF2B5EF4-FFF2-40B4-BE49-F238E27FC236}">
                <a16:creationId xmlns:a16="http://schemas.microsoft.com/office/drawing/2014/main" id="{A8973B1E-A991-8E45-9FF7-7AF7F179E328}"/>
              </a:ext>
            </a:extLst>
          </p:cNvPr>
          <p:cNvGrpSpPr/>
          <p:nvPr/>
        </p:nvGrpSpPr>
        <p:grpSpPr>
          <a:xfrm>
            <a:off x="9247893" y="4775686"/>
            <a:ext cx="393760" cy="218578"/>
            <a:chOff x="7493876" y="2774731"/>
            <a:chExt cx="1481958" cy="894622"/>
          </a:xfrm>
        </p:grpSpPr>
        <p:sp>
          <p:nvSpPr>
            <p:cNvPr id="234" name="Freeform 233">
              <a:extLst>
                <a:ext uri="{FF2B5EF4-FFF2-40B4-BE49-F238E27FC236}">
                  <a16:creationId xmlns:a16="http://schemas.microsoft.com/office/drawing/2014/main" id="{5A098E30-A66F-FA4D-9EE8-C0C83DE6D50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5" name="Oval 234">
              <a:extLst>
                <a:ext uri="{FF2B5EF4-FFF2-40B4-BE49-F238E27FC236}">
                  <a16:creationId xmlns:a16="http://schemas.microsoft.com/office/drawing/2014/main" id="{051367D4-C1D9-AF45-9A24-031126A6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6" name="Group 235">
              <a:extLst>
                <a:ext uri="{FF2B5EF4-FFF2-40B4-BE49-F238E27FC236}">
                  <a16:creationId xmlns:a16="http://schemas.microsoft.com/office/drawing/2014/main" id="{8C4167F2-26A6-0A41-9F23-581BB1D6E53B}"/>
                </a:ext>
              </a:extLst>
            </p:cNvPr>
            <p:cNvGrpSpPr/>
            <p:nvPr/>
          </p:nvGrpSpPr>
          <p:grpSpPr>
            <a:xfrm>
              <a:off x="7713663" y="2848339"/>
              <a:ext cx="1042107" cy="425543"/>
              <a:chOff x="7786941" y="2884917"/>
              <a:chExt cx="897649" cy="353919"/>
            </a:xfrm>
          </p:grpSpPr>
          <p:sp>
            <p:nvSpPr>
              <p:cNvPr id="237" name="Freeform 236">
                <a:extLst>
                  <a:ext uri="{FF2B5EF4-FFF2-40B4-BE49-F238E27FC236}">
                    <a16:creationId xmlns:a16="http://schemas.microsoft.com/office/drawing/2014/main" id="{8AABD328-91C1-C94D-8CB5-66F9CC0DC0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8" name="Freeform 237">
                <a:extLst>
                  <a:ext uri="{FF2B5EF4-FFF2-40B4-BE49-F238E27FC236}">
                    <a16:creationId xmlns:a16="http://schemas.microsoft.com/office/drawing/2014/main" id="{23CBCA43-9398-E043-A20B-00567B73DB8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9" name="Freeform 238">
                <a:extLst>
                  <a:ext uri="{FF2B5EF4-FFF2-40B4-BE49-F238E27FC236}">
                    <a16:creationId xmlns:a16="http://schemas.microsoft.com/office/drawing/2014/main" id="{06C3D6EF-A0CB-F34C-9C57-9FA04035028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0" name="Freeform 239">
                <a:extLst>
                  <a:ext uri="{FF2B5EF4-FFF2-40B4-BE49-F238E27FC236}">
                    <a16:creationId xmlns:a16="http://schemas.microsoft.com/office/drawing/2014/main" id="{66D08B47-1DCF-994C-84EE-6C7E588A1D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3" name="Group 472">
            <a:extLst>
              <a:ext uri="{FF2B5EF4-FFF2-40B4-BE49-F238E27FC236}">
                <a16:creationId xmlns:a16="http://schemas.microsoft.com/office/drawing/2014/main" id="{60901EC0-CB41-754B-B4DA-85BC262C3E55}"/>
              </a:ext>
            </a:extLst>
          </p:cNvPr>
          <p:cNvGrpSpPr/>
          <p:nvPr/>
        </p:nvGrpSpPr>
        <p:grpSpPr>
          <a:xfrm>
            <a:off x="7774998" y="3463448"/>
            <a:ext cx="3007624" cy="1690703"/>
            <a:chOff x="7774998" y="3463448"/>
            <a:chExt cx="3007624" cy="1690703"/>
          </a:xfrm>
        </p:grpSpPr>
        <p:grpSp>
          <p:nvGrpSpPr>
            <p:cNvPr id="458" name="Group 457">
              <a:extLst>
                <a:ext uri="{FF2B5EF4-FFF2-40B4-BE49-F238E27FC236}">
                  <a16:creationId xmlns:a16="http://schemas.microsoft.com/office/drawing/2014/main" id="{B4570A0C-5E2B-7C40-89EC-C23D39A482DA}"/>
                </a:ext>
              </a:extLst>
            </p:cNvPr>
            <p:cNvGrpSpPr/>
            <p:nvPr/>
          </p:nvGrpSpPr>
          <p:grpSpPr>
            <a:xfrm>
              <a:off x="7774998" y="4090572"/>
              <a:ext cx="571917" cy="577694"/>
              <a:chOff x="7774998" y="4090572"/>
              <a:chExt cx="571917" cy="577694"/>
            </a:xfrm>
          </p:grpSpPr>
          <p:sp>
            <p:nvSpPr>
              <p:cNvPr id="575" name="Freeform 917">
                <a:extLst>
                  <a:ext uri="{FF2B5EF4-FFF2-40B4-BE49-F238E27FC236}">
                    <a16:creationId xmlns:a16="http://schemas.microsoft.com/office/drawing/2014/main" id="{23F7F5C6-92E3-C040-BD26-8FBF5B6476F1}"/>
                  </a:ext>
                </a:extLst>
              </p:cNvPr>
              <p:cNvSpPr>
                <a:spLocks/>
              </p:cNvSpPr>
              <p:nvPr/>
            </p:nvSpPr>
            <p:spPr bwMode="auto">
              <a:xfrm rot="10800000">
                <a:off x="7818844" y="4090572"/>
                <a:ext cx="487903" cy="154569"/>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45" h="10000">
                    <a:moveTo>
                      <a:pt x="3097" y="10000"/>
                    </a:moveTo>
                    <a:lnTo>
                      <a:pt x="689" y="7620"/>
                    </a:lnTo>
                    <a:cubicBezTo>
                      <a:pt x="459" y="5080"/>
                      <a:pt x="230" y="2540"/>
                      <a:pt x="0" y="0"/>
                    </a:cubicBezTo>
                    <a:lnTo>
                      <a:pt x="14245" y="633"/>
                    </a:lnTo>
                    <a:lnTo>
                      <a:pt x="3097" y="10000"/>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76" name="Group 575">
                <a:extLst>
                  <a:ext uri="{FF2B5EF4-FFF2-40B4-BE49-F238E27FC236}">
                    <a16:creationId xmlns:a16="http://schemas.microsoft.com/office/drawing/2014/main" id="{E45930EA-CBF5-A94B-B8A6-7DD15266A71D}"/>
                  </a:ext>
                </a:extLst>
              </p:cNvPr>
              <p:cNvGrpSpPr/>
              <p:nvPr/>
            </p:nvGrpSpPr>
            <p:grpSpPr>
              <a:xfrm>
                <a:off x="7774998" y="4206600"/>
                <a:ext cx="571917" cy="461666"/>
                <a:chOff x="9980560" y="726571"/>
                <a:chExt cx="659732" cy="461666"/>
              </a:xfrm>
            </p:grpSpPr>
            <p:sp>
              <p:nvSpPr>
                <p:cNvPr id="577" name="Rectangle 228">
                  <a:extLst>
                    <a:ext uri="{FF2B5EF4-FFF2-40B4-BE49-F238E27FC236}">
                      <a16:creationId xmlns:a16="http://schemas.microsoft.com/office/drawing/2014/main" id="{7E692C2A-D1BF-0D4C-B32B-089A3522A6AB}"/>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8" name="Rectangle 229">
                  <a:extLst>
                    <a:ext uri="{FF2B5EF4-FFF2-40B4-BE49-F238E27FC236}">
                      <a16:creationId xmlns:a16="http://schemas.microsoft.com/office/drawing/2014/main" id="{48E2C8F8-BEC3-2F43-8CBC-8EDE87C1274B}"/>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9" name="Text Box 230">
                  <a:extLst>
                    <a:ext uri="{FF2B5EF4-FFF2-40B4-BE49-F238E27FC236}">
                      <a16:creationId xmlns:a16="http://schemas.microsoft.com/office/drawing/2014/main" id="{FDE32090-CC8A-8241-9AA0-5E1A3B044951}"/>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80" name="Straight Connector 579">
                  <a:extLst>
                    <a:ext uri="{FF2B5EF4-FFF2-40B4-BE49-F238E27FC236}">
                      <a16:creationId xmlns:a16="http://schemas.microsoft.com/office/drawing/2014/main" id="{C9A663DC-B3E2-E244-A55A-89E7E9027965}"/>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1" name="Straight Connector 580">
                  <a:extLst>
                    <a:ext uri="{FF2B5EF4-FFF2-40B4-BE49-F238E27FC236}">
                      <a16:creationId xmlns:a16="http://schemas.microsoft.com/office/drawing/2014/main" id="{6DA0B88E-C18A-5449-904A-0022412086E7}"/>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59" name="Group 458">
              <a:extLst>
                <a:ext uri="{FF2B5EF4-FFF2-40B4-BE49-F238E27FC236}">
                  <a16:creationId xmlns:a16="http://schemas.microsoft.com/office/drawing/2014/main" id="{1E322C66-C2C1-C349-B912-5AA0767A8324}"/>
                </a:ext>
              </a:extLst>
            </p:cNvPr>
            <p:cNvGrpSpPr/>
            <p:nvPr/>
          </p:nvGrpSpPr>
          <p:grpSpPr>
            <a:xfrm>
              <a:off x="8692628" y="3463448"/>
              <a:ext cx="571917" cy="574365"/>
              <a:chOff x="8692628" y="3463448"/>
              <a:chExt cx="571917" cy="574365"/>
            </a:xfrm>
          </p:grpSpPr>
          <p:sp>
            <p:nvSpPr>
              <p:cNvPr id="573" name="Freeform 917">
                <a:extLst>
                  <a:ext uri="{FF2B5EF4-FFF2-40B4-BE49-F238E27FC236}">
                    <a16:creationId xmlns:a16="http://schemas.microsoft.com/office/drawing/2014/main" id="{09253F5C-3E18-6A4E-86CE-63A57FDD27F0}"/>
                  </a:ext>
                </a:extLst>
              </p:cNvPr>
              <p:cNvSpPr>
                <a:spLocks/>
              </p:cNvSpPr>
              <p:nvPr/>
            </p:nvSpPr>
            <p:spPr bwMode="auto">
              <a:xfrm flipH="1">
                <a:off x="8735937" y="3883244"/>
                <a:ext cx="487903" cy="154569"/>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45" h="10000">
                    <a:moveTo>
                      <a:pt x="3097" y="10000"/>
                    </a:moveTo>
                    <a:lnTo>
                      <a:pt x="689" y="7620"/>
                    </a:lnTo>
                    <a:cubicBezTo>
                      <a:pt x="459" y="5080"/>
                      <a:pt x="230" y="2540"/>
                      <a:pt x="0" y="0"/>
                    </a:cubicBezTo>
                    <a:lnTo>
                      <a:pt x="14245" y="633"/>
                    </a:lnTo>
                    <a:lnTo>
                      <a:pt x="3097" y="10000"/>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82" name="Group 581">
                <a:extLst>
                  <a:ext uri="{FF2B5EF4-FFF2-40B4-BE49-F238E27FC236}">
                    <a16:creationId xmlns:a16="http://schemas.microsoft.com/office/drawing/2014/main" id="{2B3B79E0-A9CA-8343-BC50-944B3D057C83}"/>
                  </a:ext>
                </a:extLst>
              </p:cNvPr>
              <p:cNvGrpSpPr/>
              <p:nvPr/>
            </p:nvGrpSpPr>
            <p:grpSpPr>
              <a:xfrm>
                <a:off x="8692628" y="3463448"/>
                <a:ext cx="571917" cy="461666"/>
                <a:chOff x="9980560" y="726571"/>
                <a:chExt cx="659732" cy="461666"/>
              </a:xfrm>
            </p:grpSpPr>
            <p:sp>
              <p:nvSpPr>
                <p:cNvPr id="583" name="Rectangle 228">
                  <a:extLst>
                    <a:ext uri="{FF2B5EF4-FFF2-40B4-BE49-F238E27FC236}">
                      <a16:creationId xmlns:a16="http://schemas.microsoft.com/office/drawing/2014/main" id="{E7793237-B524-9348-8D4A-2C1027CD2ACF}"/>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84" name="Rectangle 229">
                  <a:extLst>
                    <a:ext uri="{FF2B5EF4-FFF2-40B4-BE49-F238E27FC236}">
                      <a16:creationId xmlns:a16="http://schemas.microsoft.com/office/drawing/2014/main" id="{5F0972A7-9FB8-4E4A-9B5E-39F0D7CDC82A}"/>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85" name="Text Box 230">
                  <a:extLst>
                    <a:ext uri="{FF2B5EF4-FFF2-40B4-BE49-F238E27FC236}">
                      <a16:creationId xmlns:a16="http://schemas.microsoft.com/office/drawing/2014/main" id="{B600132A-08D1-5845-B328-72B9C0CEC49A}"/>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86" name="Straight Connector 585">
                  <a:extLst>
                    <a:ext uri="{FF2B5EF4-FFF2-40B4-BE49-F238E27FC236}">
                      <a16:creationId xmlns:a16="http://schemas.microsoft.com/office/drawing/2014/main" id="{0C4F0C12-1A41-BA45-B327-EE0A215695BD}"/>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7" name="Straight Connector 586">
                  <a:extLst>
                    <a:ext uri="{FF2B5EF4-FFF2-40B4-BE49-F238E27FC236}">
                      <a16:creationId xmlns:a16="http://schemas.microsoft.com/office/drawing/2014/main" id="{4A0EA22A-33EB-C945-8E74-EB8BC9C330C4}"/>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60" name="Group 459">
              <a:extLst>
                <a:ext uri="{FF2B5EF4-FFF2-40B4-BE49-F238E27FC236}">
                  <a16:creationId xmlns:a16="http://schemas.microsoft.com/office/drawing/2014/main" id="{6480027A-C6CF-D74D-A342-F3EE54633FA0}"/>
                </a:ext>
              </a:extLst>
            </p:cNvPr>
            <p:cNvGrpSpPr/>
            <p:nvPr/>
          </p:nvGrpSpPr>
          <p:grpSpPr>
            <a:xfrm>
              <a:off x="9846130" y="3502221"/>
              <a:ext cx="571917" cy="607211"/>
              <a:chOff x="9846130" y="3502221"/>
              <a:chExt cx="571917" cy="607211"/>
            </a:xfrm>
          </p:grpSpPr>
          <p:sp>
            <p:nvSpPr>
              <p:cNvPr id="574" name="Freeform 917">
                <a:extLst>
                  <a:ext uri="{FF2B5EF4-FFF2-40B4-BE49-F238E27FC236}">
                    <a16:creationId xmlns:a16="http://schemas.microsoft.com/office/drawing/2014/main" id="{846385EA-7D91-F547-BC81-FC77126DF237}"/>
                  </a:ext>
                </a:extLst>
              </p:cNvPr>
              <p:cNvSpPr>
                <a:spLocks/>
              </p:cNvSpPr>
              <p:nvPr/>
            </p:nvSpPr>
            <p:spPr bwMode="auto">
              <a:xfrm>
                <a:off x="9904716" y="3925785"/>
                <a:ext cx="466702" cy="183647"/>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 name="connsiteX0" fmla="*/ 2478 w 13626"/>
                  <a:gd name="connsiteY0" fmla="*/ 9373 h 9373"/>
                  <a:gd name="connsiteX1" fmla="*/ 70 w 13626"/>
                  <a:gd name="connsiteY1" fmla="*/ 6993 h 9373"/>
                  <a:gd name="connsiteX2" fmla="*/ 41 w 13626"/>
                  <a:gd name="connsiteY2" fmla="*/ 0 h 9373"/>
                  <a:gd name="connsiteX3" fmla="*/ 13626 w 13626"/>
                  <a:gd name="connsiteY3" fmla="*/ 6 h 9373"/>
                  <a:gd name="connsiteX4" fmla="*/ 2478 w 13626"/>
                  <a:gd name="connsiteY4" fmla="*/ 9373 h 9373"/>
                  <a:gd name="connsiteX0" fmla="*/ 1334 w 10000"/>
                  <a:gd name="connsiteY0" fmla="*/ 12676 h 12676"/>
                  <a:gd name="connsiteX1" fmla="*/ 51 w 10000"/>
                  <a:gd name="connsiteY1" fmla="*/ 7461 h 12676"/>
                  <a:gd name="connsiteX2" fmla="*/ 30 w 10000"/>
                  <a:gd name="connsiteY2" fmla="*/ 0 h 12676"/>
                  <a:gd name="connsiteX3" fmla="*/ 10000 w 10000"/>
                  <a:gd name="connsiteY3" fmla="*/ 6 h 12676"/>
                  <a:gd name="connsiteX4" fmla="*/ 1334 w 10000"/>
                  <a:gd name="connsiteY4" fmla="*/ 12676 h 12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2676">
                    <a:moveTo>
                      <a:pt x="1334" y="12676"/>
                    </a:moveTo>
                    <a:lnTo>
                      <a:pt x="51" y="7461"/>
                    </a:lnTo>
                    <a:cubicBezTo>
                      <a:pt x="-117" y="4751"/>
                      <a:pt x="199" y="2710"/>
                      <a:pt x="30" y="0"/>
                    </a:cubicBezTo>
                    <a:lnTo>
                      <a:pt x="10000" y="6"/>
                    </a:lnTo>
                    <a:lnTo>
                      <a:pt x="1334" y="12676"/>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89" name="Group 588">
                <a:extLst>
                  <a:ext uri="{FF2B5EF4-FFF2-40B4-BE49-F238E27FC236}">
                    <a16:creationId xmlns:a16="http://schemas.microsoft.com/office/drawing/2014/main" id="{0318DF36-59E8-B646-A5EA-22C52DB7533C}"/>
                  </a:ext>
                </a:extLst>
              </p:cNvPr>
              <p:cNvGrpSpPr/>
              <p:nvPr/>
            </p:nvGrpSpPr>
            <p:grpSpPr>
              <a:xfrm>
                <a:off x="9846130" y="3502221"/>
                <a:ext cx="571917" cy="461666"/>
                <a:chOff x="9980560" y="726571"/>
                <a:chExt cx="659732" cy="461666"/>
              </a:xfrm>
            </p:grpSpPr>
            <p:sp>
              <p:nvSpPr>
                <p:cNvPr id="590" name="Rectangle 228">
                  <a:extLst>
                    <a:ext uri="{FF2B5EF4-FFF2-40B4-BE49-F238E27FC236}">
                      <a16:creationId xmlns:a16="http://schemas.microsoft.com/office/drawing/2014/main" id="{131C8400-834E-5345-B332-0CA44FC7426E}"/>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91" name="Rectangle 229">
                  <a:extLst>
                    <a:ext uri="{FF2B5EF4-FFF2-40B4-BE49-F238E27FC236}">
                      <a16:creationId xmlns:a16="http://schemas.microsoft.com/office/drawing/2014/main" id="{55AFC556-EB02-774A-AF5B-36D0B2144B8F}"/>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92" name="Text Box 230">
                  <a:extLst>
                    <a:ext uri="{FF2B5EF4-FFF2-40B4-BE49-F238E27FC236}">
                      <a16:creationId xmlns:a16="http://schemas.microsoft.com/office/drawing/2014/main" id="{8D3E0672-2F8A-B948-9454-93F597182C93}"/>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93" name="Straight Connector 592">
                  <a:extLst>
                    <a:ext uri="{FF2B5EF4-FFF2-40B4-BE49-F238E27FC236}">
                      <a16:creationId xmlns:a16="http://schemas.microsoft.com/office/drawing/2014/main" id="{8D2F48EB-4CEE-D44B-8209-C126FF35BBE2}"/>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4" name="Straight Connector 593">
                  <a:extLst>
                    <a:ext uri="{FF2B5EF4-FFF2-40B4-BE49-F238E27FC236}">
                      <a16:creationId xmlns:a16="http://schemas.microsoft.com/office/drawing/2014/main" id="{0248C143-6367-CE41-9442-465AEAB8C7A6}"/>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61" name="Group 460">
              <a:extLst>
                <a:ext uri="{FF2B5EF4-FFF2-40B4-BE49-F238E27FC236}">
                  <a16:creationId xmlns:a16="http://schemas.microsoft.com/office/drawing/2014/main" id="{D0C86AC5-6FCF-FF4A-BC5F-A236021B8F1A}"/>
                </a:ext>
              </a:extLst>
            </p:cNvPr>
            <p:cNvGrpSpPr/>
            <p:nvPr/>
          </p:nvGrpSpPr>
          <p:grpSpPr>
            <a:xfrm>
              <a:off x="9554792" y="4299763"/>
              <a:ext cx="571917" cy="630904"/>
              <a:chOff x="9554792" y="4299763"/>
              <a:chExt cx="571917" cy="630904"/>
            </a:xfrm>
          </p:grpSpPr>
          <p:sp>
            <p:nvSpPr>
              <p:cNvPr id="595" name="Freeform 917">
                <a:extLst>
                  <a:ext uri="{FF2B5EF4-FFF2-40B4-BE49-F238E27FC236}">
                    <a16:creationId xmlns:a16="http://schemas.microsoft.com/office/drawing/2014/main" id="{5ED6F1FC-EC2E-3248-A181-32D9CFD8B2B9}"/>
                  </a:ext>
                </a:extLst>
              </p:cNvPr>
              <p:cNvSpPr>
                <a:spLocks/>
              </p:cNvSpPr>
              <p:nvPr/>
            </p:nvSpPr>
            <p:spPr bwMode="auto">
              <a:xfrm>
                <a:off x="9598301" y="4724405"/>
                <a:ext cx="466702" cy="206262"/>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 name="connsiteX0" fmla="*/ 2478 w 13626"/>
                  <a:gd name="connsiteY0" fmla="*/ 9373 h 9373"/>
                  <a:gd name="connsiteX1" fmla="*/ 70 w 13626"/>
                  <a:gd name="connsiteY1" fmla="*/ 6993 h 9373"/>
                  <a:gd name="connsiteX2" fmla="*/ 41 w 13626"/>
                  <a:gd name="connsiteY2" fmla="*/ 0 h 9373"/>
                  <a:gd name="connsiteX3" fmla="*/ 13626 w 13626"/>
                  <a:gd name="connsiteY3" fmla="*/ 6 h 9373"/>
                  <a:gd name="connsiteX4" fmla="*/ 2478 w 13626"/>
                  <a:gd name="connsiteY4" fmla="*/ 9373 h 9373"/>
                  <a:gd name="connsiteX0" fmla="*/ 1334 w 10000"/>
                  <a:gd name="connsiteY0" fmla="*/ 12676 h 12676"/>
                  <a:gd name="connsiteX1" fmla="*/ 51 w 10000"/>
                  <a:gd name="connsiteY1" fmla="*/ 7461 h 12676"/>
                  <a:gd name="connsiteX2" fmla="*/ 30 w 10000"/>
                  <a:gd name="connsiteY2" fmla="*/ 0 h 12676"/>
                  <a:gd name="connsiteX3" fmla="*/ 10000 w 10000"/>
                  <a:gd name="connsiteY3" fmla="*/ 6 h 12676"/>
                  <a:gd name="connsiteX4" fmla="*/ 1334 w 10000"/>
                  <a:gd name="connsiteY4" fmla="*/ 12676 h 12676"/>
                  <a:gd name="connsiteX0" fmla="*/ 434 w 10000"/>
                  <a:gd name="connsiteY0" fmla="*/ 14237 h 14237"/>
                  <a:gd name="connsiteX1" fmla="*/ 51 w 10000"/>
                  <a:gd name="connsiteY1" fmla="*/ 7461 h 14237"/>
                  <a:gd name="connsiteX2" fmla="*/ 30 w 10000"/>
                  <a:gd name="connsiteY2" fmla="*/ 0 h 14237"/>
                  <a:gd name="connsiteX3" fmla="*/ 10000 w 10000"/>
                  <a:gd name="connsiteY3" fmla="*/ 6 h 14237"/>
                  <a:gd name="connsiteX4" fmla="*/ 434 w 10000"/>
                  <a:gd name="connsiteY4" fmla="*/ 14237 h 14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4237">
                    <a:moveTo>
                      <a:pt x="434" y="14237"/>
                    </a:moveTo>
                    <a:cubicBezTo>
                      <a:pt x="306" y="11978"/>
                      <a:pt x="179" y="9720"/>
                      <a:pt x="51" y="7461"/>
                    </a:cubicBezTo>
                    <a:cubicBezTo>
                      <a:pt x="-117" y="4751"/>
                      <a:pt x="199" y="2710"/>
                      <a:pt x="30" y="0"/>
                    </a:cubicBezTo>
                    <a:lnTo>
                      <a:pt x="10000" y="6"/>
                    </a:lnTo>
                    <a:lnTo>
                      <a:pt x="434" y="14237"/>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67" name="Group 566">
                <a:extLst>
                  <a:ext uri="{FF2B5EF4-FFF2-40B4-BE49-F238E27FC236}">
                    <a16:creationId xmlns:a16="http://schemas.microsoft.com/office/drawing/2014/main" id="{F3F36025-2038-BC49-AF0C-2475C376E0E9}"/>
                  </a:ext>
                </a:extLst>
              </p:cNvPr>
              <p:cNvGrpSpPr/>
              <p:nvPr/>
            </p:nvGrpSpPr>
            <p:grpSpPr>
              <a:xfrm>
                <a:off x="9554792" y="4299763"/>
                <a:ext cx="571917" cy="461666"/>
                <a:chOff x="9980560" y="726571"/>
                <a:chExt cx="659732" cy="461666"/>
              </a:xfrm>
            </p:grpSpPr>
            <p:sp>
              <p:nvSpPr>
                <p:cNvPr id="568" name="Rectangle 228">
                  <a:extLst>
                    <a:ext uri="{FF2B5EF4-FFF2-40B4-BE49-F238E27FC236}">
                      <a16:creationId xmlns:a16="http://schemas.microsoft.com/office/drawing/2014/main" id="{ED5E50F7-5461-574C-9AF9-CB79813E9BB7}"/>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69" name="Rectangle 229">
                  <a:extLst>
                    <a:ext uri="{FF2B5EF4-FFF2-40B4-BE49-F238E27FC236}">
                      <a16:creationId xmlns:a16="http://schemas.microsoft.com/office/drawing/2014/main" id="{2F7C9861-2086-4945-8713-75641140A371}"/>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0" name="Text Box 230">
                  <a:extLst>
                    <a:ext uri="{FF2B5EF4-FFF2-40B4-BE49-F238E27FC236}">
                      <a16:creationId xmlns:a16="http://schemas.microsoft.com/office/drawing/2014/main" id="{12582F5C-7D7F-2140-8A3F-3E4115557DF4}"/>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71" name="Straight Connector 570">
                  <a:extLst>
                    <a:ext uri="{FF2B5EF4-FFF2-40B4-BE49-F238E27FC236}">
                      <a16:creationId xmlns:a16="http://schemas.microsoft.com/office/drawing/2014/main" id="{4562A11B-D98F-9E4C-8877-765050F91F2E}"/>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2" name="Straight Connector 571">
                  <a:extLst>
                    <a:ext uri="{FF2B5EF4-FFF2-40B4-BE49-F238E27FC236}">
                      <a16:creationId xmlns:a16="http://schemas.microsoft.com/office/drawing/2014/main" id="{2D978BF9-AAF0-644C-A151-30CDCA01EAA8}"/>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62" name="Group 461">
              <a:extLst>
                <a:ext uri="{FF2B5EF4-FFF2-40B4-BE49-F238E27FC236}">
                  <a16:creationId xmlns:a16="http://schemas.microsoft.com/office/drawing/2014/main" id="{22F3DB9F-6BFB-3D4D-9EE3-40BAB140C142}"/>
                </a:ext>
              </a:extLst>
            </p:cNvPr>
            <p:cNvGrpSpPr/>
            <p:nvPr/>
          </p:nvGrpSpPr>
          <p:grpSpPr>
            <a:xfrm>
              <a:off x="10153753" y="4577638"/>
              <a:ext cx="628869" cy="576513"/>
              <a:chOff x="10153753" y="4577638"/>
              <a:chExt cx="628869" cy="576513"/>
            </a:xfrm>
          </p:grpSpPr>
          <p:sp>
            <p:nvSpPr>
              <p:cNvPr id="596" name="Freeform 917">
                <a:extLst>
                  <a:ext uri="{FF2B5EF4-FFF2-40B4-BE49-F238E27FC236}">
                    <a16:creationId xmlns:a16="http://schemas.microsoft.com/office/drawing/2014/main" id="{879A7AD4-7015-EA48-8AC1-1D4830161CB6}"/>
                  </a:ext>
                </a:extLst>
              </p:cNvPr>
              <p:cNvSpPr>
                <a:spLocks/>
              </p:cNvSpPr>
              <p:nvPr/>
            </p:nvSpPr>
            <p:spPr bwMode="auto">
              <a:xfrm>
                <a:off x="10153753" y="5002899"/>
                <a:ext cx="590332" cy="151252"/>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 name="connsiteX0" fmla="*/ 2478 w 13626"/>
                  <a:gd name="connsiteY0" fmla="*/ 9373 h 9373"/>
                  <a:gd name="connsiteX1" fmla="*/ 70 w 13626"/>
                  <a:gd name="connsiteY1" fmla="*/ 6993 h 9373"/>
                  <a:gd name="connsiteX2" fmla="*/ 41 w 13626"/>
                  <a:gd name="connsiteY2" fmla="*/ 0 h 9373"/>
                  <a:gd name="connsiteX3" fmla="*/ 13626 w 13626"/>
                  <a:gd name="connsiteY3" fmla="*/ 6 h 9373"/>
                  <a:gd name="connsiteX4" fmla="*/ 2478 w 13626"/>
                  <a:gd name="connsiteY4" fmla="*/ 9373 h 9373"/>
                  <a:gd name="connsiteX0" fmla="*/ 1334 w 10000"/>
                  <a:gd name="connsiteY0" fmla="*/ 12676 h 12676"/>
                  <a:gd name="connsiteX1" fmla="*/ 51 w 10000"/>
                  <a:gd name="connsiteY1" fmla="*/ 7461 h 12676"/>
                  <a:gd name="connsiteX2" fmla="*/ 30 w 10000"/>
                  <a:gd name="connsiteY2" fmla="*/ 0 h 12676"/>
                  <a:gd name="connsiteX3" fmla="*/ 10000 w 10000"/>
                  <a:gd name="connsiteY3" fmla="*/ 6 h 12676"/>
                  <a:gd name="connsiteX4" fmla="*/ 1334 w 10000"/>
                  <a:gd name="connsiteY4" fmla="*/ 12676 h 12676"/>
                  <a:gd name="connsiteX0" fmla="*/ 434 w 10000"/>
                  <a:gd name="connsiteY0" fmla="*/ 14237 h 14237"/>
                  <a:gd name="connsiteX1" fmla="*/ 51 w 10000"/>
                  <a:gd name="connsiteY1" fmla="*/ 7461 h 14237"/>
                  <a:gd name="connsiteX2" fmla="*/ 30 w 10000"/>
                  <a:gd name="connsiteY2" fmla="*/ 0 h 14237"/>
                  <a:gd name="connsiteX3" fmla="*/ 10000 w 10000"/>
                  <a:gd name="connsiteY3" fmla="*/ 6 h 14237"/>
                  <a:gd name="connsiteX4" fmla="*/ 434 w 10000"/>
                  <a:gd name="connsiteY4" fmla="*/ 14237 h 14237"/>
                  <a:gd name="connsiteX0" fmla="*/ 434 w 12908"/>
                  <a:gd name="connsiteY0" fmla="*/ 14237 h 14237"/>
                  <a:gd name="connsiteX1" fmla="*/ 51 w 12908"/>
                  <a:gd name="connsiteY1" fmla="*/ 7461 h 14237"/>
                  <a:gd name="connsiteX2" fmla="*/ 30 w 12908"/>
                  <a:gd name="connsiteY2" fmla="*/ 0 h 14237"/>
                  <a:gd name="connsiteX3" fmla="*/ 12908 w 12908"/>
                  <a:gd name="connsiteY3" fmla="*/ 3797 h 14237"/>
                  <a:gd name="connsiteX4" fmla="*/ 434 w 12908"/>
                  <a:gd name="connsiteY4" fmla="*/ 14237 h 14237"/>
                  <a:gd name="connsiteX0" fmla="*/ 391 w 12865"/>
                  <a:gd name="connsiteY0" fmla="*/ 10892 h 10892"/>
                  <a:gd name="connsiteX1" fmla="*/ 8 w 12865"/>
                  <a:gd name="connsiteY1" fmla="*/ 4116 h 10892"/>
                  <a:gd name="connsiteX2" fmla="*/ 2479 w 12865"/>
                  <a:gd name="connsiteY2" fmla="*/ 0 h 10892"/>
                  <a:gd name="connsiteX3" fmla="*/ 12865 w 12865"/>
                  <a:gd name="connsiteY3" fmla="*/ 452 h 10892"/>
                  <a:gd name="connsiteX4" fmla="*/ 391 w 12865"/>
                  <a:gd name="connsiteY4" fmla="*/ 10892 h 10892"/>
                  <a:gd name="connsiteX0" fmla="*/ 183 w 12657"/>
                  <a:gd name="connsiteY0" fmla="*/ 10892 h 10892"/>
                  <a:gd name="connsiteX1" fmla="*/ 8 w 12657"/>
                  <a:gd name="connsiteY1" fmla="*/ 7238 h 10892"/>
                  <a:gd name="connsiteX2" fmla="*/ 2271 w 12657"/>
                  <a:gd name="connsiteY2" fmla="*/ 0 h 10892"/>
                  <a:gd name="connsiteX3" fmla="*/ 12657 w 12657"/>
                  <a:gd name="connsiteY3" fmla="*/ 452 h 10892"/>
                  <a:gd name="connsiteX4" fmla="*/ 183 w 12657"/>
                  <a:gd name="connsiteY4" fmla="*/ 10892 h 10892"/>
                  <a:gd name="connsiteX0" fmla="*/ 175 w 12649"/>
                  <a:gd name="connsiteY0" fmla="*/ 10892 h 10892"/>
                  <a:gd name="connsiteX1" fmla="*/ 0 w 12649"/>
                  <a:gd name="connsiteY1" fmla="*/ 7238 h 10892"/>
                  <a:gd name="connsiteX2" fmla="*/ 2263 w 12649"/>
                  <a:gd name="connsiteY2" fmla="*/ 0 h 10892"/>
                  <a:gd name="connsiteX3" fmla="*/ 12649 w 12649"/>
                  <a:gd name="connsiteY3" fmla="*/ 452 h 10892"/>
                  <a:gd name="connsiteX4" fmla="*/ 175 w 12649"/>
                  <a:gd name="connsiteY4" fmla="*/ 10892 h 10892"/>
                  <a:gd name="connsiteX0" fmla="*/ 175 w 12649"/>
                  <a:gd name="connsiteY0" fmla="*/ 10892 h 10892"/>
                  <a:gd name="connsiteX1" fmla="*/ 0 w 12649"/>
                  <a:gd name="connsiteY1" fmla="*/ 7238 h 10892"/>
                  <a:gd name="connsiteX2" fmla="*/ 2263 w 12649"/>
                  <a:gd name="connsiteY2" fmla="*/ 0 h 10892"/>
                  <a:gd name="connsiteX3" fmla="*/ 12649 w 12649"/>
                  <a:gd name="connsiteY3" fmla="*/ 452 h 10892"/>
                  <a:gd name="connsiteX4" fmla="*/ 175 w 12649"/>
                  <a:gd name="connsiteY4" fmla="*/ 10892 h 10892"/>
                  <a:gd name="connsiteX0" fmla="*/ 175 w 12649"/>
                  <a:gd name="connsiteY0" fmla="*/ 10440 h 10440"/>
                  <a:gd name="connsiteX1" fmla="*/ 0 w 12649"/>
                  <a:gd name="connsiteY1" fmla="*/ 6786 h 10440"/>
                  <a:gd name="connsiteX2" fmla="*/ 2263 w 12649"/>
                  <a:gd name="connsiteY2" fmla="*/ 217 h 10440"/>
                  <a:gd name="connsiteX3" fmla="*/ 12649 w 12649"/>
                  <a:gd name="connsiteY3" fmla="*/ 0 h 10440"/>
                  <a:gd name="connsiteX4" fmla="*/ 175 w 12649"/>
                  <a:gd name="connsiteY4" fmla="*/ 10440 h 104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9" h="10440">
                    <a:moveTo>
                      <a:pt x="175" y="10440"/>
                    </a:moveTo>
                    <a:cubicBezTo>
                      <a:pt x="47" y="8181"/>
                      <a:pt x="128" y="9045"/>
                      <a:pt x="0" y="6786"/>
                    </a:cubicBezTo>
                    <a:cubicBezTo>
                      <a:pt x="1563" y="2515"/>
                      <a:pt x="1463" y="3373"/>
                      <a:pt x="2263" y="217"/>
                    </a:cubicBezTo>
                    <a:lnTo>
                      <a:pt x="12649" y="0"/>
                    </a:lnTo>
                    <a:lnTo>
                      <a:pt x="175" y="10440"/>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61" name="Group 560">
                <a:extLst>
                  <a:ext uri="{FF2B5EF4-FFF2-40B4-BE49-F238E27FC236}">
                    <a16:creationId xmlns:a16="http://schemas.microsoft.com/office/drawing/2014/main" id="{C29EA216-1A13-4648-B304-50B3793355C6}"/>
                  </a:ext>
                </a:extLst>
              </p:cNvPr>
              <p:cNvGrpSpPr/>
              <p:nvPr/>
            </p:nvGrpSpPr>
            <p:grpSpPr>
              <a:xfrm>
                <a:off x="10210705" y="4577638"/>
                <a:ext cx="571917" cy="461666"/>
                <a:chOff x="9980560" y="726571"/>
                <a:chExt cx="659732" cy="461666"/>
              </a:xfrm>
            </p:grpSpPr>
            <p:sp>
              <p:nvSpPr>
                <p:cNvPr id="562" name="Rectangle 228">
                  <a:extLst>
                    <a:ext uri="{FF2B5EF4-FFF2-40B4-BE49-F238E27FC236}">
                      <a16:creationId xmlns:a16="http://schemas.microsoft.com/office/drawing/2014/main" id="{DE075DD4-ED42-6A4D-AE73-7FF16B94014F}"/>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63" name="Rectangle 229">
                  <a:extLst>
                    <a:ext uri="{FF2B5EF4-FFF2-40B4-BE49-F238E27FC236}">
                      <a16:creationId xmlns:a16="http://schemas.microsoft.com/office/drawing/2014/main" id="{F7259EAC-8796-1E43-A2F4-D2BFE8251B24}"/>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64" name="Text Box 230">
                  <a:extLst>
                    <a:ext uri="{FF2B5EF4-FFF2-40B4-BE49-F238E27FC236}">
                      <a16:creationId xmlns:a16="http://schemas.microsoft.com/office/drawing/2014/main" id="{1FFEDBB2-C626-674C-897C-7265632ACAB1}"/>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65" name="Straight Connector 564">
                  <a:extLst>
                    <a:ext uri="{FF2B5EF4-FFF2-40B4-BE49-F238E27FC236}">
                      <a16:creationId xmlns:a16="http://schemas.microsoft.com/office/drawing/2014/main" id="{219CCEA3-E9D0-E24D-8DA6-838694003D85}"/>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6" name="Straight Connector 565">
                  <a:extLst>
                    <a:ext uri="{FF2B5EF4-FFF2-40B4-BE49-F238E27FC236}">
                      <a16:creationId xmlns:a16="http://schemas.microsoft.com/office/drawing/2014/main" id="{3166A4C7-E5AA-FA45-9EA8-29BB7351E88B}"/>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grpSp>
        <p:nvGrpSpPr>
          <p:cNvPr id="105" name="Group 104">
            <a:extLst>
              <a:ext uri="{FF2B5EF4-FFF2-40B4-BE49-F238E27FC236}">
                <a16:creationId xmlns:a16="http://schemas.microsoft.com/office/drawing/2014/main" id="{EEFE641A-589B-7942-BC31-34CA4265ECA8}"/>
              </a:ext>
            </a:extLst>
          </p:cNvPr>
          <p:cNvGrpSpPr/>
          <p:nvPr/>
        </p:nvGrpSpPr>
        <p:grpSpPr>
          <a:xfrm>
            <a:off x="9783558" y="4989983"/>
            <a:ext cx="393760" cy="218578"/>
            <a:chOff x="7493876" y="2774731"/>
            <a:chExt cx="1481958" cy="894622"/>
          </a:xfrm>
        </p:grpSpPr>
        <p:sp>
          <p:nvSpPr>
            <p:cNvPr id="106" name="Freeform 105">
              <a:extLst>
                <a:ext uri="{FF2B5EF4-FFF2-40B4-BE49-F238E27FC236}">
                  <a16:creationId xmlns:a16="http://schemas.microsoft.com/office/drawing/2014/main" id="{236DE3EE-811C-674F-9142-302E5E9C559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1800B155-CF25-D24C-9B92-B08AAAB8313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B0AEF1A2-025A-BC41-A84F-2DC3E058332F}"/>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8D3F6F1A-FE14-8948-A78A-73AA88A44A7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B90EE21A-C2A8-0D42-B6A5-6C7D12BEBF0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8A5097ED-FFBF-4544-860B-3817BA811B2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6DF62723-77FE-9247-98F5-987E793C56F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457" name="Freeform 456">
            <a:extLst>
              <a:ext uri="{FF2B5EF4-FFF2-40B4-BE49-F238E27FC236}">
                <a16:creationId xmlns:a16="http://schemas.microsoft.com/office/drawing/2014/main" id="{C29E3841-9511-CE48-9C97-7A796907B706}"/>
              </a:ext>
            </a:extLst>
          </p:cNvPr>
          <p:cNvSpPr/>
          <p:nvPr/>
        </p:nvSpPr>
        <p:spPr>
          <a:xfrm>
            <a:off x="7288696" y="3114260"/>
            <a:ext cx="3064097" cy="2683755"/>
          </a:xfrm>
          <a:custGeom>
            <a:avLst/>
            <a:gdLst>
              <a:gd name="connsiteX0" fmla="*/ 0 w 2769704"/>
              <a:gd name="connsiteY0" fmla="*/ 0 h 2637182"/>
              <a:gd name="connsiteX1" fmla="*/ 980661 w 2769704"/>
              <a:gd name="connsiteY1" fmla="*/ 1007165 h 2637182"/>
              <a:gd name="connsiteX2" fmla="*/ 2014330 w 2769704"/>
              <a:gd name="connsiteY2" fmla="*/ 993913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1016216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998374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1011756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1011756 h 2637182"/>
              <a:gd name="connsiteX3" fmla="*/ 2478156 w 2769704"/>
              <a:gd name="connsiteY3" fmla="*/ 1007165 h 2637182"/>
              <a:gd name="connsiteX4" fmla="*/ 2054087 w 2769704"/>
              <a:gd name="connsiteY4" fmla="*/ 1709530 h 2637182"/>
              <a:gd name="connsiteX5" fmla="*/ 2753026 w 2769704"/>
              <a:gd name="connsiteY5" fmla="*/ 2050143 h 2637182"/>
              <a:gd name="connsiteX6" fmla="*/ 2769704 w 2769704"/>
              <a:gd name="connsiteY6" fmla="*/ 2637182 h 2637182"/>
              <a:gd name="connsiteX0" fmla="*/ 0 w 2753026"/>
              <a:gd name="connsiteY0" fmla="*/ 0 h 2628261"/>
              <a:gd name="connsiteX1" fmla="*/ 980661 w 2753026"/>
              <a:gd name="connsiteY1" fmla="*/ 1007165 h 2628261"/>
              <a:gd name="connsiteX2" fmla="*/ 2014330 w 2753026"/>
              <a:gd name="connsiteY2" fmla="*/ 1011756 h 2628261"/>
              <a:gd name="connsiteX3" fmla="*/ 2478156 w 2753026"/>
              <a:gd name="connsiteY3" fmla="*/ 1007165 h 2628261"/>
              <a:gd name="connsiteX4" fmla="*/ 2054087 w 2753026"/>
              <a:gd name="connsiteY4" fmla="*/ 1709530 h 2628261"/>
              <a:gd name="connsiteX5" fmla="*/ 2753026 w 2753026"/>
              <a:gd name="connsiteY5" fmla="*/ 2050143 h 2628261"/>
              <a:gd name="connsiteX6" fmla="*/ 2742942 w 2753026"/>
              <a:gd name="connsiteY6" fmla="*/ 2628261 h 2628261"/>
              <a:gd name="connsiteX0" fmla="*/ 0 w 2760784"/>
              <a:gd name="connsiteY0" fmla="*/ 0 h 2820062"/>
              <a:gd name="connsiteX1" fmla="*/ 980661 w 2760784"/>
              <a:gd name="connsiteY1" fmla="*/ 1007165 h 2820062"/>
              <a:gd name="connsiteX2" fmla="*/ 2014330 w 2760784"/>
              <a:gd name="connsiteY2" fmla="*/ 1011756 h 2820062"/>
              <a:gd name="connsiteX3" fmla="*/ 2478156 w 2760784"/>
              <a:gd name="connsiteY3" fmla="*/ 1007165 h 2820062"/>
              <a:gd name="connsiteX4" fmla="*/ 2054087 w 2760784"/>
              <a:gd name="connsiteY4" fmla="*/ 1709530 h 2820062"/>
              <a:gd name="connsiteX5" fmla="*/ 2753026 w 2760784"/>
              <a:gd name="connsiteY5" fmla="*/ 2050143 h 2820062"/>
              <a:gd name="connsiteX6" fmla="*/ 2760784 w 2760784"/>
              <a:gd name="connsiteY6" fmla="*/ 2820062 h 2820062"/>
              <a:gd name="connsiteX0" fmla="*/ 0 w 2760784"/>
              <a:gd name="connsiteY0" fmla="*/ 0 h 2820062"/>
              <a:gd name="connsiteX1" fmla="*/ 980661 w 2760784"/>
              <a:gd name="connsiteY1" fmla="*/ 1007165 h 2820062"/>
              <a:gd name="connsiteX2" fmla="*/ 2014330 w 2760784"/>
              <a:gd name="connsiteY2" fmla="*/ 1011756 h 2820062"/>
              <a:gd name="connsiteX3" fmla="*/ 2478156 w 2760784"/>
              <a:gd name="connsiteY3" fmla="*/ 1007165 h 2820062"/>
              <a:gd name="connsiteX4" fmla="*/ 2054087 w 2760784"/>
              <a:gd name="connsiteY4" fmla="*/ 1709530 h 2820062"/>
              <a:gd name="connsiteX5" fmla="*/ 2753026 w 2760784"/>
              <a:gd name="connsiteY5" fmla="*/ 2050143 h 2820062"/>
              <a:gd name="connsiteX6" fmla="*/ 2760783 w 2760784"/>
              <a:gd name="connsiteY6" fmla="*/ 2639768 h 2820062"/>
              <a:gd name="connsiteX7" fmla="*/ 2760784 w 2760784"/>
              <a:gd name="connsiteY7" fmla="*/ 2820062 h 2820062"/>
              <a:gd name="connsiteX0" fmla="*/ 0 w 3188991"/>
              <a:gd name="connsiteY0" fmla="*/ 0 h 2681787"/>
              <a:gd name="connsiteX1" fmla="*/ 980661 w 3188991"/>
              <a:gd name="connsiteY1" fmla="*/ 1007165 h 2681787"/>
              <a:gd name="connsiteX2" fmla="*/ 2014330 w 3188991"/>
              <a:gd name="connsiteY2" fmla="*/ 1011756 h 2681787"/>
              <a:gd name="connsiteX3" fmla="*/ 2478156 w 3188991"/>
              <a:gd name="connsiteY3" fmla="*/ 1007165 h 2681787"/>
              <a:gd name="connsiteX4" fmla="*/ 2054087 w 3188991"/>
              <a:gd name="connsiteY4" fmla="*/ 1709530 h 2681787"/>
              <a:gd name="connsiteX5" fmla="*/ 2753026 w 3188991"/>
              <a:gd name="connsiteY5" fmla="*/ 2050143 h 2681787"/>
              <a:gd name="connsiteX6" fmla="*/ 2760783 w 3188991"/>
              <a:gd name="connsiteY6" fmla="*/ 2639768 h 2681787"/>
              <a:gd name="connsiteX7" fmla="*/ 3188991 w 3188991"/>
              <a:gd name="connsiteY7" fmla="*/ 2681787 h 2681787"/>
              <a:gd name="connsiteX0" fmla="*/ 0 w 3188991"/>
              <a:gd name="connsiteY0" fmla="*/ 0 h 2691285"/>
              <a:gd name="connsiteX1" fmla="*/ 980661 w 3188991"/>
              <a:gd name="connsiteY1" fmla="*/ 1007165 h 2691285"/>
              <a:gd name="connsiteX2" fmla="*/ 2014330 w 3188991"/>
              <a:gd name="connsiteY2" fmla="*/ 1011756 h 2691285"/>
              <a:gd name="connsiteX3" fmla="*/ 2478156 w 3188991"/>
              <a:gd name="connsiteY3" fmla="*/ 1007165 h 2691285"/>
              <a:gd name="connsiteX4" fmla="*/ 2054087 w 3188991"/>
              <a:gd name="connsiteY4" fmla="*/ 1709530 h 2691285"/>
              <a:gd name="connsiteX5" fmla="*/ 2753026 w 3188991"/>
              <a:gd name="connsiteY5" fmla="*/ 2050143 h 2691285"/>
              <a:gd name="connsiteX6" fmla="*/ 2760783 w 3188991"/>
              <a:gd name="connsiteY6" fmla="*/ 2639768 h 2691285"/>
              <a:gd name="connsiteX7" fmla="*/ 3188991 w 3188991"/>
              <a:gd name="connsiteY7" fmla="*/ 2681787 h 2691285"/>
              <a:gd name="connsiteX0" fmla="*/ 0 w 3188991"/>
              <a:gd name="connsiteY0" fmla="*/ 0 h 2700394"/>
              <a:gd name="connsiteX1" fmla="*/ 980661 w 3188991"/>
              <a:gd name="connsiteY1" fmla="*/ 1007165 h 2700394"/>
              <a:gd name="connsiteX2" fmla="*/ 2014330 w 3188991"/>
              <a:gd name="connsiteY2" fmla="*/ 1011756 h 2700394"/>
              <a:gd name="connsiteX3" fmla="*/ 2478156 w 3188991"/>
              <a:gd name="connsiteY3" fmla="*/ 1007165 h 2700394"/>
              <a:gd name="connsiteX4" fmla="*/ 2054087 w 3188991"/>
              <a:gd name="connsiteY4" fmla="*/ 1709530 h 2700394"/>
              <a:gd name="connsiteX5" fmla="*/ 2753026 w 3188991"/>
              <a:gd name="connsiteY5" fmla="*/ 2050143 h 2700394"/>
              <a:gd name="connsiteX6" fmla="*/ 2765243 w 3188991"/>
              <a:gd name="connsiteY6" fmla="*/ 2662071 h 2700394"/>
              <a:gd name="connsiteX7" fmla="*/ 3188991 w 3188991"/>
              <a:gd name="connsiteY7" fmla="*/ 2681787 h 2700394"/>
              <a:gd name="connsiteX0" fmla="*/ 0 w 3188991"/>
              <a:gd name="connsiteY0" fmla="*/ 0 h 2686921"/>
              <a:gd name="connsiteX1" fmla="*/ 980661 w 3188991"/>
              <a:gd name="connsiteY1" fmla="*/ 1007165 h 2686921"/>
              <a:gd name="connsiteX2" fmla="*/ 2014330 w 3188991"/>
              <a:gd name="connsiteY2" fmla="*/ 1011756 h 2686921"/>
              <a:gd name="connsiteX3" fmla="*/ 2478156 w 3188991"/>
              <a:gd name="connsiteY3" fmla="*/ 1007165 h 2686921"/>
              <a:gd name="connsiteX4" fmla="*/ 2054087 w 3188991"/>
              <a:gd name="connsiteY4" fmla="*/ 1709530 h 2686921"/>
              <a:gd name="connsiteX5" fmla="*/ 2753026 w 3188991"/>
              <a:gd name="connsiteY5" fmla="*/ 2050143 h 2686921"/>
              <a:gd name="connsiteX6" fmla="*/ 2765243 w 3188991"/>
              <a:gd name="connsiteY6" fmla="*/ 2662071 h 2686921"/>
              <a:gd name="connsiteX7" fmla="*/ 3188991 w 3188991"/>
              <a:gd name="connsiteY7" fmla="*/ 2681787 h 2686921"/>
              <a:gd name="connsiteX0" fmla="*/ 0 w 3188991"/>
              <a:gd name="connsiteY0" fmla="*/ 0 h 2689619"/>
              <a:gd name="connsiteX1" fmla="*/ 980661 w 3188991"/>
              <a:gd name="connsiteY1" fmla="*/ 1007165 h 2689619"/>
              <a:gd name="connsiteX2" fmla="*/ 2014330 w 3188991"/>
              <a:gd name="connsiteY2" fmla="*/ 1011756 h 2689619"/>
              <a:gd name="connsiteX3" fmla="*/ 2478156 w 3188991"/>
              <a:gd name="connsiteY3" fmla="*/ 1007165 h 2689619"/>
              <a:gd name="connsiteX4" fmla="*/ 2054087 w 3188991"/>
              <a:gd name="connsiteY4" fmla="*/ 1709530 h 2689619"/>
              <a:gd name="connsiteX5" fmla="*/ 2753026 w 3188991"/>
              <a:gd name="connsiteY5" fmla="*/ 2050143 h 2689619"/>
              <a:gd name="connsiteX6" fmla="*/ 2769703 w 3188991"/>
              <a:gd name="connsiteY6" fmla="*/ 2675452 h 2689619"/>
              <a:gd name="connsiteX7" fmla="*/ 3188991 w 3188991"/>
              <a:gd name="connsiteY7" fmla="*/ 2681787 h 2689619"/>
              <a:gd name="connsiteX0" fmla="*/ 0 w 3188991"/>
              <a:gd name="connsiteY0" fmla="*/ 0 h 2681967"/>
              <a:gd name="connsiteX1" fmla="*/ 980661 w 3188991"/>
              <a:gd name="connsiteY1" fmla="*/ 1007165 h 2681967"/>
              <a:gd name="connsiteX2" fmla="*/ 2014330 w 3188991"/>
              <a:gd name="connsiteY2" fmla="*/ 1011756 h 2681967"/>
              <a:gd name="connsiteX3" fmla="*/ 2478156 w 3188991"/>
              <a:gd name="connsiteY3" fmla="*/ 1007165 h 2681967"/>
              <a:gd name="connsiteX4" fmla="*/ 2054087 w 3188991"/>
              <a:gd name="connsiteY4" fmla="*/ 1709530 h 2681967"/>
              <a:gd name="connsiteX5" fmla="*/ 2753026 w 3188991"/>
              <a:gd name="connsiteY5" fmla="*/ 2050143 h 2681967"/>
              <a:gd name="connsiteX6" fmla="*/ 2769703 w 3188991"/>
              <a:gd name="connsiteY6" fmla="*/ 2675452 h 2681967"/>
              <a:gd name="connsiteX7" fmla="*/ 3188991 w 3188991"/>
              <a:gd name="connsiteY7" fmla="*/ 2681787 h 2681967"/>
              <a:gd name="connsiteX0" fmla="*/ 0 w 3188991"/>
              <a:gd name="connsiteY0" fmla="*/ 0 h 2687647"/>
              <a:gd name="connsiteX1" fmla="*/ 980661 w 3188991"/>
              <a:gd name="connsiteY1" fmla="*/ 1007165 h 2687647"/>
              <a:gd name="connsiteX2" fmla="*/ 2014330 w 3188991"/>
              <a:gd name="connsiteY2" fmla="*/ 1011756 h 2687647"/>
              <a:gd name="connsiteX3" fmla="*/ 2478156 w 3188991"/>
              <a:gd name="connsiteY3" fmla="*/ 1007165 h 2687647"/>
              <a:gd name="connsiteX4" fmla="*/ 2054087 w 3188991"/>
              <a:gd name="connsiteY4" fmla="*/ 1709530 h 2687647"/>
              <a:gd name="connsiteX5" fmla="*/ 2753026 w 3188991"/>
              <a:gd name="connsiteY5" fmla="*/ 2050143 h 2687647"/>
              <a:gd name="connsiteX6" fmla="*/ 2769703 w 3188991"/>
              <a:gd name="connsiteY6" fmla="*/ 2675452 h 2687647"/>
              <a:gd name="connsiteX7" fmla="*/ 3188991 w 3188991"/>
              <a:gd name="connsiteY7" fmla="*/ 2681787 h 2687647"/>
              <a:gd name="connsiteX0" fmla="*/ 0 w 3064097"/>
              <a:gd name="connsiteY0" fmla="*/ 0 h 2687647"/>
              <a:gd name="connsiteX1" fmla="*/ 980661 w 3064097"/>
              <a:gd name="connsiteY1" fmla="*/ 1007165 h 2687647"/>
              <a:gd name="connsiteX2" fmla="*/ 2014330 w 3064097"/>
              <a:gd name="connsiteY2" fmla="*/ 1011756 h 2687647"/>
              <a:gd name="connsiteX3" fmla="*/ 2478156 w 3064097"/>
              <a:gd name="connsiteY3" fmla="*/ 1007165 h 2687647"/>
              <a:gd name="connsiteX4" fmla="*/ 2054087 w 3064097"/>
              <a:gd name="connsiteY4" fmla="*/ 1709530 h 2687647"/>
              <a:gd name="connsiteX5" fmla="*/ 2753026 w 3064097"/>
              <a:gd name="connsiteY5" fmla="*/ 2050143 h 2687647"/>
              <a:gd name="connsiteX6" fmla="*/ 2769703 w 3064097"/>
              <a:gd name="connsiteY6" fmla="*/ 2675452 h 2687647"/>
              <a:gd name="connsiteX7" fmla="*/ 3064097 w 3064097"/>
              <a:gd name="connsiteY7" fmla="*/ 2681787 h 2687647"/>
              <a:gd name="connsiteX0" fmla="*/ 0 w 3064097"/>
              <a:gd name="connsiteY0" fmla="*/ 0 h 2683755"/>
              <a:gd name="connsiteX1" fmla="*/ 980661 w 3064097"/>
              <a:gd name="connsiteY1" fmla="*/ 1007165 h 2683755"/>
              <a:gd name="connsiteX2" fmla="*/ 2014330 w 3064097"/>
              <a:gd name="connsiteY2" fmla="*/ 1011756 h 2683755"/>
              <a:gd name="connsiteX3" fmla="*/ 2478156 w 3064097"/>
              <a:gd name="connsiteY3" fmla="*/ 1007165 h 2683755"/>
              <a:gd name="connsiteX4" fmla="*/ 2054087 w 3064097"/>
              <a:gd name="connsiteY4" fmla="*/ 1709530 h 2683755"/>
              <a:gd name="connsiteX5" fmla="*/ 2753026 w 3064097"/>
              <a:gd name="connsiteY5" fmla="*/ 2050143 h 2683755"/>
              <a:gd name="connsiteX6" fmla="*/ 2769703 w 3064097"/>
              <a:gd name="connsiteY6" fmla="*/ 2675452 h 2683755"/>
              <a:gd name="connsiteX7" fmla="*/ 3064097 w 3064097"/>
              <a:gd name="connsiteY7" fmla="*/ 2681787 h 2683755"/>
              <a:gd name="connsiteX0" fmla="*/ 0 w 3064097"/>
              <a:gd name="connsiteY0" fmla="*/ 0 h 2683755"/>
              <a:gd name="connsiteX1" fmla="*/ 980661 w 3064097"/>
              <a:gd name="connsiteY1" fmla="*/ 1007165 h 2683755"/>
              <a:gd name="connsiteX2" fmla="*/ 2014330 w 3064097"/>
              <a:gd name="connsiteY2" fmla="*/ 1011756 h 2683755"/>
              <a:gd name="connsiteX3" fmla="*/ 2478156 w 3064097"/>
              <a:gd name="connsiteY3" fmla="*/ 1007165 h 2683755"/>
              <a:gd name="connsiteX4" fmla="*/ 2054087 w 3064097"/>
              <a:gd name="connsiteY4" fmla="*/ 1709530 h 2683755"/>
              <a:gd name="connsiteX5" fmla="*/ 2753026 w 3064097"/>
              <a:gd name="connsiteY5" fmla="*/ 2050143 h 2683755"/>
              <a:gd name="connsiteX6" fmla="*/ 2769703 w 3064097"/>
              <a:gd name="connsiteY6" fmla="*/ 2675452 h 2683755"/>
              <a:gd name="connsiteX7" fmla="*/ 3064097 w 3064097"/>
              <a:gd name="connsiteY7" fmla="*/ 2681787 h 2683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64097" h="2683755">
                <a:moveTo>
                  <a:pt x="0" y="0"/>
                </a:moveTo>
                <a:lnTo>
                  <a:pt x="980661" y="1007165"/>
                </a:lnTo>
                <a:lnTo>
                  <a:pt x="2014330" y="1011756"/>
                </a:lnTo>
                <a:lnTo>
                  <a:pt x="2478156" y="1007165"/>
                </a:lnTo>
                <a:lnTo>
                  <a:pt x="2054087" y="1709530"/>
                </a:lnTo>
                <a:lnTo>
                  <a:pt x="2753026" y="2050143"/>
                </a:lnTo>
                <a:lnTo>
                  <a:pt x="2769703" y="2675452"/>
                </a:lnTo>
                <a:cubicBezTo>
                  <a:pt x="2903519" y="2686485"/>
                  <a:pt x="2930284" y="2684136"/>
                  <a:pt x="3064097" y="2681787"/>
                </a:cubicBezTo>
              </a:path>
            </a:pathLst>
          </a:custGeom>
          <a:noFill/>
          <a:ln w="31750">
            <a:solidFill>
              <a:srgbClr val="C00000"/>
            </a:solidFill>
            <a:headEnd type="triangl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B7C8E70B-CD71-5344-8A10-A97CD4A21DD6}"/>
              </a:ext>
            </a:extLst>
          </p:cNvPr>
          <p:cNvGrpSpPr/>
          <p:nvPr/>
        </p:nvGrpSpPr>
        <p:grpSpPr>
          <a:xfrm>
            <a:off x="6543892" y="2922262"/>
            <a:ext cx="3175" cy="379738"/>
            <a:chOff x="6543892" y="2922262"/>
            <a:chExt cx="3175" cy="379738"/>
          </a:xfrm>
        </p:grpSpPr>
        <p:cxnSp>
          <p:nvCxnSpPr>
            <p:cNvPr id="4" name="Straight Arrow Connector 3">
              <a:extLst>
                <a:ext uri="{FF2B5EF4-FFF2-40B4-BE49-F238E27FC236}">
                  <a16:creationId xmlns:a16="http://schemas.microsoft.com/office/drawing/2014/main" id="{6BDA0B02-D308-914F-B9AF-9B30A608DC39}"/>
                </a:ext>
              </a:extLst>
            </p:cNvPr>
            <p:cNvCxnSpPr>
              <a:cxnSpLocks/>
            </p:cNvCxnSpPr>
            <p:nvPr/>
          </p:nvCxnSpPr>
          <p:spPr>
            <a:xfrm flipV="1">
              <a:off x="6543892" y="2922262"/>
              <a:ext cx="0" cy="14796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539" name="Straight Arrow Connector 538">
              <a:extLst>
                <a:ext uri="{FF2B5EF4-FFF2-40B4-BE49-F238E27FC236}">
                  <a16:creationId xmlns:a16="http://schemas.microsoft.com/office/drawing/2014/main" id="{57B8E898-44FB-B841-AE65-AE09A8A0CFEB}"/>
                </a:ext>
              </a:extLst>
            </p:cNvPr>
            <p:cNvCxnSpPr>
              <a:cxnSpLocks/>
            </p:cNvCxnSpPr>
            <p:nvPr/>
          </p:nvCxnSpPr>
          <p:spPr>
            <a:xfrm>
              <a:off x="6547067" y="3154037"/>
              <a:ext cx="0" cy="14796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541" name="Group 540">
            <a:extLst>
              <a:ext uri="{FF2B5EF4-FFF2-40B4-BE49-F238E27FC236}">
                <a16:creationId xmlns:a16="http://schemas.microsoft.com/office/drawing/2014/main" id="{B56D1341-8122-3F4B-B605-EEF86D2EC3FE}"/>
              </a:ext>
            </a:extLst>
          </p:cNvPr>
          <p:cNvGrpSpPr/>
          <p:nvPr/>
        </p:nvGrpSpPr>
        <p:grpSpPr>
          <a:xfrm>
            <a:off x="11233367" y="5608312"/>
            <a:ext cx="3175" cy="379738"/>
            <a:chOff x="6543892" y="2922262"/>
            <a:chExt cx="3175" cy="379738"/>
          </a:xfrm>
        </p:grpSpPr>
        <p:cxnSp>
          <p:nvCxnSpPr>
            <p:cNvPr id="542" name="Straight Arrow Connector 541">
              <a:extLst>
                <a:ext uri="{FF2B5EF4-FFF2-40B4-BE49-F238E27FC236}">
                  <a16:creationId xmlns:a16="http://schemas.microsoft.com/office/drawing/2014/main" id="{8548ACDB-2213-B74B-9620-96BE011EBED2}"/>
                </a:ext>
              </a:extLst>
            </p:cNvPr>
            <p:cNvCxnSpPr>
              <a:cxnSpLocks/>
            </p:cNvCxnSpPr>
            <p:nvPr/>
          </p:nvCxnSpPr>
          <p:spPr>
            <a:xfrm flipV="1">
              <a:off x="6543892" y="2922262"/>
              <a:ext cx="0" cy="14796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543" name="Straight Arrow Connector 542">
              <a:extLst>
                <a:ext uri="{FF2B5EF4-FFF2-40B4-BE49-F238E27FC236}">
                  <a16:creationId xmlns:a16="http://schemas.microsoft.com/office/drawing/2014/main" id="{B997A270-0B54-B346-940E-141C5BCBA349}"/>
                </a:ext>
              </a:extLst>
            </p:cNvPr>
            <p:cNvCxnSpPr>
              <a:cxnSpLocks/>
            </p:cNvCxnSpPr>
            <p:nvPr/>
          </p:nvCxnSpPr>
          <p:spPr>
            <a:xfrm>
              <a:off x="6547067" y="3154037"/>
              <a:ext cx="0" cy="14796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sp>
        <p:nvSpPr>
          <p:cNvPr id="544" name="Slide Number Placeholder 4">
            <a:extLst>
              <a:ext uri="{FF2B5EF4-FFF2-40B4-BE49-F238E27FC236}">
                <a16:creationId xmlns:a16="http://schemas.microsoft.com/office/drawing/2014/main" id="{78A6B799-8B01-D64E-9924-2C0FA4115D58}"/>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a:t>
            </a:fld>
            <a:endParaRPr lang="en-US" dirty="0"/>
          </a:p>
        </p:txBody>
      </p:sp>
    </p:spTree>
    <p:extLst>
      <p:ext uri="{BB962C8B-B14F-4D97-AF65-F5344CB8AC3E}">
        <p14:creationId xmlns:p14="http://schemas.microsoft.com/office/powerpoint/2010/main" val="27728691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animEffect transition="in" filter="dissolve">
                                      <p:cBhvr>
                                        <p:cTn id="7" dur="500"/>
                                        <p:tgtEl>
                                          <p:spTgt spid="6">
                                            <p:txEl>
                                              <p:pRg st="0" end="0"/>
                                            </p:txEl>
                                          </p:spTgt>
                                        </p:tgtEl>
                                      </p:cBhvr>
                                    </p:animEffect>
                                  </p:childTnLst>
                                </p:cTn>
                              </p:par>
                              <p:par>
                                <p:cTn id="8" presetID="22" presetClass="entr" presetSubtype="2" fill="hold" nodeType="withEffect">
                                  <p:stCondLst>
                                    <p:cond delay="0"/>
                                  </p:stCondLst>
                                  <p:childTnLst>
                                    <p:set>
                                      <p:cBhvr>
                                        <p:cTn id="9" dur="1" fill="hold">
                                          <p:stCondLst>
                                            <p:cond delay="0"/>
                                          </p:stCondLst>
                                        </p:cTn>
                                        <p:tgtEl>
                                          <p:spTgt spid="474"/>
                                        </p:tgtEl>
                                        <p:attrNameLst>
                                          <p:attrName>style.visibility</p:attrName>
                                        </p:attrNameLst>
                                      </p:cBhvr>
                                      <p:to>
                                        <p:strVal val="visible"/>
                                      </p:to>
                                    </p:set>
                                    <p:animEffect transition="in" filter="wipe(right)">
                                      <p:cBhvr>
                                        <p:cTn id="10" dur="500"/>
                                        <p:tgtEl>
                                          <p:spTgt spid="474"/>
                                        </p:tgtEl>
                                      </p:cBhvr>
                                    </p:animEffect>
                                  </p:childTnLst>
                                </p:cTn>
                              </p:par>
                              <p:par>
                                <p:cTn id="11" presetID="22" presetClass="entr" presetSubtype="8" fill="hold" nodeType="withEffect">
                                  <p:stCondLst>
                                    <p:cond delay="0"/>
                                  </p:stCondLst>
                                  <p:childTnLst>
                                    <p:set>
                                      <p:cBhvr>
                                        <p:cTn id="12" dur="1" fill="hold">
                                          <p:stCondLst>
                                            <p:cond delay="0"/>
                                          </p:stCondLst>
                                        </p:cTn>
                                        <p:tgtEl>
                                          <p:spTgt spid="464"/>
                                        </p:tgtEl>
                                        <p:attrNameLst>
                                          <p:attrName>style.visibility</p:attrName>
                                        </p:attrNameLst>
                                      </p:cBhvr>
                                      <p:to>
                                        <p:strVal val="visible"/>
                                      </p:to>
                                    </p:set>
                                    <p:animEffect transition="in" filter="wipe(left)">
                                      <p:cBhvr>
                                        <p:cTn id="13" dur="500"/>
                                        <p:tgtEl>
                                          <p:spTgt spid="464"/>
                                        </p:tgtEl>
                                      </p:cBhvr>
                                    </p:animEffect>
                                  </p:childTnLst>
                                </p:cTn>
                              </p:par>
                              <p:par>
                                <p:cTn id="14" presetID="9" presetClass="entr" presetSubtype="0" fill="hold" nodeType="withEffect">
                                  <p:stCondLst>
                                    <p:cond delay="0"/>
                                  </p:stCondLst>
                                  <p:childTnLst>
                                    <p:set>
                                      <p:cBhvr>
                                        <p:cTn id="15" dur="1" fill="hold">
                                          <p:stCondLst>
                                            <p:cond delay="0"/>
                                          </p:stCondLst>
                                        </p:cTn>
                                        <p:tgtEl>
                                          <p:spTgt spid="6">
                                            <p:txEl>
                                              <p:pRg st="1" end="1"/>
                                            </p:txEl>
                                          </p:spTgt>
                                        </p:tgtEl>
                                        <p:attrNameLst>
                                          <p:attrName>style.visibility</p:attrName>
                                        </p:attrNameLst>
                                      </p:cBhvr>
                                      <p:to>
                                        <p:strVal val="visible"/>
                                      </p:to>
                                    </p:set>
                                    <p:animEffect transition="in" filter="dissolve">
                                      <p:cBhvr>
                                        <p:cTn id="16" dur="500"/>
                                        <p:tgtEl>
                                          <p:spTgt spid="6">
                                            <p:txEl>
                                              <p:pRg st="1" end="1"/>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6">
                                            <p:txEl>
                                              <p:pRg st="2" end="2"/>
                                            </p:txEl>
                                          </p:spTgt>
                                        </p:tgtEl>
                                        <p:attrNameLst>
                                          <p:attrName>style.visibility</p:attrName>
                                        </p:attrNameLst>
                                      </p:cBhvr>
                                      <p:to>
                                        <p:strVal val="visible"/>
                                      </p:to>
                                    </p:set>
                                    <p:animEffect transition="in" filter="dissolve">
                                      <p:cBhvr>
                                        <p:cTn id="19" dur="500"/>
                                        <p:tgtEl>
                                          <p:spTgt spid="6">
                                            <p:txEl>
                                              <p:pRg st="2" end="2"/>
                                            </p:txEl>
                                          </p:spTgt>
                                        </p:tgtEl>
                                      </p:cBhvr>
                                    </p:animEffect>
                                  </p:childTnLst>
                                </p:cTn>
                              </p:par>
                              <p:par>
                                <p:cTn id="20" presetID="9" presetClass="entr" presetSubtype="0" fill="hold" nodeType="with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dissolve">
                                      <p:cBhvr>
                                        <p:cTn id="22" dur="500"/>
                                        <p:tgtEl>
                                          <p:spTgt spid="7"/>
                                        </p:tgtEl>
                                      </p:cBhvr>
                                    </p:animEffect>
                                  </p:childTnLst>
                                </p:cTn>
                              </p:par>
                              <p:par>
                                <p:cTn id="23" presetID="9" presetClass="entr" presetSubtype="0" fill="hold" nodeType="withEffect">
                                  <p:stCondLst>
                                    <p:cond delay="0"/>
                                  </p:stCondLst>
                                  <p:childTnLst>
                                    <p:set>
                                      <p:cBhvr>
                                        <p:cTn id="24" dur="1" fill="hold">
                                          <p:stCondLst>
                                            <p:cond delay="0"/>
                                          </p:stCondLst>
                                        </p:cTn>
                                        <p:tgtEl>
                                          <p:spTgt spid="541"/>
                                        </p:tgtEl>
                                        <p:attrNameLst>
                                          <p:attrName>style.visibility</p:attrName>
                                        </p:attrNameLst>
                                      </p:cBhvr>
                                      <p:to>
                                        <p:strVal val="visible"/>
                                      </p:to>
                                    </p:set>
                                    <p:animEffect transition="in" filter="dissolve">
                                      <p:cBhvr>
                                        <p:cTn id="25" dur="500"/>
                                        <p:tgtEl>
                                          <p:spTgt spid="541"/>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6">
                                            <p:txEl>
                                              <p:pRg st="3" end="3"/>
                                            </p:txEl>
                                          </p:spTgt>
                                        </p:tgtEl>
                                        <p:attrNameLst>
                                          <p:attrName>style.visibility</p:attrName>
                                        </p:attrNameLst>
                                      </p:cBhvr>
                                      <p:to>
                                        <p:strVal val="visible"/>
                                      </p:to>
                                    </p:set>
                                    <p:animEffect transition="in" filter="dissolve">
                                      <p:cBhvr>
                                        <p:cTn id="30" dur="500"/>
                                        <p:tgtEl>
                                          <p:spTgt spid="6">
                                            <p:txEl>
                                              <p:pRg st="3" end="3"/>
                                            </p:txEl>
                                          </p:spTgt>
                                        </p:tgtEl>
                                      </p:cBhvr>
                                    </p:animEffect>
                                  </p:childTnLst>
                                </p:cTn>
                              </p:par>
                            </p:childTnLst>
                          </p:cTn>
                        </p:par>
                        <p:par>
                          <p:cTn id="31" fill="hold">
                            <p:stCondLst>
                              <p:cond delay="500"/>
                            </p:stCondLst>
                            <p:childTnLst>
                              <p:par>
                                <p:cTn id="32" presetID="9" presetClass="entr" presetSubtype="0" fill="hold" nodeType="afterEffect">
                                  <p:stCondLst>
                                    <p:cond delay="0"/>
                                  </p:stCondLst>
                                  <p:childTnLst>
                                    <p:set>
                                      <p:cBhvr>
                                        <p:cTn id="33" dur="1" fill="hold">
                                          <p:stCondLst>
                                            <p:cond delay="0"/>
                                          </p:stCondLst>
                                        </p:cTn>
                                        <p:tgtEl>
                                          <p:spTgt spid="473"/>
                                        </p:tgtEl>
                                        <p:attrNameLst>
                                          <p:attrName>style.visibility</p:attrName>
                                        </p:attrNameLst>
                                      </p:cBhvr>
                                      <p:to>
                                        <p:strVal val="visible"/>
                                      </p:to>
                                    </p:set>
                                    <p:animEffect transition="in" filter="dissolve">
                                      <p:cBhvr>
                                        <p:cTn id="34" dur="1000"/>
                                        <p:tgtEl>
                                          <p:spTgt spid="473"/>
                                        </p:tgtEl>
                                      </p:cBhvr>
                                    </p:animEffect>
                                  </p:childTnLst>
                                </p:cTn>
                              </p:par>
                            </p:childTnLst>
                          </p:cTn>
                        </p:par>
                      </p:childTnLst>
                    </p:cTn>
                  </p:par>
                  <p:par>
                    <p:cTn id="35" fill="hold">
                      <p:stCondLst>
                        <p:cond delay="indefinite"/>
                      </p:stCondLst>
                      <p:childTnLst>
                        <p:par>
                          <p:cTn id="36" fill="hold">
                            <p:stCondLst>
                              <p:cond delay="0"/>
                            </p:stCondLst>
                            <p:childTnLst>
                              <p:par>
                                <p:cTn id="37" presetID="9" presetClass="entr" presetSubtype="0" fill="hold" nodeType="clickEffect">
                                  <p:stCondLst>
                                    <p:cond delay="0"/>
                                  </p:stCondLst>
                                  <p:childTnLst>
                                    <p:set>
                                      <p:cBhvr>
                                        <p:cTn id="38" dur="1" fill="hold">
                                          <p:stCondLst>
                                            <p:cond delay="0"/>
                                          </p:stCondLst>
                                        </p:cTn>
                                        <p:tgtEl>
                                          <p:spTgt spid="6">
                                            <p:txEl>
                                              <p:pRg st="4" end="4"/>
                                            </p:txEl>
                                          </p:spTgt>
                                        </p:tgtEl>
                                        <p:attrNameLst>
                                          <p:attrName>style.visibility</p:attrName>
                                        </p:attrNameLst>
                                      </p:cBhvr>
                                      <p:to>
                                        <p:strVal val="visible"/>
                                      </p:to>
                                    </p:set>
                                    <p:animEffect transition="in" filter="dissolve">
                                      <p:cBhvr>
                                        <p:cTn id="39" dur="500"/>
                                        <p:tgtEl>
                                          <p:spTgt spid="6">
                                            <p:txEl>
                                              <p:pRg st="4" end="4"/>
                                            </p:txEl>
                                          </p:spTgt>
                                        </p:tgtEl>
                                      </p:cBhvr>
                                    </p:animEffect>
                                  </p:childTnLst>
                                </p:cTn>
                              </p:par>
                            </p:childTnLst>
                          </p:cTn>
                        </p:par>
                        <p:par>
                          <p:cTn id="40" fill="hold">
                            <p:stCondLst>
                              <p:cond delay="500"/>
                            </p:stCondLst>
                            <p:childTnLst>
                              <p:par>
                                <p:cTn id="41" presetID="9" presetClass="entr" presetSubtype="0" fill="hold" grpId="0" nodeType="afterEffect">
                                  <p:stCondLst>
                                    <p:cond delay="0"/>
                                  </p:stCondLst>
                                  <p:childTnLst>
                                    <p:set>
                                      <p:cBhvr>
                                        <p:cTn id="42" dur="1" fill="hold">
                                          <p:stCondLst>
                                            <p:cond delay="0"/>
                                          </p:stCondLst>
                                        </p:cTn>
                                        <p:tgtEl>
                                          <p:spTgt spid="457"/>
                                        </p:tgtEl>
                                        <p:attrNameLst>
                                          <p:attrName>style.visibility</p:attrName>
                                        </p:attrNameLst>
                                      </p:cBhvr>
                                      <p:to>
                                        <p:strVal val="visible"/>
                                      </p:to>
                                    </p:set>
                                    <p:animEffect transition="in" filter="dissolve">
                                      <p:cBhvr>
                                        <p:cTn id="43" dur="1000"/>
                                        <p:tgtEl>
                                          <p:spTgt spid="457"/>
                                        </p:tgtEl>
                                      </p:cBhvr>
                                    </p:animEffect>
                                  </p:childTnLst>
                                </p:cTn>
                              </p:par>
                              <p:par>
                                <p:cTn id="44" presetID="9" presetClass="entr" presetSubtype="0" fill="hold" nodeType="withEffect">
                                  <p:stCondLst>
                                    <p:cond delay="0"/>
                                  </p:stCondLst>
                                  <p:childTnLst>
                                    <p:set>
                                      <p:cBhvr>
                                        <p:cTn id="45" dur="1" fill="hold">
                                          <p:stCondLst>
                                            <p:cond delay="0"/>
                                          </p:stCondLst>
                                        </p:cTn>
                                        <p:tgtEl>
                                          <p:spTgt spid="6">
                                            <p:txEl>
                                              <p:pRg st="5" end="5"/>
                                            </p:txEl>
                                          </p:spTgt>
                                        </p:tgtEl>
                                        <p:attrNameLst>
                                          <p:attrName>style.visibility</p:attrName>
                                        </p:attrNameLst>
                                      </p:cBhvr>
                                      <p:to>
                                        <p:strVal val="visible"/>
                                      </p:to>
                                    </p:set>
                                    <p:animEffect transition="in" filter="dissolve">
                                      <p:cBhvr>
                                        <p:cTn id="46" dur="500"/>
                                        <p:tgtEl>
                                          <p:spTgt spid="6">
                                            <p:txEl>
                                              <p:pRg st="5" end="5"/>
                                            </p:txEl>
                                          </p:spTgt>
                                        </p:tgtEl>
                                      </p:cBhvr>
                                    </p:animEffect>
                                  </p:childTnLst>
                                </p:cTn>
                              </p:par>
                              <p:par>
                                <p:cTn id="47" presetID="9" presetClass="entr" presetSubtype="0" fill="hold" nodeType="withEffect">
                                  <p:stCondLst>
                                    <p:cond delay="0"/>
                                  </p:stCondLst>
                                  <p:childTnLst>
                                    <p:set>
                                      <p:cBhvr>
                                        <p:cTn id="48" dur="1" fill="hold">
                                          <p:stCondLst>
                                            <p:cond delay="0"/>
                                          </p:stCondLst>
                                        </p:cTn>
                                        <p:tgtEl>
                                          <p:spTgt spid="6">
                                            <p:txEl>
                                              <p:pRg st="6" end="6"/>
                                            </p:txEl>
                                          </p:spTgt>
                                        </p:tgtEl>
                                        <p:attrNameLst>
                                          <p:attrName>style.visibility</p:attrName>
                                        </p:attrNameLst>
                                      </p:cBhvr>
                                      <p:to>
                                        <p:strVal val="visible"/>
                                      </p:to>
                                    </p:set>
                                    <p:animEffect transition="in" filter="dissolve">
                                      <p:cBhvr>
                                        <p:cTn id="49" dur="500"/>
                                        <p:tgtEl>
                                          <p:spTgt spid="6">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7"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sz="4800" dirty="0"/>
              <a:t>Two key network-layer functions</a:t>
            </a:r>
          </a:p>
        </p:txBody>
      </p:sp>
      <p:sp>
        <p:nvSpPr>
          <p:cNvPr id="3" name="Content Placeholder 2">
            <a:extLst>
              <a:ext uri="{FF2B5EF4-FFF2-40B4-BE49-F238E27FC236}">
                <a16:creationId xmlns:a16="http://schemas.microsoft.com/office/drawing/2014/main" id="{55464CE4-E4F1-4F4A-A1DB-26BB66DC4403}"/>
              </a:ext>
            </a:extLst>
          </p:cNvPr>
          <p:cNvSpPr>
            <a:spLocks noGrp="1"/>
          </p:cNvSpPr>
          <p:nvPr>
            <p:ph sz="half" idx="1"/>
          </p:nvPr>
        </p:nvSpPr>
        <p:spPr>
          <a:xfrm>
            <a:off x="877956" y="1666601"/>
            <a:ext cx="5181600" cy="1890791"/>
          </a:xfrm>
        </p:spPr>
        <p:txBody>
          <a:bodyPr/>
          <a:lstStyle/>
          <a:p>
            <a:pPr marL="0" indent="0">
              <a:spcBef>
                <a:spcPts val="600"/>
              </a:spcBef>
              <a:buNone/>
            </a:pPr>
            <a:r>
              <a:rPr lang="en-US" altLang="en-US" sz="3200" dirty="0">
                <a:solidFill>
                  <a:srgbClr val="CC0000"/>
                </a:solidFill>
                <a:ea typeface="ＭＳ Ｐゴシック" panose="020B0600070205080204" pitchFamily="34" charset="-128"/>
                <a:cs typeface="ＭＳ Ｐゴシック" panose="020B0600070205080204" pitchFamily="34" charset="-128"/>
              </a:rPr>
              <a:t>network-layer functions:</a:t>
            </a:r>
          </a:p>
          <a:p>
            <a:pPr indent="-234950">
              <a:spcBef>
                <a:spcPts val="600"/>
              </a:spcBef>
            </a:pPr>
            <a:r>
              <a:rPr lang="en-US" altLang="en-US" i="1" dirty="0">
                <a:solidFill>
                  <a:srgbClr val="000099"/>
                </a:solidFill>
                <a:ea typeface="ＭＳ Ｐゴシック" panose="020B0600070205080204" pitchFamily="34" charset="-128"/>
                <a:cs typeface="ＭＳ Ｐゴシック" panose="020B0600070205080204" pitchFamily="34" charset="-128"/>
              </a:rPr>
              <a:t>forwarding:</a:t>
            </a:r>
            <a:r>
              <a:rPr lang="en-US" altLang="en-US" dirty="0">
                <a:ea typeface="ＭＳ Ｐゴシック" panose="020B0600070205080204" pitchFamily="34" charset="-128"/>
                <a:cs typeface="ＭＳ Ｐゴシック" panose="020B0600070205080204" pitchFamily="34" charset="-128"/>
              </a:rPr>
              <a:t> move packets from a router’</a:t>
            </a:r>
            <a:r>
              <a:rPr lang="en-US" altLang="ja-JP" dirty="0">
                <a:ea typeface="ＭＳ Ｐゴシック" panose="020B0600070205080204" pitchFamily="34" charset="-128"/>
                <a:cs typeface="ＭＳ Ｐゴシック" panose="020B0600070205080204" pitchFamily="34" charset="-128"/>
              </a:rPr>
              <a:t>s input link to appropriate router output link</a:t>
            </a:r>
          </a:p>
          <a:p>
            <a:endParaRPr lang="en-US" dirty="0"/>
          </a:p>
        </p:txBody>
      </p:sp>
      <p:sp>
        <p:nvSpPr>
          <p:cNvPr id="4" name="Content Placeholder 3">
            <a:extLst>
              <a:ext uri="{FF2B5EF4-FFF2-40B4-BE49-F238E27FC236}">
                <a16:creationId xmlns:a16="http://schemas.microsoft.com/office/drawing/2014/main" id="{98DB0211-6ED0-7F44-B672-CF345E4B3295}"/>
              </a:ext>
            </a:extLst>
          </p:cNvPr>
          <p:cNvSpPr>
            <a:spLocks noGrp="1"/>
          </p:cNvSpPr>
          <p:nvPr>
            <p:ph sz="half" idx="2"/>
          </p:nvPr>
        </p:nvSpPr>
        <p:spPr>
          <a:xfrm>
            <a:off x="6172200" y="1693105"/>
            <a:ext cx="5181600" cy="4351338"/>
          </a:xfrm>
        </p:spPr>
        <p:txBody>
          <a:bodyPr/>
          <a:lstStyle/>
          <a:p>
            <a:pPr marL="342900" indent="-342900">
              <a:lnSpc>
                <a:spcPct val="85000"/>
              </a:lnSpc>
              <a:spcBef>
                <a:spcPts val="600"/>
              </a:spcBef>
              <a:buClr>
                <a:srgbClr val="000099"/>
              </a:buClr>
              <a:buSzPct val="65000"/>
              <a:buFont typeface="Wingdings" charset="0"/>
              <a:buNone/>
              <a:defRPr/>
            </a:pPr>
            <a:r>
              <a:rPr lang="en-US" sz="3200" dirty="0">
                <a:solidFill>
                  <a:srgbClr val="CC0000"/>
                </a:solidFill>
                <a:ea typeface="ＭＳ Ｐゴシック" charset="0"/>
                <a:cs typeface="ＭＳ Ｐゴシック" charset="0"/>
              </a:rPr>
              <a:t>analogy: taking a trip</a:t>
            </a:r>
          </a:p>
          <a:p>
            <a:pPr indent="-234950">
              <a:lnSpc>
                <a:spcPct val="85000"/>
              </a:lnSpc>
              <a:spcBef>
                <a:spcPts val="600"/>
              </a:spcBef>
              <a:buClr>
                <a:srgbClr val="000099"/>
              </a:buClr>
              <a:buSzPct val="100000"/>
              <a:buFont typeface="Wingdings" charset="2"/>
              <a:buChar char="§"/>
              <a:defRPr/>
            </a:pPr>
            <a:r>
              <a:rPr lang="en-US" i="1" dirty="0">
                <a:solidFill>
                  <a:srgbClr val="000099"/>
                </a:solidFill>
                <a:ea typeface="ＭＳ Ｐゴシック" charset="0"/>
                <a:cs typeface="ＭＳ Ｐゴシック" charset="0"/>
              </a:rPr>
              <a:t>forwarding</a:t>
            </a:r>
            <a:r>
              <a:rPr lang="en-US" i="1" dirty="0">
                <a:solidFill>
                  <a:schemeClr val="accent2"/>
                </a:solidFill>
                <a:ea typeface="ＭＳ Ｐゴシック" charset="0"/>
                <a:cs typeface="ＭＳ Ｐゴシック" charset="0"/>
              </a:rPr>
              <a:t>:</a:t>
            </a:r>
            <a:r>
              <a:rPr lang="en-US" dirty="0">
                <a:ea typeface="ＭＳ Ｐゴシック" charset="0"/>
                <a:cs typeface="ＭＳ Ｐゴシック" charset="0"/>
              </a:rPr>
              <a:t> process of getting through single interchange</a:t>
            </a:r>
          </a:p>
          <a:p>
            <a:pPr marL="130175" indent="0">
              <a:buNone/>
            </a:pPr>
            <a:endParaRPr lang="en-US" dirty="0"/>
          </a:p>
        </p:txBody>
      </p:sp>
      <p:grpSp>
        <p:nvGrpSpPr>
          <p:cNvPr id="12" name="Group 11">
            <a:extLst>
              <a:ext uri="{FF2B5EF4-FFF2-40B4-BE49-F238E27FC236}">
                <a16:creationId xmlns:a16="http://schemas.microsoft.com/office/drawing/2014/main" id="{68371013-A5FC-6449-8EBD-FFD24F88C1EA}"/>
              </a:ext>
            </a:extLst>
          </p:cNvPr>
          <p:cNvGrpSpPr/>
          <p:nvPr/>
        </p:nvGrpSpPr>
        <p:grpSpPr>
          <a:xfrm>
            <a:off x="6519334" y="4075932"/>
            <a:ext cx="2227101" cy="1745933"/>
            <a:chOff x="6519334" y="4075932"/>
            <a:chExt cx="2227101" cy="1745933"/>
          </a:xfrm>
        </p:grpSpPr>
        <p:pic>
          <p:nvPicPr>
            <p:cNvPr id="7" name="Picture 4" descr="Why traffic apps make congestion worse | Berkeley News">
              <a:extLst>
                <a:ext uri="{FF2B5EF4-FFF2-40B4-BE49-F238E27FC236}">
                  <a16:creationId xmlns:a16="http://schemas.microsoft.com/office/drawing/2014/main" id="{CD6CA999-26EA-C043-A05F-7FF647C236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606213" y="4075932"/>
              <a:ext cx="2140222" cy="1426815"/>
            </a:xfrm>
            <a:prstGeom prst="rect">
              <a:avLst/>
            </a:prstGeom>
            <a:noFill/>
            <a:extLst>
              <a:ext uri="{909E8E84-426E-40DD-AFC4-6F175D3DCCD1}">
                <a14:hiddenFill xmlns:a14="http://schemas.microsoft.com/office/drawing/2010/main">
                  <a:solidFill>
                    <a:srgbClr val="FFFFFF"/>
                  </a:solidFill>
                </a14:hiddenFill>
              </a:ext>
            </a:extLst>
          </p:spPr>
        </p:pic>
        <p:sp>
          <p:nvSpPr>
            <p:cNvPr id="6" name="TextBox 5">
              <a:extLst>
                <a:ext uri="{FF2B5EF4-FFF2-40B4-BE49-F238E27FC236}">
                  <a16:creationId xmlns:a16="http://schemas.microsoft.com/office/drawing/2014/main" id="{D296BA12-D229-844C-A5E1-61D8CC428F53}"/>
                </a:ext>
              </a:extLst>
            </p:cNvPr>
            <p:cNvSpPr txBox="1"/>
            <p:nvPr/>
          </p:nvSpPr>
          <p:spPr>
            <a:xfrm>
              <a:off x="6519334" y="5452533"/>
              <a:ext cx="12092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forwarding</a:t>
              </a:r>
            </a:p>
          </p:txBody>
        </p:sp>
      </p:grpSp>
      <p:grpSp>
        <p:nvGrpSpPr>
          <p:cNvPr id="13" name="Group 12">
            <a:extLst>
              <a:ext uri="{FF2B5EF4-FFF2-40B4-BE49-F238E27FC236}">
                <a16:creationId xmlns:a16="http://schemas.microsoft.com/office/drawing/2014/main" id="{88DBC121-CDA2-B741-8F45-B80ACE3E69DE}"/>
              </a:ext>
            </a:extLst>
          </p:cNvPr>
          <p:cNvGrpSpPr/>
          <p:nvPr/>
        </p:nvGrpSpPr>
        <p:grpSpPr>
          <a:xfrm>
            <a:off x="8314267" y="4706696"/>
            <a:ext cx="2953118" cy="1640102"/>
            <a:chOff x="8314267" y="4706696"/>
            <a:chExt cx="2953118" cy="1640102"/>
          </a:xfrm>
        </p:grpSpPr>
        <p:pic>
          <p:nvPicPr>
            <p:cNvPr id="9" name="Picture 8">
              <a:extLst>
                <a:ext uri="{FF2B5EF4-FFF2-40B4-BE49-F238E27FC236}">
                  <a16:creationId xmlns:a16="http://schemas.microsoft.com/office/drawing/2014/main" id="{7884099A-DDCA-7547-BE60-5A9CFCE7F631}"/>
                </a:ext>
              </a:extLst>
            </p:cNvPr>
            <p:cNvPicPr>
              <a:picLocks noChangeAspect="1"/>
            </p:cNvPicPr>
            <p:nvPr/>
          </p:nvPicPr>
          <p:blipFill>
            <a:blip r:embed="rId4"/>
            <a:stretch>
              <a:fillRect/>
            </a:stretch>
          </p:blipFill>
          <p:spPr>
            <a:xfrm>
              <a:off x="8415131" y="4706696"/>
              <a:ext cx="2852254" cy="1323319"/>
            </a:xfrm>
            <a:prstGeom prst="rect">
              <a:avLst/>
            </a:prstGeom>
          </p:spPr>
        </p:pic>
        <p:sp>
          <p:nvSpPr>
            <p:cNvPr id="10" name="TextBox 9">
              <a:extLst>
                <a:ext uri="{FF2B5EF4-FFF2-40B4-BE49-F238E27FC236}">
                  <a16:creationId xmlns:a16="http://schemas.microsoft.com/office/drawing/2014/main" id="{781A4B5F-43BE-FB43-AF10-E92F839A199B}"/>
                </a:ext>
              </a:extLst>
            </p:cNvPr>
            <p:cNvSpPr txBox="1"/>
            <p:nvPr/>
          </p:nvSpPr>
          <p:spPr>
            <a:xfrm>
              <a:off x="8314267" y="5977466"/>
              <a:ext cx="86543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routing</a:t>
              </a:r>
            </a:p>
          </p:txBody>
        </p:sp>
      </p:grpSp>
      <p:sp>
        <p:nvSpPr>
          <p:cNvPr id="11" name="Content Placeholder 3">
            <a:extLst>
              <a:ext uri="{FF2B5EF4-FFF2-40B4-BE49-F238E27FC236}">
                <a16:creationId xmlns:a16="http://schemas.microsoft.com/office/drawing/2014/main" id="{D007BA21-27F4-4642-B902-0EF872DFA1E0}"/>
              </a:ext>
            </a:extLst>
          </p:cNvPr>
          <p:cNvSpPr txBox="1">
            <a:spLocks/>
          </p:cNvSpPr>
          <p:nvPr/>
        </p:nvSpPr>
        <p:spPr>
          <a:xfrm>
            <a:off x="6183682" y="3026965"/>
            <a:ext cx="5181600" cy="87922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349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sz="28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ＭＳ Ｐゴシック" charset="0"/>
              </a:rPr>
              <a:t>routing:</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 process of planning trip from source to destination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Content Placeholder 2">
            <a:extLst>
              <a:ext uri="{FF2B5EF4-FFF2-40B4-BE49-F238E27FC236}">
                <a16:creationId xmlns:a16="http://schemas.microsoft.com/office/drawing/2014/main" id="{E9D472C9-435D-D347-A485-D65E6F2FE2CE}"/>
              </a:ext>
            </a:extLst>
          </p:cNvPr>
          <p:cNvSpPr txBox="1">
            <a:spLocks/>
          </p:cNvSpPr>
          <p:nvPr/>
        </p:nvSpPr>
        <p:spPr>
          <a:xfrm>
            <a:off x="880044" y="3441526"/>
            <a:ext cx="5181600" cy="185698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349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routing: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determine route taken by packets from source to destination</a:t>
            </a: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routing algorithms</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 name="Slide Number Placeholder 4">
            <a:extLst>
              <a:ext uri="{FF2B5EF4-FFF2-40B4-BE49-F238E27FC236}">
                <a16:creationId xmlns:a16="http://schemas.microsoft.com/office/drawing/2014/main" id="{5320A79B-30CD-5748-9442-313B2CD2B8B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a:t>
            </a:fld>
            <a:endParaRPr lang="en-US" dirty="0"/>
          </a:p>
        </p:txBody>
      </p:sp>
    </p:spTree>
    <p:extLst>
      <p:ext uri="{BB962C8B-B14F-4D97-AF65-F5344CB8AC3E}">
        <p14:creationId xmlns:p14="http://schemas.microsoft.com/office/powerpoint/2010/main" val="9122559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dissolve">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par>
                                <p:cTn id="13" presetID="9" presetClass="entr" presetSubtype="0" fill="hold" nodeType="with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dissolve">
                                      <p:cBhvr>
                                        <p:cTn id="15" dur="500"/>
                                        <p:tgtEl>
                                          <p:spTgt spid="1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11"/>
                                        </p:tgtEl>
                                        <p:attrNameLst>
                                          <p:attrName>style.visibility</p:attrName>
                                        </p:attrNameLst>
                                      </p:cBhvr>
                                      <p:to>
                                        <p:strVal val="visible"/>
                                      </p:to>
                                    </p:set>
                                    <p:animEffect transition="in" filter="dissolve">
                                      <p:cBhvr>
                                        <p:cTn id="20" dur="500"/>
                                        <p:tgtEl>
                                          <p:spTgt spid="11"/>
                                        </p:tgtEl>
                                      </p:cBhvr>
                                    </p:animEffect>
                                  </p:childTnLst>
                                </p:cTn>
                              </p:par>
                              <p:par>
                                <p:cTn id="21" presetID="9" presetClass="entr" presetSubtype="0" fill="hold" nodeType="withEffect">
                                  <p:stCondLst>
                                    <p:cond delay="0"/>
                                  </p:stCondLst>
                                  <p:childTnLst>
                                    <p:set>
                                      <p:cBhvr>
                                        <p:cTn id="22" dur="1" fill="hold">
                                          <p:stCondLst>
                                            <p:cond delay="0"/>
                                          </p:stCondLst>
                                        </p:cTn>
                                        <p:tgtEl>
                                          <p:spTgt spid="13"/>
                                        </p:tgtEl>
                                        <p:attrNameLst>
                                          <p:attrName>style.visibility</p:attrName>
                                        </p:attrNameLst>
                                      </p:cBhvr>
                                      <p:to>
                                        <p:strVal val="visible"/>
                                      </p:to>
                                    </p:set>
                                    <p:animEffect transition="in" filter="dissolve">
                                      <p:cBhvr>
                                        <p:cTn id="23"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11" grpId="0"/>
      <p:bldP spid="14"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sz="4800" dirty="0"/>
              <a:t>Network layer: data plane, control plane</a:t>
            </a:r>
          </a:p>
        </p:txBody>
      </p:sp>
      <p:sp>
        <p:nvSpPr>
          <p:cNvPr id="3" name="Content Placeholder 2">
            <a:extLst>
              <a:ext uri="{FF2B5EF4-FFF2-40B4-BE49-F238E27FC236}">
                <a16:creationId xmlns:a16="http://schemas.microsoft.com/office/drawing/2014/main" id="{55464CE4-E4F1-4F4A-A1DB-26BB66DC4403}"/>
              </a:ext>
            </a:extLst>
          </p:cNvPr>
          <p:cNvSpPr>
            <a:spLocks noGrp="1"/>
          </p:cNvSpPr>
          <p:nvPr>
            <p:ph sz="half" idx="1"/>
          </p:nvPr>
        </p:nvSpPr>
        <p:spPr>
          <a:xfrm>
            <a:off x="771938" y="1534078"/>
            <a:ext cx="4621697" cy="4351338"/>
          </a:xfrm>
        </p:spPr>
        <p:txBody>
          <a:bodyPr>
            <a:normAutofit/>
          </a:bodyPr>
          <a:lstStyle/>
          <a:p>
            <a:pPr marL="0" indent="0">
              <a:buFont typeface="Wingdings" charset="2"/>
              <a:buNone/>
              <a:defRPr/>
            </a:pPr>
            <a:r>
              <a:rPr lang="en-US" sz="3200" dirty="0">
                <a:solidFill>
                  <a:srgbClr val="CC0000"/>
                </a:solidFill>
              </a:rPr>
              <a:t>Data plane:</a:t>
            </a:r>
          </a:p>
          <a:p>
            <a:pPr marL="292100" indent="-292100">
              <a:spcBef>
                <a:spcPts val="600"/>
              </a:spcBef>
              <a:buFont typeface="Wingdings" charset="2"/>
              <a:buChar char="§"/>
              <a:defRPr/>
            </a:pPr>
            <a:r>
              <a:rPr lang="en-US" i="1" dirty="0">
                <a:solidFill>
                  <a:srgbClr val="0000A3"/>
                </a:solidFill>
              </a:rPr>
              <a:t>local</a:t>
            </a:r>
            <a:r>
              <a:rPr lang="en-US" dirty="0"/>
              <a:t>, per-router function</a:t>
            </a:r>
          </a:p>
          <a:p>
            <a:pPr marL="292100" indent="-292100">
              <a:spcBef>
                <a:spcPts val="600"/>
              </a:spcBef>
              <a:buFont typeface="Wingdings" charset="2"/>
              <a:buChar char="§"/>
              <a:defRPr/>
            </a:pPr>
            <a:r>
              <a:rPr lang="en-US" dirty="0"/>
              <a:t>determines how datagram arriving on router input port is forwarded to router output port</a:t>
            </a:r>
          </a:p>
          <a:p>
            <a:pPr marL="130175" indent="0">
              <a:buNone/>
            </a:pPr>
            <a:endParaRPr lang="en-US" dirty="0"/>
          </a:p>
        </p:txBody>
      </p:sp>
      <p:sp>
        <p:nvSpPr>
          <p:cNvPr id="4" name="Content Placeholder 3">
            <a:extLst>
              <a:ext uri="{FF2B5EF4-FFF2-40B4-BE49-F238E27FC236}">
                <a16:creationId xmlns:a16="http://schemas.microsoft.com/office/drawing/2014/main" id="{98DB0211-6ED0-7F44-B672-CF345E4B3295}"/>
              </a:ext>
            </a:extLst>
          </p:cNvPr>
          <p:cNvSpPr>
            <a:spLocks noGrp="1"/>
          </p:cNvSpPr>
          <p:nvPr>
            <p:ph sz="half" idx="2"/>
          </p:nvPr>
        </p:nvSpPr>
        <p:spPr>
          <a:xfrm>
            <a:off x="6278216" y="1547331"/>
            <a:ext cx="5502965" cy="4614932"/>
          </a:xfrm>
        </p:spPr>
        <p:txBody>
          <a:bodyPr>
            <a:normAutofit/>
          </a:bodyPr>
          <a:lstStyle/>
          <a:p>
            <a:pPr marL="0" indent="0">
              <a:buFont typeface="Wingdings" charset="2"/>
              <a:buNone/>
              <a:defRPr/>
            </a:pPr>
            <a:r>
              <a:rPr lang="en-US" sz="3200" dirty="0">
                <a:solidFill>
                  <a:srgbClr val="CC0000"/>
                </a:solidFill>
              </a:rPr>
              <a:t>Control plane</a:t>
            </a:r>
          </a:p>
          <a:p>
            <a:pPr marL="228600" indent="-228600">
              <a:spcBef>
                <a:spcPts val="600"/>
              </a:spcBef>
              <a:defRPr/>
            </a:pPr>
            <a:r>
              <a:rPr lang="en-US" i="1" dirty="0">
                <a:solidFill>
                  <a:srgbClr val="0000A3"/>
                </a:solidFill>
              </a:rPr>
              <a:t>network-wide</a:t>
            </a:r>
            <a:r>
              <a:rPr lang="en-US" dirty="0"/>
              <a:t> logic</a:t>
            </a:r>
          </a:p>
          <a:p>
            <a:pPr marL="228600" indent="-228600">
              <a:spcBef>
                <a:spcPts val="600"/>
              </a:spcBef>
              <a:defRPr/>
            </a:pPr>
            <a:r>
              <a:rPr lang="en-US" dirty="0"/>
              <a:t>determines how datagram is routed among routers along end-end path from source host to destination host</a:t>
            </a:r>
          </a:p>
          <a:p>
            <a:endParaRPr lang="en-US" dirty="0"/>
          </a:p>
        </p:txBody>
      </p:sp>
      <p:grpSp>
        <p:nvGrpSpPr>
          <p:cNvPr id="34" name="Group 8">
            <a:extLst>
              <a:ext uri="{FF2B5EF4-FFF2-40B4-BE49-F238E27FC236}">
                <a16:creationId xmlns:a16="http://schemas.microsoft.com/office/drawing/2014/main" id="{A631C563-0189-334C-BAD6-5E7863CB03FA}"/>
              </a:ext>
            </a:extLst>
          </p:cNvPr>
          <p:cNvGrpSpPr>
            <a:grpSpLocks/>
          </p:cNvGrpSpPr>
          <p:nvPr/>
        </p:nvGrpSpPr>
        <p:grpSpPr bwMode="auto">
          <a:xfrm>
            <a:off x="1181100" y="4260145"/>
            <a:ext cx="3643313" cy="1582738"/>
            <a:chOff x="842050" y="4767952"/>
            <a:chExt cx="3644169" cy="1582996"/>
          </a:xfrm>
        </p:grpSpPr>
        <p:sp>
          <p:nvSpPr>
            <p:cNvPr id="35" name="Freeform 2">
              <a:extLst>
                <a:ext uri="{FF2B5EF4-FFF2-40B4-BE49-F238E27FC236}">
                  <a16:creationId xmlns:a16="http://schemas.microsoft.com/office/drawing/2014/main" id="{4BAC525B-86C4-444C-8006-DE0779B6AF01}"/>
                </a:ext>
              </a:extLst>
            </p:cNvPr>
            <p:cNvSpPr>
              <a:spLocks/>
            </p:cNvSpPr>
            <p:nvPr/>
          </p:nvSpPr>
          <p:spPr bwMode="auto">
            <a:xfrm>
              <a:off x="2591886" y="5436399"/>
              <a:ext cx="1894333" cy="914549"/>
            </a:xfrm>
            <a:custGeom>
              <a:avLst/>
              <a:gdLst>
                <a:gd name="T0" fmla="*/ 1611 w 10001"/>
                <a:gd name="T1" fmla="*/ 374679 h 10125"/>
                <a:gd name="T2" fmla="*/ 287991 w 10001"/>
                <a:gd name="T3" fmla="*/ 147961 h 10125"/>
                <a:gd name="T4" fmla="*/ 1260716 w 10001"/>
                <a:gd name="T5" fmla="*/ 93322 h 10125"/>
                <a:gd name="T6" fmla="*/ 2011909 w 10001"/>
                <a:gd name="T7" fmla="*/ 0 h 10125"/>
                <a:gd name="T8" fmla="*/ 2706712 w 10001"/>
                <a:gd name="T9" fmla="*/ 93600 h 10125"/>
                <a:gd name="T10" fmla="*/ 3255305 w 10001"/>
                <a:gd name="T11" fmla="*/ 46104 h 10125"/>
                <a:gd name="T12" fmla="*/ 4023415 w 10001"/>
                <a:gd name="T13" fmla="*/ 277276 h 10125"/>
                <a:gd name="T14" fmla="*/ 3463544 w 10001"/>
                <a:gd name="T15" fmla="*/ 630526 h 10125"/>
                <a:gd name="T16" fmla="*/ 2817478 w 10001"/>
                <a:gd name="T17" fmla="*/ 864758 h 10125"/>
                <a:gd name="T18" fmla="*/ 2137577 w 10001"/>
                <a:gd name="T19" fmla="*/ 820324 h 10125"/>
                <a:gd name="T20" fmla="*/ 1760571 w 10001"/>
                <a:gd name="T21" fmla="*/ 919490 h 10125"/>
                <a:gd name="T22" fmla="*/ 1264743 w 10001"/>
                <a:gd name="T23" fmla="*/ 929416 h 10125"/>
                <a:gd name="T24" fmla="*/ 877667 w 10001"/>
                <a:gd name="T25" fmla="*/ 732382 h 10125"/>
                <a:gd name="T26" fmla="*/ 478105 w 10001"/>
                <a:gd name="T27" fmla="*/ 695276 h 10125"/>
                <a:gd name="T28" fmla="*/ 1611 w 10001"/>
                <a:gd name="T29" fmla="*/ 374679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gradFill flip="none" rotWithShape="1">
              <a:gsLst>
                <a:gs pos="0">
                  <a:srgbClr val="66CCFF"/>
                </a:gs>
                <a:gs pos="100000">
                  <a:srgbClr val="FFFFFF"/>
                </a:gs>
                <a:gs pos="50000">
                  <a:srgbClr val="FFFFFF"/>
                </a:gs>
              </a:gsLst>
              <a:lin ang="0" scaled="1"/>
              <a:tileRect/>
            </a:gra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cxnSp>
          <p:nvCxnSpPr>
            <p:cNvPr id="36" name="Straight Connector 35">
              <a:extLst>
                <a:ext uri="{FF2B5EF4-FFF2-40B4-BE49-F238E27FC236}">
                  <a16:creationId xmlns:a16="http://schemas.microsoft.com/office/drawing/2014/main" id="{7D15FAE8-03F8-BA4A-951E-9D4D23E6D586}"/>
                </a:ext>
              </a:extLst>
            </p:cNvPr>
            <p:cNvCxnSpPr/>
            <p:nvPr/>
          </p:nvCxnSpPr>
          <p:spPr>
            <a:xfrm flipV="1">
              <a:off x="3261968" y="5558656"/>
              <a:ext cx="500180" cy="157189"/>
            </a:xfrm>
            <a:prstGeom prst="line">
              <a:avLst/>
            </a:prstGeom>
            <a:noFill/>
            <a:ln w="12700" cap="flat" cmpd="sng" algn="ctr">
              <a:solidFill>
                <a:srgbClr val="000000"/>
              </a:solidFill>
              <a:prstDash val="solid"/>
            </a:ln>
            <a:effectLst/>
          </p:spPr>
        </p:cxnSp>
        <p:cxnSp>
          <p:nvCxnSpPr>
            <p:cNvPr id="37" name="Straight Connector 36">
              <a:extLst>
                <a:ext uri="{FF2B5EF4-FFF2-40B4-BE49-F238E27FC236}">
                  <a16:creationId xmlns:a16="http://schemas.microsoft.com/office/drawing/2014/main" id="{2744B5FC-216C-3645-866B-ECC6E4613BA8}"/>
                </a:ext>
              </a:extLst>
            </p:cNvPr>
            <p:cNvCxnSpPr/>
            <p:nvPr/>
          </p:nvCxnSpPr>
          <p:spPr>
            <a:xfrm>
              <a:off x="3111121" y="5774591"/>
              <a:ext cx="862215" cy="104792"/>
            </a:xfrm>
            <a:prstGeom prst="line">
              <a:avLst/>
            </a:prstGeom>
            <a:noFill/>
            <a:ln w="12700" cap="flat" cmpd="sng" algn="ctr">
              <a:solidFill>
                <a:srgbClr val="000000"/>
              </a:solidFill>
              <a:prstDash val="solid"/>
            </a:ln>
            <a:effectLst/>
          </p:spPr>
        </p:cxnSp>
        <p:cxnSp>
          <p:nvCxnSpPr>
            <p:cNvPr id="38" name="Straight Connector 37">
              <a:extLst>
                <a:ext uri="{FF2B5EF4-FFF2-40B4-BE49-F238E27FC236}">
                  <a16:creationId xmlns:a16="http://schemas.microsoft.com/office/drawing/2014/main" id="{6AF9B2C2-7AB9-604B-B4AE-5D6F8CA0DFF9}"/>
                </a:ext>
              </a:extLst>
            </p:cNvPr>
            <p:cNvCxnSpPr/>
            <p:nvPr/>
          </p:nvCxnSpPr>
          <p:spPr>
            <a:xfrm>
              <a:off x="3123824" y="5880971"/>
              <a:ext cx="714543" cy="274682"/>
            </a:xfrm>
            <a:prstGeom prst="line">
              <a:avLst/>
            </a:prstGeom>
            <a:noFill/>
            <a:ln w="12700" cap="flat" cmpd="sng" algn="ctr">
              <a:solidFill>
                <a:srgbClr val="000000"/>
              </a:solidFill>
              <a:prstDash val="solid"/>
            </a:ln>
            <a:effectLst/>
          </p:spPr>
        </p:cxnSp>
        <p:cxnSp>
          <p:nvCxnSpPr>
            <p:cNvPr id="39" name="Straight Connector 38">
              <a:extLst>
                <a:ext uri="{FF2B5EF4-FFF2-40B4-BE49-F238E27FC236}">
                  <a16:creationId xmlns:a16="http://schemas.microsoft.com/office/drawing/2014/main" id="{650A0971-27B1-0A40-B11B-F30D52475911}"/>
                </a:ext>
              </a:extLst>
            </p:cNvPr>
            <p:cNvCxnSpPr/>
            <p:nvPr/>
          </p:nvCxnSpPr>
          <p:spPr>
            <a:xfrm flipH="1">
              <a:off x="1283479" y="5801583"/>
              <a:ext cx="1506892" cy="1587"/>
            </a:xfrm>
            <a:prstGeom prst="line">
              <a:avLst/>
            </a:prstGeom>
            <a:noFill/>
            <a:ln w="9525" cap="flat" cmpd="sng" algn="ctr">
              <a:solidFill>
                <a:srgbClr val="000000"/>
              </a:solidFill>
              <a:prstDash val="solid"/>
            </a:ln>
            <a:effectLst/>
          </p:spPr>
        </p:cxnSp>
        <p:sp>
          <p:nvSpPr>
            <p:cNvPr id="40" name="TextBox 265">
              <a:extLst>
                <a:ext uri="{FF2B5EF4-FFF2-40B4-BE49-F238E27FC236}">
                  <a16:creationId xmlns:a16="http://schemas.microsoft.com/office/drawing/2014/main" id="{4BD8D488-F9B4-5D47-8E0A-48546209837D}"/>
                </a:ext>
              </a:extLst>
            </p:cNvPr>
            <p:cNvSpPr txBox="1">
              <a:spLocks noChangeArrowheads="1"/>
            </p:cNvSpPr>
            <p:nvPr/>
          </p:nvSpPr>
          <p:spPr bwMode="auto">
            <a:xfrm>
              <a:off x="3198813" y="5473700"/>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p>
          </p:txBody>
        </p:sp>
        <p:sp>
          <p:nvSpPr>
            <p:cNvPr id="41" name="TextBox 281">
              <a:extLst>
                <a:ext uri="{FF2B5EF4-FFF2-40B4-BE49-F238E27FC236}">
                  <a16:creationId xmlns:a16="http://schemas.microsoft.com/office/drawing/2014/main" id="{AD5D47CA-82AD-DC4E-A2CC-F6555ADBB73E}"/>
                </a:ext>
              </a:extLst>
            </p:cNvPr>
            <p:cNvSpPr txBox="1">
              <a:spLocks noChangeArrowheads="1"/>
            </p:cNvSpPr>
            <p:nvPr/>
          </p:nvSpPr>
          <p:spPr bwMode="auto">
            <a:xfrm>
              <a:off x="3373438" y="5761038"/>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a:t>
              </a:r>
            </a:p>
          </p:txBody>
        </p:sp>
        <p:sp>
          <p:nvSpPr>
            <p:cNvPr id="42" name="TextBox 282">
              <a:extLst>
                <a:ext uri="{FF2B5EF4-FFF2-40B4-BE49-F238E27FC236}">
                  <a16:creationId xmlns:a16="http://schemas.microsoft.com/office/drawing/2014/main" id="{755C7E60-8A5C-5B4E-BCD3-83EC372268B5}"/>
                </a:ext>
              </a:extLst>
            </p:cNvPr>
            <p:cNvSpPr txBox="1">
              <a:spLocks noChangeArrowheads="1"/>
            </p:cNvSpPr>
            <p:nvPr/>
          </p:nvSpPr>
          <p:spPr bwMode="auto">
            <a:xfrm>
              <a:off x="3068638" y="5862638"/>
              <a:ext cx="26193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a:t>
              </a:r>
            </a:p>
          </p:txBody>
        </p:sp>
        <p:grpSp>
          <p:nvGrpSpPr>
            <p:cNvPr id="43" name="Group 5">
              <a:extLst>
                <a:ext uri="{FF2B5EF4-FFF2-40B4-BE49-F238E27FC236}">
                  <a16:creationId xmlns:a16="http://schemas.microsoft.com/office/drawing/2014/main" id="{DA838191-9D78-6E40-B146-38B5229893F5}"/>
                </a:ext>
              </a:extLst>
            </p:cNvPr>
            <p:cNvGrpSpPr>
              <a:grpSpLocks/>
            </p:cNvGrpSpPr>
            <p:nvPr/>
          </p:nvGrpSpPr>
          <p:grpSpPr bwMode="auto">
            <a:xfrm>
              <a:off x="938213" y="5237163"/>
              <a:ext cx="1616075" cy="487362"/>
              <a:chOff x="-4079003" y="2717403"/>
              <a:chExt cx="1616718" cy="488475"/>
            </a:xfrm>
          </p:grpSpPr>
          <p:sp>
            <p:nvSpPr>
              <p:cNvPr id="56" name="Rectangle 97">
                <a:extLst>
                  <a:ext uri="{FF2B5EF4-FFF2-40B4-BE49-F238E27FC236}">
                    <a16:creationId xmlns:a16="http://schemas.microsoft.com/office/drawing/2014/main" id="{79AE2BC3-C380-EE40-9462-41F3726CC38E}"/>
                  </a:ext>
                </a:extLst>
              </p:cNvPr>
              <p:cNvSpPr>
                <a:spLocks noChangeArrowheads="1"/>
              </p:cNvSpPr>
              <p:nvPr/>
            </p:nvSpPr>
            <p:spPr bwMode="auto">
              <a:xfrm>
                <a:off x="-4052413" y="2965119"/>
                <a:ext cx="1290538" cy="208750"/>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7" name="Rectangle 98">
                <a:extLst>
                  <a:ext uri="{FF2B5EF4-FFF2-40B4-BE49-F238E27FC236}">
                    <a16:creationId xmlns:a16="http://schemas.microsoft.com/office/drawing/2014/main" id="{2D568618-D5B3-354C-974C-0C2355EDED34}"/>
                  </a:ext>
                </a:extLst>
              </p:cNvPr>
              <p:cNvSpPr>
                <a:spLocks noChangeArrowheads="1"/>
              </p:cNvSpPr>
              <p:nvPr/>
            </p:nvSpPr>
            <p:spPr bwMode="auto">
              <a:xfrm>
                <a:off x="-4079003" y="2985994"/>
                <a:ext cx="1281675" cy="208750"/>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Line 99">
                <a:extLst>
                  <a:ext uri="{FF2B5EF4-FFF2-40B4-BE49-F238E27FC236}">
                    <a16:creationId xmlns:a16="http://schemas.microsoft.com/office/drawing/2014/main" id="{D67E4958-4052-B649-83B2-2706B277FB1C}"/>
                  </a:ext>
                </a:extLst>
              </p:cNvPr>
              <p:cNvSpPr>
                <a:spLocks noChangeShapeType="1"/>
              </p:cNvSpPr>
              <p:nvPr/>
            </p:nvSpPr>
            <p:spPr bwMode="auto">
              <a:xfrm>
                <a:off x="-2933828" y="3101502"/>
                <a:ext cx="471543"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9" name="Rectangle 104">
                <a:extLst>
                  <a:ext uri="{FF2B5EF4-FFF2-40B4-BE49-F238E27FC236}">
                    <a16:creationId xmlns:a16="http://schemas.microsoft.com/office/drawing/2014/main" id="{A6E72E22-A826-4E49-AA53-8A5FCBA23E72}"/>
                  </a:ext>
                </a:extLst>
              </p:cNvPr>
              <p:cNvSpPr>
                <a:spLocks noChangeArrowheads="1"/>
              </p:cNvSpPr>
              <p:nvPr/>
            </p:nvSpPr>
            <p:spPr bwMode="auto">
              <a:xfrm>
                <a:off x="-3377007" y="2988777"/>
                <a:ext cx="476861" cy="210142"/>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0" name="Text Box 105">
                <a:extLst>
                  <a:ext uri="{FF2B5EF4-FFF2-40B4-BE49-F238E27FC236}">
                    <a16:creationId xmlns:a16="http://schemas.microsoft.com/office/drawing/2014/main" id="{1BBEBC69-F691-7B4E-AA1F-3F1CFFF5C6D1}"/>
                  </a:ext>
                </a:extLst>
              </p:cNvPr>
              <p:cNvSpPr txBox="1">
                <a:spLocks noChangeArrowheads="1"/>
              </p:cNvSpPr>
              <p:nvPr/>
            </p:nvSpPr>
            <p:spPr bwMode="auto">
              <a:xfrm>
                <a:off x="-3430189" y="2965119"/>
                <a:ext cx="581451" cy="24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0111</a:t>
                </a:r>
              </a:p>
            </p:txBody>
          </p:sp>
          <p:sp>
            <p:nvSpPr>
              <p:cNvPr id="61" name="Line 119">
                <a:extLst>
                  <a:ext uri="{FF2B5EF4-FFF2-40B4-BE49-F238E27FC236}">
                    <a16:creationId xmlns:a16="http://schemas.microsoft.com/office/drawing/2014/main" id="{4522617A-F9E8-6C4D-890C-B40CD1F2DA2B}"/>
                  </a:ext>
                </a:extLst>
              </p:cNvPr>
              <p:cNvSpPr>
                <a:spLocks noChangeShapeType="1"/>
              </p:cNvSpPr>
              <p:nvPr/>
            </p:nvSpPr>
            <p:spPr bwMode="auto">
              <a:xfrm>
                <a:off x="-3621642" y="2717403"/>
                <a:ext cx="405953" cy="30060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4" name="TextBox 6">
              <a:extLst>
                <a:ext uri="{FF2B5EF4-FFF2-40B4-BE49-F238E27FC236}">
                  <a16:creationId xmlns:a16="http://schemas.microsoft.com/office/drawing/2014/main" id="{E04647EA-CE57-8E43-979A-6EBC3F213DDC}"/>
                </a:ext>
              </a:extLst>
            </p:cNvPr>
            <p:cNvSpPr txBox="1">
              <a:spLocks noChangeArrowheads="1"/>
            </p:cNvSpPr>
            <p:nvPr/>
          </p:nvSpPr>
          <p:spPr bwMode="auto">
            <a:xfrm>
              <a:off x="842050" y="4767952"/>
              <a:ext cx="19923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values in arriving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header</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5" name="Group 357">
              <a:extLst>
                <a:ext uri="{FF2B5EF4-FFF2-40B4-BE49-F238E27FC236}">
                  <a16:creationId xmlns:a16="http://schemas.microsoft.com/office/drawing/2014/main" id="{09AF8C17-7E42-874A-B83C-5931470E1EC4}"/>
                </a:ext>
              </a:extLst>
            </p:cNvPr>
            <p:cNvGrpSpPr>
              <a:grpSpLocks/>
            </p:cNvGrpSpPr>
            <p:nvPr/>
          </p:nvGrpSpPr>
          <p:grpSpPr bwMode="auto">
            <a:xfrm>
              <a:off x="2714625" y="5659438"/>
              <a:ext cx="565150" cy="293687"/>
              <a:chOff x="1871277" y="1576300"/>
              <a:chExt cx="1128371" cy="437861"/>
            </a:xfrm>
          </p:grpSpPr>
          <p:sp>
            <p:nvSpPr>
              <p:cNvPr id="47" name="Oval 46">
                <a:extLst>
                  <a:ext uri="{FF2B5EF4-FFF2-40B4-BE49-F238E27FC236}">
                    <a16:creationId xmlns:a16="http://schemas.microsoft.com/office/drawing/2014/main" id="{442B41FA-D8CE-DA4F-BCCC-0C4BA14A7880}"/>
                  </a:ext>
                </a:extLst>
              </p:cNvPr>
              <p:cNvSpPr>
                <a:spLocks noChangeArrowheads="1"/>
              </p:cNvSpPr>
              <p:nvPr/>
            </p:nvSpPr>
            <p:spPr bwMode="auto">
              <a:xfrm flipV="1">
                <a:off x="1873504" y="1693538"/>
                <a:ext cx="1125467" cy="319572"/>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48" name="Rectangle 47">
                <a:extLst>
                  <a:ext uri="{FF2B5EF4-FFF2-40B4-BE49-F238E27FC236}">
                    <a16:creationId xmlns:a16="http://schemas.microsoft.com/office/drawing/2014/main" id="{A77B4157-033B-B042-B386-C7E81265D594}"/>
                  </a:ext>
                </a:extLst>
              </p:cNvPr>
              <p:cNvSpPr/>
              <p:nvPr/>
            </p:nvSpPr>
            <p:spPr bwMode="auto">
              <a:xfrm>
                <a:off x="1870334" y="1738514"/>
                <a:ext cx="1128637" cy="115994"/>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9" name="Oval 48">
                <a:extLst>
                  <a:ext uri="{FF2B5EF4-FFF2-40B4-BE49-F238E27FC236}">
                    <a16:creationId xmlns:a16="http://schemas.microsoft.com/office/drawing/2014/main" id="{2D486A47-1979-CC46-BE7C-FE1EE9FB3502}"/>
                  </a:ext>
                </a:extLst>
              </p:cNvPr>
              <p:cNvSpPr>
                <a:spLocks noChangeArrowheads="1"/>
              </p:cNvSpPr>
              <p:nvPr/>
            </p:nvSpPr>
            <p:spPr bwMode="auto">
              <a:xfrm flipV="1">
                <a:off x="1870334" y="1575177"/>
                <a:ext cx="1125465" cy="319572"/>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50" name="Freeform 49">
                <a:extLst>
                  <a:ext uri="{FF2B5EF4-FFF2-40B4-BE49-F238E27FC236}">
                    <a16:creationId xmlns:a16="http://schemas.microsoft.com/office/drawing/2014/main" id="{573261F5-AADE-5B49-B26C-73A061CB4A13}"/>
                  </a:ext>
                </a:extLst>
              </p:cNvPr>
              <p:cNvSpPr/>
              <p:nvPr/>
            </p:nvSpPr>
            <p:spPr bwMode="auto">
              <a:xfrm>
                <a:off x="2158833" y="1672232"/>
                <a:ext cx="548468" cy="16097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1" name="Freeform 50">
                <a:extLst>
                  <a:ext uri="{FF2B5EF4-FFF2-40B4-BE49-F238E27FC236}">
                    <a16:creationId xmlns:a16="http://schemas.microsoft.com/office/drawing/2014/main" id="{1AFE4CA0-422C-BB45-8378-5923AFA3A2D6}"/>
                  </a:ext>
                </a:extLst>
              </p:cNvPr>
              <p:cNvSpPr>
                <a:spLocks/>
              </p:cNvSpPr>
              <p:nvPr/>
            </p:nvSpPr>
            <p:spPr bwMode="auto">
              <a:xfrm>
                <a:off x="2101767" y="1631990"/>
                <a:ext cx="662599" cy="111258"/>
              </a:xfrm>
              <a:custGeom>
                <a:avLst/>
                <a:gdLst>
                  <a:gd name="T0" fmla="*/ 0 w 3723451"/>
                  <a:gd name="T1" fmla="*/ 27219 h 932950"/>
                  <a:gd name="T2" fmla="*/ 116589 w 3723451"/>
                  <a:gd name="T3" fmla="*/ 321 h 932950"/>
                  <a:gd name="T4" fmla="*/ 330241 w 3723451"/>
                  <a:gd name="T5" fmla="*/ 62079 h 932950"/>
                  <a:gd name="T6" fmla="*/ 534068 w 3723451"/>
                  <a:gd name="T7" fmla="*/ 0 h 932950"/>
                  <a:gd name="T8" fmla="*/ 662599 w 3723451"/>
                  <a:gd name="T9" fmla="*/ 24703 h 932950"/>
                  <a:gd name="T10" fmla="*/ 566972 w 3723451"/>
                  <a:gd name="T11" fmla="*/ 55080 h 932950"/>
                  <a:gd name="T12" fmla="*/ 536184 w 3723451"/>
                  <a:gd name="T13" fmla="*/ 46891 h 932950"/>
                  <a:gd name="T14" fmla="*/ 333995 w 3723451"/>
                  <a:gd name="T15" fmla="*/ 111258 h 932950"/>
                  <a:gd name="T16" fmla="*/ 126634 w 3723451"/>
                  <a:gd name="T17" fmla="*/ 49258 h 932950"/>
                  <a:gd name="T18" fmla="*/ 93107 w 3723451"/>
                  <a:gd name="T19" fmla="*/ 55950 h 932950"/>
                  <a:gd name="T20" fmla="*/ 0 w 3723451"/>
                  <a:gd name="T21" fmla="*/ 27219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Freeform 51">
                <a:extLst>
                  <a:ext uri="{FF2B5EF4-FFF2-40B4-BE49-F238E27FC236}">
                    <a16:creationId xmlns:a16="http://schemas.microsoft.com/office/drawing/2014/main" id="{C2270E51-2490-C240-AD5F-825154ECC122}"/>
                  </a:ext>
                </a:extLst>
              </p:cNvPr>
              <p:cNvSpPr>
                <a:spLocks/>
              </p:cNvSpPr>
              <p:nvPr/>
            </p:nvSpPr>
            <p:spPr bwMode="auto">
              <a:xfrm>
                <a:off x="2536103" y="1726678"/>
                <a:ext cx="244114" cy="97055"/>
              </a:xfrm>
              <a:custGeom>
                <a:avLst/>
                <a:gdLst>
                  <a:gd name="T0" fmla="*/ 0 w 1366596"/>
                  <a:gd name="T1" fmla="*/ 0 h 809868"/>
                  <a:gd name="T2" fmla="*/ 244114 w 1366596"/>
                  <a:gd name="T3" fmla="*/ 74997 h 809868"/>
                  <a:gd name="T4" fmla="*/ 154523 w 1366596"/>
                  <a:gd name="T5" fmla="*/ 97055 h 809868"/>
                  <a:gd name="T6" fmla="*/ 822 w 1366596"/>
                  <a:gd name="T7" fmla="*/ 5128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 name="Freeform 52">
                <a:extLst>
                  <a:ext uri="{FF2B5EF4-FFF2-40B4-BE49-F238E27FC236}">
                    <a16:creationId xmlns:a16="http://schemas.microsoft.com/office/drawing/2014/main" id="{008859F4-DF2D-4347-8249-C929496F3B2F}"/>
                  </a:ext>
                </a:extLst>
              </p:cNvPr>
              <p:cNvSpPr>
                <a:spLocks/>
              </p:cNvSpPr>
              <p:nvPr/>
            </p:nvSpPr>
            <p:spPr bwMode="auto">
              <a:xfrm>
                <a:off x="2089086" y="1729045"/>
                <a:ext cx="240945" cy="97056"/>
              </a:xfrm>
              <a:custGeom>
                <a:avLst/>
                <a:gdLst>
                  <a:gd name="T0" fmla="*/ 237656 w 1348191"/>
                  <a:gd name="T1" fmla="*/ 0 h 791462"/>
                  <a:gd name="T2" fmla="*/ 240945 w 1348191"/>
                  <a:gd name="T3" fmla="*/ 46835 h 791462"/>
                  <a:gd name="T4" fmla="*/ 87168 w 1348191"/>
                  <a:gd name="T5" fmla="*/ 97056 h 791462"/>
                  <a:gd name="T6" fmla="*/ 0 w 1348191"/>
                  <a:gd name="T7" fmla="*/ 75049 h 791462"/>
                  <a:gd name="T8" fmla="*/ 237656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54" name="Straight Connector 53">
                <a:extLst>
                  <a:ext uri="{FF2B5EF4-FFF2-40B4-BE49-F238E27FC236}">
                    <a16:creationId xmlns:a16="http://schemas.microsoft.com/office/drawing/2014/main" id="{8255DA76-192D-044B-8762-92700C24A73E}"/>
                  </a:ext>
                </a:extLst>
              </p:cNvPr>
              <p:cNvCxnSpPr>
                <a:cxnSpLocks noChangeShapeType="1"/>
                <a:endCxn id="49" idx="2"/>
              </p:cNvCxnSpPr>
              <p:nvPr/>
            </p:nvCxnSpPr>
            <p:spPr bwMode="auto">
              <a:xfrm flipH="1" flipV="1">
                <a:off x="1870334" y="1736147"/>
                <a:ext cx="3169" cy="12309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55" name="Straight Connector 54">
                <a:extLst>
                  <a:ext uri="{FF2B5EF4-FFF2-40B4-BE49-F238E27FC236}">
                    <a16:creationId xmlns:a16="http://schemas.microsoft.com/office/drawing/2014/main" id="{B8121134-CF29-9643-A097-AC1724B9BC6C}"/>
                  </a:ext>
                </a:extLst>
              </p:cNvPr>
              <p:cNvCxnSpPr>
                <a:cxnSpLocks noChangeShapeType="1"/>
              </p:cNvCxnSpPr>
              <p:nvPr/>
            </p:nvCxnSpPr>
            <p:spPr bwMode="auto">
              <a:xfrm flipH="1" flipV="1">
                <a:off x="2995800" y="1733779"/>
                <a:ext cx="3171" cy="12309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46" name="Freeform 120">
              <a:extLst>
                <a:ext uri="{FF2B5EF4-FFF2-40B4-BE49-F238E27FC236}">
                  <a16:creationId xmlns:a16="http://schemas.microsoft.com/office/drawing/2014/main" id="{AA8DABE2-7520-5C45-941C-F8EFCE33F9A2}"/>
                </a:ext>
              </a:extLst>
            </p:cNvPr>
            <p:cNvSpPr>
              <a:spLocks/>
            </p:cNvSpPr>
            <p:nvPr/>
          </p:nvSpPr>
          <p:spPr bwMode="auto">
            <a:xfrm>
              <a:off x="2493963" y="5668963"/>
              <a:ext cx="982662" cy="233362"/>
            </a:xfrm>
            <a:custGeom>
              <a:avLst/>
              <a:gdLst>
                <a:gd name="T0" fmla="*/ 0 w 554"/>
                <a:gd name="T1" fmla="*/ 2147483647 h 167"/>
                <a:gd name="T2" fmla="*/ 2147483647 w 554"/>
                <a:gd name="T3" fmla="*/ 2147483647 h 167"/>
                <a:gd name="T4" fmla="*/ 2147483647 w 554"/>
                <a:gd name="T5" fmla="*/ 214748364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2" name="Content Placeholder 3">
            <a:extLst>
              <a:ext uri="{FF2B5EF4-FFF2-40B4-BE49-F238E27FC236}">
                <a16:creationId xmlns:a16="http://schemas.microsoft.com/office/drawing/2014/main" id="{A06F5D4D-83A2-064D-AF5B-6B67A6A12AB8}"/>
              </a:ext>
            </a:extLst>
          </p:cNvPr>
          <p:cNvSpPr txBox="1">
            <a:spLocks/>
          </p:cNvSpPr>
          <p:nvPr/>
        </p:nvSpPr>
        <p:spPr>
          <a:xfrm>
            <a:off x="6255252" y="4142307"/>
            <a:ext cx="5502965" cy="209565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28600" marR="0" lvl="0" indent="-22860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two control-plane approaches: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1" u="none" strike="noStrike" kern="1200" cap="none" spc="0" normalizeH="0" baseline="0" noProof="0" dirty="0">
                <a:ln>
                  <a:noFill/>
                </a:ln>
                <a:solidFill>
                  <a:srgbClr val="000090"/>
                </a:solidFill>
                <a:effectLst/>
                <a:uLnTx/>
                <a:uFillTx/>
                <a:latin typeface="Calibri" panose="020F0502020204030204"/>
                <a:ea typeface="+mn-ea"/>
                <a:cs typeface="+mn-cs"/>
              </a:rPr>
              <a:t>traditional routing algorithms: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implemented in routers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1" u="none" strike="noStrike" kern="1200" cap="none" spc="0" normalizeH="0" baseline="0" noProof="0" dirty="0">
                <a:ln>
                  <a:noFill/>
                </a:ln>
                <a:solidFill>
                  <a:srgbClr val="000090"/>
                </a:solidFill>
                <a:effectLst/>
                <a:uLnTx/>
                <a:uFillTx/>
                <a:latin typeface="Calibri" panose="020F0502020204030204"/>
                <a:ea typeface="+mn-ea"/>
                <a:cs typeface="+mn-cs"/>
              </a:rPr>
              <a:t>software-defined networking (SDN)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implemented in (remote) servers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Slide Number Placeholder 4">
            <a:extLst>
              <a:ext uri="{FF2B5EF4-FFF2-40B4-BE49-F238E27FC236}">
                <a16:creationId xmlns:a16="http://schemas.microsoft.com/office/drawing/2014/main" id="{E1DA7C3D-A185-DD42-9D1C-17140F6215E8}"/>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a:t>
            </a:fld>
            <a:endParaRPr lang="en-US" dirty="0"/>
          </a:p>
        </p:txBody>
      </p:sp>
    </p:spTree>
    <p:extLst>
      <p:ext uri="{BB962C8B-B14F-4D97-AF65-F5344CB8AC3E}">
        <p14:creationId xmlns:p14="http://schemas.microsoft.com/office/powerpoint/2010/main" val="8045020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2"/>
                                        </p:tgtEl>
                                        <p:attrNameLst>
                                          <p:attrName>style.visibility</p:attrName>
                                        </p:attrNameLst>
                                      </p:cBhvr>
                                      <p:to>
                                        <p:strVal val="visible"/>
                                      </p:to>
                                    </p:set>
                                    <p:animEffect transition="in" filter="dissolve">
                                      <p:cBhvr>
                                        <p:cTn id="12" dur="500"/>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62"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3B46D7-DEDF-364B-99E9-3FB1F889B8A9}"/>
              </a:ext>
            </a:extLst>
          </p:cNvPr>
          <p:cNvSpPr>
            <a:spLocks noGrp="1"/>
          </p:cNvSpPr>
          <p:nvPr>
            <p:ph type="title"/>
          </p:nvPr>
        </p:nvSpPr>
        <p:spPr>
          <a:xfrm>
            <a:off x="838200" y="279543"/>
            <a:ext cx="10515600" cy="894622"/>
          </a:xfrm>
        </p:spPr>
        <p:txBody>
          <a:bodyPr>
            <a:normAutofit/>
          </a:bodyPr>
          <a:lstStyle/>
          <a:p>
            <a:r>
              <a:rPr lang="en-US" sz="4800" dirty="0"/>
              <a:t>Per-router control plane</a:t>
            </a:r>
          </a:p>
        </p:txBody>
      </p:sp>
      <p:sp>
        <p:nvSpPr>
          <p:cNvPr id="4" name="TextBox 257">
            <a:extLst>
              <a:ext uri="{FF2B5EF4-FFF2-40B4-BE49-F238E27FC236}">
                <a16:creationId xmlns:a16="http://schemas.microsoft.com/office/drawing/2014/main" id="{8EB40520-A927-A94E-975A-4093319F1CF3}"/>
              </a:ext>
            </a:extLst>
          </p:cNvPr>
          <p:cNvSpPr txBox="1">
            <a:spLocks noChangeArrowheads="1"/>
          </p:cNvSpPr>
          <p:nvPr/>
        </p:nvSpPr>
        <p:spPr bwMode="auto">
          <a:xfrm>
            <a:off x="780773" y="1101105"/>
            <a:ext cx="10987157"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Individual routing algorithm components </a:t>
            </a:r>
            <a:r>
              <a:rPr kumimoji="0" lang="en-US" altLang="en-US" sz="3200" b="0" i="1"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rPr>
              <a:t>in each and every router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interact in the control plane</a:t>
            </a:r>
          </a:p>
        </p:txBody>
      </p:sp>
      <p:sp>
        <p:nvSpPr>
          <p:cNvPr id="238" name="Freeform 2">
            <a:extLst>
              <a:ext uri="{FF2B5EF4-FFF2-40B4-BE49-F238E27FC236}">
                <a16:creationId xmlns:a16="http://schemas.microsoft.com/office/drawing/2014/main" id="{66A80B54-F93B-A94A-938E-DFA6C3C90E64}"/>
              </a:ext>
            </a:extLst>
          </p:cNvPr>
          <p:cNvSpPr>
            <a:spLocks/>
          </p:cNvSpPr>
          <p:nvPr/>
        </p:nvSpPr>
        <p:spPr bwMode="auto">
          <a:xfrm>
            <a:off x="4182648" y="5476945"/>
            <a:ext cx="4027487" cy="939800"/>
          </a:xfrm>
          <a:custGeom>
            <a:avLst/>
            <a:gdLst>
              <a:gd name="T0" fmla="*/ 2147483647 w 10001"/>
              <a:gd name="T1" fmla="*/ 2147483647 h 10125"/>
              <a:gd name="T2" fmla="*/ 2147483647 w 10001"/>
              <a:gd name="T3" fmla="*/ 2147483647 h 10125"/>
              <a:gd name="T4" fmla="*/ 2147483647 w 10001"/>
              <a:gd name="T5" fmla="*/ 2147483647 h 10125"/>
              <a:gd name="T6" fmla="*/ 2147483647 w 10001"/>
              <a:gd name="T7" fmla="*/ 0 h 10125"/>
              <a:gd name="T8" fmla="*/ 2147483647 w 10001"/>
              <a:gd name="T9" fmla="*/ 2147483647 h 10125"/>
              <a:gd name="T10" fmla="*/ 2147483647 w 10001"/>
              <a:gd name="T11" fmla="*/ 2147483647 h 10125"/>
              <a:gd name="T12" fmla="*/ 2147483647 w 10001"/>
              <a:gd name="T13" fmla="*/ 2147483647 h 10125"/>
              <a:gd name="T14" fmla="*/ 2147483647 w 10001"/>
              <a:gd name="T15" fmla="*/ 2147483647 h 10125"/>
              <a:gd name="T16" fmla="*/ 2147483647 w 10001"/>
              <a:gd name="T17" fmla="*/ 2147483647 h 10125"/>
              <a:gd name="T18" fmla="*/ 2147483647 w 10001"/>
              <a:gd name="T19" fmla="*/ 2147483647 h 10125"/>
              <a:gd name="T20" fmla="*/ 2147483647 w 10001"/>
              <a:gd name="T21" fmla="*/ 2147483647 h 10125"/>
              <a:gd name="T22" fmla="*/ 2147483647 w 10001"/>
              <a:gd name="T23" fmla="*/ 2147483647 h 10125"/>
              <a:gd name="T24" fmla="*/ 2147483647 w 10001"/>
              <a:gd name="T25" fmla="*/ 2147483647 h 10125"/>
              <a:gd name="T26" fmla="*/ 2147483647 w 10001"/>
              <a:gd name="T27" fmla="*/ 2147483647 h 10125"/>
              <a:gd name="T28" fmla="*/ 2147483647 w 10001"/>
              <a:gd name="T29" fmla="*/ 2147483647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39" name="Straight Connector 238">
            <a:extLst>
              <a:ext uri="{FF2B5EF4-FFF2-40B4-BE49-F238E27FC236}">
                <a16:creationId xmlns:a16="http://schemas.microsoft.com/office/drawing/2014/main" id="{6B89A56E-4B45-1449-B1CC-C8EF7ABE50B3}"/>
              </a:ext>
            </a:extLst>
          </p:cNvPr>
          <p:cNvCxnSpPr/>
          <p:nvPr/>
        </p:nvCxnSpPr>
        <p:spPr>
          <a:xfrm flipV="1">
            <a:off x="4812885" y="5629345"/>
            <a:ext cx="1316038" cy="131762"/>
          </a:xfrm>
          <a:prstGeom prst="line">
            <a:avLst/>
          </a:prstGeom>
          <a:noFill/>
          <a:ln w="12700" cap="flat" cmpd="sng" algn="ctr">
            <a:solidFill>
              <a:srgbClr val="000000"/>
            </a:solidFill>
            <a:prstDash val="solid"/>
          </a:ln>
          <a:effectLst/>
        </p:spPr>
      </p:cxnSp>
      <p:cxnSp>
        <p:nvCxnSpPr>
          <p:cNvPr id="240" name="Straight Connector 239">
            <a:extLst>
              <a:ext uri="{FF2B5EF4-FFF2-40B4-BE49-F238E27FC236}">
                <a16:creationId xmlns:a16="http://schemas.microsoft.com/office/drawing/2014/main" id="{2740CBE6-0A59-E645-A69D-A9AE662529A8}"/>
              </a:ext>
            </a:extLst>
          </p:cNvPr>
          <p:cNvCxnSpPr/>
          <p:nvPr/>
        </p:nvCxnSpPr>
        <p:spPr>
          <a:xfrm>
            <a:off x="4701760" y="5815082"/>
            <a:ext cx="2259013" cy="300038"/>
          </a:xfrm>
          <a:prstGeom prst="line">
            <a:avLst/>
          </a:prstGeom>
          <a:noFill/>
          <a:ln w="12700" cap="flat" cmpd="sng" algn="ctr">
            <a:solidFill>
              <a:srgbClr val="000000"/>
            </a:solidFill>
            <a:prstDash val="solid"/>
          </a:ln>
          <a:effectLst/>
        </p:spPr>
      </p:cxnSp>
      <p:cxnSp>
        <p:nvCxnSpPr>
          <p:cNvPr id="241" name="Straight Connector 240">
            <a:extLst>
              <a:ext uri="{FF2B5EF4-FFF2-40B4-BE49-F238E27FC236}">
                <a16:creationId xmlns:a16="http://schemas.microsoft.com/office/drawing/2014/main" id="{FEDEF0D8-C674-7A42-948E-7E305FE7E98D}"/>
              </a:ext>
            </a:extLst>
          </p:cNvPr>
          <p:cNvCxnSpPr/>
          <p:nvPr/>
        </p:nvCxnSpPr>
        <p:spPr>
          <a:xfrm>
            <a:off x="4714460" y="5921445"/>
            <a:ext cx="714375" cy="274637"/>
          </a:xfrm>
          <a:prstGeom prst="line">
            <a:avLst/>
          </a:prstGeom>
          <a:noFill/>
          <a:ln w="12700" cap="flat" cmpd="sng" algn="ctr">
            <a:solidFill>
              <a:srgbClr val="000000"/>
            </a:solidFill>
            <a:prstDash val="solid"/>
          </a:ln>
          <a:effectLst/>
        </p:spPr>
      </p:cxnSp>
      <p:cxnSp>
        <p:nvCxnSpPr>
          <p:cNvPr id="242" name="Straight Connector 241">
            <a:extLst>
              <a:ext uri="{FF2B5EF4-FFF2-40B4-BE49-F238E27FC236}">
                <a16:creationId xmlns:a16="http://schemas.microsoft.com/office/drawing/2014/main" id="{88FEC270-B253-8E44-A411-9C7971EEB2C5}"/>
              </a:ext>
            </a:extLst>
          </p:cNvPr>
          <p:cNvCxnSpPr/>
          <p:nvPr/>
        </p:nvCxnSpPr>
        <p:spPr>
          <a:xfrm flipV="1">
            <a:off x="5732048" y="6115120"/>
            <a:ext cx="1247775" cy="80962"/>
          </a:xfrm>
          <a:prstGeom prst="line">
            <a:avLst/>
          </a:prstGeom>
          <a:noFill/>
          <a:ln w="12700" cap="flat" cmpd="sng" algn="ctr">
            <a:solidFill>
              <a:srgbClr val="000000"/>
            </a:solidFill>
            <a:prstDash val="solid"/>
          </a:ln>
          <a:effectLst/>
        </p:spPr>
      </p:cxnSp>
      <p:cxnSp>
        <p:nvCxnSpPr>
          <p:cNvPr id="243" name="Straight Connector 242">
            <a:extLst>
              <a:ext uri="{FF2B5EF4-FFF2-40B4-BE49-F238E27FC236}">
                <a16:creationId xmlns:a16="http://schemas.microsoft.com/office/drawing/2014/main" id="{829E7CD6-E2DF-3F41-969B-DA845A408D9F}"/>
              </a:ext>
            </a:extLst>
          </p:cNvPr>
          <p:cNvCxnSpPr/>
          <p:nvPr/>
        </p:nvCxnSpPr>
        <p:spPr>
          <a:xfrm>
            <a:off x="6392448" y="5661095"/>
            <a:ext cx="1057275" cy="123825"/>
          </a:xfrm>
          <a:prstGeom prst="line">
            <a:avLst/>
          </a:prstGeom>
          <a:noFill/>
          <a:ln w="12700" cap="flat" cmpd="sng" algn="ctr">
            <a:solidFill>
              <a:srgbClr val="000000"/>
            </a:solidFill>
            <a:prstDash val="solid"/>
          </a:ln>
          <a:effectLst/>
        </p:spPr>
      </p:cxnSp>
      <p:cxnSp>
        <p:nvCxnSpPr>
          <p:cNvPr id="244" name="Straight Connector 243">
            <a:extLst>
              <a:ext uri="{FF2B5EF4-FFF2-40B4-BE49-F238E27FC236}">
                <a16:creationId xmlns:a16="http://schemas.microsoft.com/office/drawing/2014/main" id="{DE601DF1-8D2D-2A46-BC8F-F868A11F76CA}"/>
              </a:ext>
            </a:extLst>
          </p:cNvPr>
          <p:cNvCxnSpPr/>
          <p:nvPr/>
        </p:nvCxnSpPr>
        <p:spPr>
          <a:xfrm flipV="1">
            <a:off x="5676485" y="5815082"/>
            <a:ext cx="1790700" cy="300038"/>
          </a:xfrm>
          <a:prstGeom prst="line">
            <a:avLst/>
          </a:prstGeom>
          <a:noFill/>
          <a:ln w="12700" cap="flat" cmpd="sng" algn="ctr">
            <a:solidFill>
              <a:srgbClr val="000000"/>
            </a:solidFill>
            <a:prstDash val="solid"/>
          </a:ln>
          <a:effectLst/>
        </p:spPr>
      </p:cxnSp>
      <p:cxnSp>
        <p:nvCxnSpPr>
          <p:cNvPr id="245" name="Straight Connector 244">
            <a:extLst>
              <a:ext uri="{FF2B5EF4-FFF2-40B4-BE49-F238E27FC236}">
                <a16:creationId xmlns:a16="http://schemas.microsoft.com/office/drawing/2014/main" id="{A11DDE0B-F575-FA48-8F6B-03D4A7733DCF}"/>
              </a:ext>
            </a:extLst>
          </p:cNvPr>
          <p:cNvCxnSpPr/>
          <p:nvPr/>
        </p:nvCxnSpPr>
        <p:spPr>
          <a:xfrm flipV="1">
            <a:off x="7003635" y="5843657"/>
            <a:ext cx="588963" cy="271463"/>
          </a:xfrm>
          <a:prstGeom prst="line">
            <a:avLst/>
          </a:prstGeom>
          <a:noFill/>
          <a:ln w="12700" cap="flat" cmpd="sng" algn="ctr">
            <a:solidFill>
              <a:srgbClr val="000000"/>
            </a:solidFill>
            <a:prstDash val="solid"/>
          </a:ln>
          <a:effectLst/>
        </p:spPr>
      </p:cxnSp>
      <p:cxnSp>
        <p:nvCxnSpPr>
          <p:cNvPr id="246" name="Straight Connector 245">
            <a:extLst>
              <a:ext uri="{FF2B5EF4-FFF2-40B4-BE49-F238E27FC236}">
                <a16:creationId xmlns:a16="http://schemas.microsoft.com/office/drawing/2014/main" id="{ADA6CD88-616E-B24E-8E41-831DCFC74F88}"/>
              </a:ext>
            </a:extLst>
          </p:cNvPr>
          <p:cNvCxnSpPr/>
          <p:nvPr/>
        </p:nvCxnSpPr>
        <p:spPr>
          <a:xfrm>
            <a:off x="6146385" y="5629345"/>
            <a:ext cx="814388" cy="400050"/>
          </a:xfrm>
          <a:prstGeom prst="line">
            <a:avLst/>
          </a:prstGeom>
          <a:noFill/>
          <a:ln w="12700" cap="flat" cmpd="sng" algn="ctr">
            <a:solidFill>
              <a:srgbClr val="000000"/>
            </a:solidFill>
            <a:prstDash val="solid"/>
          </a:ln>
          <a:effectLst/>
        </p:spPr>
      </p:cxnSp>
      <p:grpSp>
        <p:nvGrpSpPr>
          <p:cNvPr id="247" name="Group 7">
            <a:extLst>
              <a:ext uri="{FF2B5EF4-FFF2-40B4-BE49-F238E27FC236}">
                <a16:creationId xmlns:a16="http://schemas.microsoft.com/office/drawing/2014/main" id="{F23FF8D1-2C6B-9448-B97C-26AA0FF38328}"/>
              </a:ext>
            </a:extLst>
          </p:cNvPr>
          <p:cNvGrpSpPr>
            <a:grpSpLocks/>
          </p:cNvGrpSpPr>
          <p:nvPr/>
        </p:nvGrpSpPr>
        <p:grpSpPr bwMode="auto">
          <a:xfrm>
            <a:off x="5271673" y="6054795"/>
            <a:ext cx="563562" cy="293687"/>
            <a:chOff x="1871277" y="1576300"/>
            <a:chExt cx="1128371" cy="437861"/>
          </a:xfrm>
        </p:grpSpPr>
        <p:sp>
          <p:nvSpPr>
            <p:cNvPr id="248" name="Oval 247">
              <a:extLst>
                <a:ext uri="{FF2B5EF4-FFF2-40B4-BE49-F238E27FC236}">
                  <a16:creationId xmlns:a16="http://schemas.microsoft.com/office/drawing/2014/main" id="{F781E7E0-A5A4-AD4A-A844-E9A7BB7A7970}"/>
                </a:ext>
              </a:extLst>
            </p:cNvPr>
            <p:cNvSpPr>
              <a:spLocks noChangeArrowheads="1"/>
            </p:cNvSpPr>
            <p:nvPr/>
          </p:nvSpPr>
          <p:spPr bwMode="auto">
            <a:xfrm flipV="1">
              <a:off x="1874455" y="1694641"/>
              <a:ext cx="1125193"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49" name="Rectangle 248">
              <a:extLst>
                <a:ext uri="{FF2B5EF4-FFF2-40B4-BE49-F238E27FC236}">
                  <a16:creationId xmlns:a16="http://schemas.microsoft.com/office/drawing/2014/main" id="{3D5BD08E-FA2E-E04F-A545-2E0866784F93}"/>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50" name="Oval 249">
              <a:extLst>
                <a:ext uri="{FF2B5EF4-FFF2-40B4-BE49-F238E27FC236}">
                  <a16:creationId xmlns:a16="http://schemas.microsoft.com/office/drawing/2014/main" id="{01E234FF-7C0E-FD47-9DA3-FA9619013171}"/>
                </a:ext>
              </a:extLst>
            </p:cNvPr>
            <p:cNvSpPr>
              <a:spLocks noChangeArrowheads="1"/>
            </p:cNvSpPr>
            <p:nvPr/>
          </p:nvSpPr>
          <p:spPr bwMode="auto">
            <a:xfrm flipV="1">
              <a:off x="1871277" y="1576300"/>
              <a:ext cx="1125193"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51" name="Freeform 250">
              <a:extLst>
                <a:ext uri="{FF2B5EF4-FFF2-40B4-BE49-F238E27FC236}">
                  <a16:creationId xmlns:a16="http://schemas.microsoft.com/office/drawing/2014/main" id="{563210E5-D710-8E45-8417-02EB79B5C81A}"/>
                </a:ext>
              </a:extLst>
            </p:cNvPr>
            <p:cNvSpPr/>
            <p:nvPr/>
          </p:nvSpPr>
          <p:spPr bwMode="auto">
            <a:xfrm>
              <a:off x="2160521" y="1673339"/>
              <a:ext cx="546704"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52" name="Freeform 251">
              <a:extLst>
                <a:ext uri="{FF2B5EF4-FFF2-40B4-BE49-F238E27FC236}">
                  <a16:creationId xmlns:a16="http://schemas.microsoft.com/office/drawing/2014/main" id="{430FD04E-46A2-3749-B589-BEE902C8D592}"/>
                </a:ext>
              </a:extLst>
            </p:cNvPr>
            <p:cNvSpPr>
              <a:spLocks/>
            </p:cNvSpPr>
            <p:nvPr/>
          </p:nvSpPr>
          <p:spPr bwMode="auto">
            <a:xfrm>
              <a:off x="2103307" y="1633104"/>
              <a:ext cx="661131" cy="111240"/>
            </a:xfrm>
            <a:custGeom>
              <a:avLst/>
              <a:gdLst>
                <a:gd name="T0" fmla="*/ 0 w 3723451"/>
                <a:gd name="T1" fmla="*/ 27215 h 932950"/>
                <a:gd name="T2" fmla="*/ 116331 w 3723451"/>
                <a:gd name="T3" fmla="*/ 321 h 932950"/>
                <a:gd name="T4" fmla="*/ 329509 w 3723451"/>
                <a:gd name="T5" fmla="*/ 62069 h 932950"/>
                <a:gd name="T6" fmla="*/ 532884 w 3723451"/>
                <a:gd name="T7" fmla="*/ 0 h 932950"/>
                <a:gd name="T8" fmla="*/ 661131 w 3723451"/>
                <a:gd name="T9" fmla="*/ 24699 h 932950"/>
                <a:gd name="T10" fmla="*/ 565716 w 3723451"/>
                <a:gd name="T11" fmla="*/ 55071 h 932950"/>
                <a:gd name="T12" fmla="*/ 534996 w 3723451"/>
                <a:gd name="T13" fmla="*/ 46883 h 932950"/>
                <a:gd name="T14" fmla="*/ 333255 w 3723451"/>
                <a:gd name="T15" fmla="*/ 111240 h 932950"/>
                <a:gd name="T16" fmla="*/ 126353 w 3723451"/>
                <a:gd name="T17" fmla="*/ 49250 h 932950"/>
                <a:gd name="T18" fmla="*/ 92901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3" name="Freeform 252">
              <a:extLst>
                <a:ext uri="{FF2B5EF4-FFF2-40B4-BE49-F238E27FC236}">
                  <a16:creationId xmlns:a16="http://schemas.microsoft.com/office/drawing/2014/main" id="{BDBA4CA4-485A-D94A-B148-5C44318A1988}"/>
                </a:ext>
              </a:extLst>
            </p:cNvPr>
            <p:cNvSpPr>
              <a:spLocks/>
            </p:cNvSpPr>
            <p:nvPr/>
          </p:nvSpPr>
          <p:spPr bwMode="auto">
            <a:xfrm>
              <a:off x="2538765" y="1727776"/>
              <a:ext cx="241567" cy="97039"/>
            </a:xfrm>
            <a:custGeom>
              <a:avLst/>
              <a:gdLst>
                <a:gd name="T0" fmla="*/ 0 w 1366596"/>
                <a:gd name="T1" fmla="*/ 0 h 809868"/>
                <a:gd name="T2" fmla="*/ 241567 w 1366596"/>
                <a:gd name="T3" fmla="*/ 74985 h 809868"/>
                <a:gd name="T4" fmla="*/ 152911 w 1366596"/>
                <a:gd name="T5" fmla="*/ 97039 h 809868"/>
                <a:gd name="T6" fmla="*/ 813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4" name="Freeform 253">
              <a:extLst>
                <a:ext uri="{FF2B5EF4-FFF2-40B4-BE49-F238E27FC236}">
                  <a16:creationId xmlns:a16="http://schemas.microsoft.com/office/drawing/2014/main" id="{4F7BCFB0-4862-0040-98EF-79148CCE20CE}"/>
                </a:ext>
              </a:extLst>
            </p:cNvPr>
            <p:cNvSpPr>
              <a:spLocks/>
            </p:cNvSpPr>
            <p:nvPr/>
          </p:nvSpPr>
          <p:spPr bwMode="auto">
            <a:xfrm>
              <a:off x="2090593" y="1730143"/>
              <a:ext cx="238389" cy="97040"/>
            </a:xfrm>
            <a:custGeom>
              <a:avLst/>
              <a:gdLst>
                <a:gd name="T0" fmla="*/ 235135 w 1348191"/>
                <a:gd name="T1" fmla="*/ 0 h 791462"/>
                <a:gd name="T2" fmla="*/ 238389 w 1348191"/>
                <a:gd name="T3" fmla="*/ 46827 h 791462"/>
                <a:gd name="T4" fmla="*/ 86243 w 1348191"/>
                <a:gd name="T5" fmla="*/ 97040 h 791462"/>
                <a:gd name="T6" fmla="*/ 0 w 1348191"/>
                <a:gd name="T7" fmla="*/ 75037 h 791462"/>
                <a:gd name="T8" fmla="*/ 23513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55" name="Straight Connector 254">
              <a:extLst>
                <a:ext uri="{FF2B5EF4-FFF2-40B4-BE49-F238E27FC236}">
                  <a16:creationId xmlns:a16="http://schemas.microsoft.com/office/drawing/2014/main" id="{FA80ECE7-29EF-E045-8DE9-443E8B56CBA4}"/>
                </a:ext>
              </a:extLst>
            </p:cNvPr>
            <p:cNvCxnSpPr>
              <a:cxnSpLocks noChangeShapeType="1"/>
              <a:endCxn id="250" idx="2"/>
            </p:cNvCxnSpPr>
            <p:nvPr/>
          </p:nvCxnSpPr>
          <p:spPr bwMode="auto">
            <a:xfrm flipH="1" flipV="1">
              <a:off x="1871277" y="1737244"/>
              <a:ext cx="3178"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256" name="Straight Connector 255">
              <a:extLst>
                <a:ext uri="{FF2B5EF4-FFF2-40B4-BE49-F238E27FC236}">
                  <a16:creationId xmlns:a16="http://schemas.microsoft.com/office/drawing/2014/main" id="{886C4C8B-81F8-494E-B3C9-F2C152BA755D}"/>
                </a:ext>
              </a:extLst>
            </p:cNvPr>
            <p:cNvCxnSpPr>
              <a:cxnSpLocks noChangeShapeType="1"/>
            </p:cNvCxnSpPr>
            <p:nvPr/>
          </p:nvCxnSpPr>
          <p:spPr bwMode="auto">
            <a:xfrm flipH="1" flipV="1">
              <a:off x="2996470" y="1734876"/>
              <a:ext cx="3178"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257" name="Group 327">
            <a:extLst>
              <a:ext uri="{FF2B5EF4-FFF2-40B4-BE49-F238E27FC236}">
                <a16:creationId xmlns:a16="http://schemas.microsoft.com/office/drawing/2014/main" id="{C6D6E434-396F-824D-B42D-39B257E17412}"/>
              </a:ext>
            </a:extLst>
          </p:cNvPr>
          <p:cNvGrpSpPr>
            <a:grpSpLocks/>
          </p:cNvGrpSpPr>
          <p:nvPr/>
        </p:nvGrpSpPr>
        <p:grpSpPr bwMode="auto">
          <a:xfrm>
            <a:off x="5966998" y="5513457"/>
            <a:ext cx="565150" cy="292100"/>
            <a:chOff x="1871277" y="1576300"/>
            <a:chExt cx="1128371" cy="437861"/>
          </a:xfrm>
        </p:grpSpPr>
        <p:sp>
          <p:nvSpPr>
            <p:cNvPr id="258" name="Oval 257">
              <a:extLst>
                <a:ext uri="{FF2B5EF4-FFF2-40B4-BE49-F238E27FC236}">
                  <a16:creationId xmlns:a16="http://schemas.microsoft.com/office/drawing/2014/main" id="{BD523501-0761-ED43-9FA5-AEA15E2D1C9C}"/>
                </a:ext>
              </a:extLst>
            </p:cNvPr>
            <p:cNvSpPr>
              <a:spLocks noChangeArrowheads="1"/>
            </p:cNvSpPr>
            <p:nvPr/>
          </p:nvSpPr>
          <p:spPr bwMode="auto">
            <a:xfrm flipV="1">
              <a:off x="1874446" y="1692905"/>
              <a:ext cx="1125202" cy="32125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59" name="Rectangle 258">
              <a:extLst>
                <a:ext uri="{FF2B5EF4-FFF2-40B4-BE49-F238E27FC236}">
                  <a16:creationId xmlns:a16="http://schemas.microsoft.com/office/drawing/2014/main" id="{1B2C53EE-99C4-9041-B078-E1DEA73E56F8}"/>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60" name="Oval 259">
              <a:extLst>
                <a:ext uri="{FF2B5EF4-FFF2-40B4-BE49-F238E27FC236}">
                  <a16:creationId xmlns:a16="http://schemas.microsoft.com/office/drawing/2014/main" id="{27361595-2FF4-1B46-839D-326969B484FA}"/>
                </a:ext>
              </a:extLst>
            </p:cNvPr>
            <p:cNvSpPr>
              <a:spLocks noChangeArrowheads="1"/>
            </p:cNvSpPr>
            <p:nvPr/>
          </p:nvSpPr>
          <p:spPr bwMode="auto">
            <a:xfrm flipV="1">
              <a:off x="1871277" y="1576300"/>
              <a:ext cx="1125200" cy="32125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61" name="Freeform 260">
              <a:extLst>
                <a:ext uri="{FF2B5EF4-FFF2-40B4-BE49-F238E27FC236}">
                  <a16:creationId xmlns:a16="http://schemas.microsoft.com/office/drawing/2014/main" id="{89642470-FD74-1047-9747-D0EB2363B800}"/>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62" name="Freeform 261">
              <a:extLst>
                <a:ext uri="{FF2B5EF4-FFF2-40B4-BE49-F238E27FC236}">
                  <a16:creationId xmlns:a16="http://schemas.microsoft.com/office/drawing/2014/main" id="{12E17BAF-3675-9946-91CF-C0BD05A47A02}"/>
                </a:ext>
              </a:extLst>
            </p:cNvPr>
            <p:cNvSpPr>
              <a:spLocks/>
            </p:cNvSpPr>
            <p:nvPr/>
          </p:nvSpPr>
          <p:spPr bwMode="auto">
            <a:xfrm>
              <a:off x="2102655" y="1633412"/>
              <a:ext cx="662444" cy="111846"/>
            </a:xfrm>
            <a:custGeom>
              <a:avLst/>
              <a:gdLst>
                <a:gd name="T0" fmla="*/ 0 w 3723451"/>
                <a:gd name="T1" fmla="*/ 27363 h 932950"/>
                <a:gd name="T2" fmla="*/ 116562 w 3723451"/>
                <a:gd name="T3" fmla="*/ 322 h 932950"/>
                <a:gd name="T4" fmla="*/ 330164 w 3723451"/>
                <a:gd name="T5" fmla="*/ 62407 h 932950"/>
                <a:gd name="T6" fmla="*/ 533943 w 3723451"/>
                <a:gd name="T7" fmla="*/ 0 h 932950"/>
                <a:gd name="T8" fmla="*/ 662444 w 3723451"/>
                <a:gd name="T9" fmla="*/ 24834 h 932950"/>
                <a:gd name="T10" fmla="*/ 566839 w 3723451"/>
                <a:gd name="T11" fmla="*/ 55371 h 932950"/>
                <a:gd name="T12" fmla="*/ 536059 w 3723451"/>
                <a:gd name="T13" fmla="*/ 47138 h 932950"/>
                <a:gd name="T14" fmla="*/ 333917 w 3723451"/>
                <a:gd name="T15" fmla="*/ 111846 h 932950"/>
                <a:gd name="T16" fmla="*/ 126604 w 3723451"/>
                <a:gd name="T17" fmla="*/ 49519 h 932950"/>
                <a:gd name="T18" fmla="*/ 93086 w 3723451"/>
                <a:gd name="T19" fmla="*/ 56246 h 932950"/>
                <a:gd name="T20" fmla="*/ 0 w 3723451"/>
                <a:gd name="T21" fmla="*/ 27363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3" name="Freeform 262">
              <a:extLst>
                <a:ext uri="{FF2B5EF4-FFF2-40B4-BE49-F238E27FC236}">
                  <a16:creationId xmlns:a16="http://schemas.microsoft.com/office/drawing/2014/main" id="{FB02D5C9-E16C-D545-9658-9B08CD700FC7}"/>
                </a:ext>
              </a:extLst>
            </p:cNvPr>
            <p:cNvSpPr>
              <a:spLocks/>
            </p:cNvSpPr>
            <p:nvPr/>
          </p:nvSpPr>
          <p:spPr bwMode="auto">
            <a:xfrm>
              <a:off x="2536889" y="1728599"/>
              <a:ext cx="244057" cy="97568"/>
            </a:xfrm>
            <a:custGeom>
              <a:avLst/>
              <a:gdLst>
                <a:gd name="T0" fmla="*/ 0 w 1366596"/>
                <a:gd name="T1" fmla="*/ 0 h 809868"/>
                <a:gd name="T2" fmla="*/ 244057 w 1366596"/>
                <a:gd name="T3" fmla="*/ 75393 h 809868"/>
                <a:gd name="T4" fmla="*/ 154487 w 1366596"/>
                <a:gd name="T5" fmla="*/ 97568 h 809868"/>
                <a:gd name="T6" fmla="*/ 822 w 1366596"/>
                <a:gd name="T7" fmla="*/ 5155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Freeform 263">
              <a:extLst>
                <a:ext uri="{FF2B5EF4-FFF2-40B4-BE49-F238E27FC236}">
                  <a16:creationId xmlns:a16="http://schemas.microsoft.com/office/drawing/2014/main" id="{43C530C6-57F7-D943-BF8C-3B8BE501FC32}"/>
                </a:ext>
              </a:extLst>
            </p:cNvPr>
            <p:cNvSpPr>
              <a:spLocks/>
            </p:cNvSpPr>
            <p:nvPr/>
          </p:nvSpPr>
          <p:spPr bwMode="auto">
            <a:xfrm>
              <a:off x="2089977" y="1730980"/>
              <a:ext cx="240888" cy="95187"/>
            </a:xfrm>
            <a:custGeom>
              <a:avLst/>
              <a:gdLst>
                <a:gd name="T0" fmla="*/ 237599 w 1348191"/>
                <a:gd name="T1" fmla="*/ 0 h 791462"/>
                <a:gd name="T2" fmla="*/ 240888 w 1348191"/>
                <a:gd name="T3" fmla="*/ 45933 h 791462"/>
                <a:gd name="T4" fmla="*/ 87147 w 1348191"/>
                <a:gd name="T5" fmla="*/ 95187 h 791462"/>
                <a:gd name="T6" fmla="*/ 0 w 1348191"/>
                <a:gd name="T7" fmla="*/ 73604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65" name="Straight Connector 264">
              <a:extLst>
                <a:ext uri="{FF2B5EF4-FFF2-40B4-BE49-F238E27FC236}">
                  <a16:creationId xmlns:a16="http://schemas.microsoft.com/office/drawing/2014/main" id="{04998C4B-6CC3-804D-8149-EB9753D18CA7}"/>
                </a:ext>
              </a:extLst>
            </p:cNvPr>
            <p:cNvCxnSpPr>
              <a:cxnSpLocks noChangeShapeType="1"/>
              <a:endCxn id="260" idx="2"/>
            </p:cNvCxnSpPr>
            <p:nvPr/>
          </p:nvCxnSpPr>
          <p:spPr bwMode="auto">
            <a:xfrm flipH="1" flipV="1">
              <a:off x="1871277" y="1735739"/>
              <a:ext cx="3169" cy="12374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266" name="Straight Connector 265">
              <a:extLst>
                <a:ext uri="{FF2B5EF4-FFF2-40B4-BE49-F238E27FC236}">
                  <a16:creationId xmlns:a16="http://schemas.microsoft.com/office/drawing/2014/main" id="{565D2A47-CC6C-8440-A5DF-83E670BCAF12}"/>
                </a:ext>
              </a:extLst>
            </p:cNvPr>
            <p:cNvCxnSpPr>
              <a:cxnSpLocks noChangeShapeType="1"/>
            </p:cNvCxnSpPr>
            <p:nvPr/>
          </p:nvCxnSpPr>
          <p:spPr bwMode="auto">
            <a:xfrm flipH="1" flipV="1">
              <a:off x="2996477" y="1733359"/>
              <a:ext cx="3171" cy="12374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267" name="Group 337">
            <a:extLst>
              <a:ext uri="{FF2B5EF4-FFF2-40B4-BE49-F238E27FC236}">
                <a16:creationId xmlns:a16="http://schemas.microsoft.com/office/drawing/2014/main" id="{82B40A4C-BCB9-0F49-86D8-65358510B247}"/>
              </a:ext>
            </a:extLst>
          </p:cNvPr>
          <p:cNvGrpSpPr>
            <a:grpSpLocks/>
          </p:cNvGrpSpPr>
          <p:nvPr/>
        </p:nvGrpSpPr>
        <p:grpSpPr bwMode="auto">
          <a:xfrm>
            <a:off x="6609935" y="5967482"/>
            <a:ext cx="563563" cy="293688"/>
            <a:chOff x="1871277" y="1576300"/>
            <a:chExt cx="1128371" cy="437861"/>
          </a:xfrm>
        </p:grpSpPr>
        <p:sp>
          <p:nvSpPr>
            <p:cNvPr id="268" name="Oval 267">
              <a:extLst>
                <a:ext uri="{FF2B5EF4-FFF2-40B4-BE49-F238E27FC236}">
                  <a16:creationId xmlns:a16="http://schemas.microsoft.com/office/drawing/2014/main" id="{683F4F4C-42FD-9846-A017-5B90A1CDF30A}"/>
                </a:ext>
              </a:extLst>
            </p:cNvPr>
            <p:cNvSpPr>
              <a:spLocks noChangeArrowheads="1"/>
            </p:cNvSpPr>
            <p:nvPr/>
          </p:nvSpPr>
          <p:spPr bwMode="auto">
            <a:xfrm flipV="1">
              <a:off x="1874457" y="1694641"/>
              <a:ext cx="1125191"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69" name="Rectangle 268">
              <a:extLst>
                <a:ext uri="{FF2B5EF4-FFF2-40B4-BE49-F238E27FC236}">
                  <a16:creationId xmlns:a16="http://schemas.microsoft.com/office/drawing/2014/main" id="{3F600344-6D5A-5149-9480-8AD325F910A2}"/>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70" name="Oval 269">
              <a:extLst>
                <a:ext uri="{FF2B5EF4-FFF2-40B4-BE49-F238E27FC236}">
                  <a16:creationId xmlns:a16="http://schemas.microsoft.com/office/drawing/2014/main" id="{358912A5-2365-7548-98D1-05C254AB8C93}"/>
                </a:ext>
              </a:extLst>
            </p:cNvPr>
            <p:cNvSpPr>
              <a:spLocks noChangeArrowheads="1"/>
            </p:cNvSpPr>
            <p:nvPr/>
          </p:nvSpPr>
          <p:spPr bwMode="auto">
            <a:xfrm flipV="1">
              <a:off x="1871277" y="1576300"/>
              <a:ext cx="1125191"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71" name="Freeform 270">
              <a:extLst>
                <a:ext uri="{FF2B5EF4-FFF2-40B4-BE49-F238E27FC236}">
                  <a16:creationId xmlns:a16="http://schemas.microsoft.com/office/drawing/2014/main" id="{856A4118-FA0A-BF49-876A-9D235E6C6E2E}"/>
                </a:ext>
              </a:extLst>
            </p:cNvPr>
            <p:cNvSpPr/>
            <p:nvPr/>
          </p:nvSpPr>
          <p:spPr bwMode="auto">
            <a:xfrm>
              <a:off x="2160522" y="1673340"/>
              <a:ext cx="546703"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72" name="Freeform 271">
              <a:extLst>
                <a:ext uri="{FF2B5EF4-FFF2-40B4-BE49-F238E27FC236}">
                  <a16:creationId xmlns:a16="http://schemas.microsoft.com/office/drawing/2014/main" id="{73066D64-2E3F-F24D-B741-44F8F9E6C32A}"/>
                </a:ext>
              </a:extLst>
            </p:cNvPr>
            <p:cNvSpPr>
              <a:spLocks/>
            </p:cNvSpPr>
            <p:nvPr/>
          </p:nvSpPr>
          <p:spPr bwMode="auto">
            <a:xfrm>
              <a:off x="2103309" y="1633103"/>
              <a:ext cx="661129" cy="111241"/>
            </a:xfrm>
            <a:custGeom>
              <a:avLst/>
              <a:gdLst>
                <a:gd name="T0" fmla="*/ 0 w 3723451"/>
                <a:gd name="T1" fmla="*/ 27215 h 932950"/>
                <a:gd name="T2" fmla="*/ 116330 w 3723451"/>
                <a:gd name="T3" fmla="*/ 321 h 932950"/>
                <a:gd name="T4" fmla="*/ 329508 w 3723451"/>
                <a:gd name="T5" fmla="*/ 62070 h 932950"/>
                <a:gd name="T6" fmla="*/ 532883 w 3723451"/>
                <a:gd name="T7" fmla="*/ 0 h 932950"/>
                <a:gd name="T8" fmla="*/ 661129 w 3723451"/>
                <a:gd name="T9" fmla="*/ 24700 h 932950"/>
                <a:gd name="T10" fmla="*/ 565714 w 3723451"/>
                <a:gd name="T11" fmla="*/ 55072 h 932950"/>
                <a:gd name="T12" fmla="*/ 534995 w 3723451"/>
                <a:gd name="T13" fmla="*/ 46883 h 932950"/>
                <a:gd name="T14" fmla="*/ 333254 w 3723451"/>
                <a:gd name="T15" fmla="*/ 111241 h 932950"/>
                <a:gd name="T16" fmla="*/ 126353 w 3723451"/>
                <a:gd name="T17" fmla="*/ 49251 h 932950"/>
                <a:gd name="T18" fmla="*/ 92901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3" name="Freeform 272">
              <a:extLst>
                <a:ext uri="{FF2B5EF4-FFF2-40B4-BE49-F238E27FC236}">
                  <a16:creationId xmlns:a16="http://schemas.microsoft.com/office/drawing/2014/main" id="{63C7C818-A6BA-5B46-8663-C7EB1B1CEB1A}"/>
                </a:ext>
              </a:extLst>
            </p:cNvPr>
            <p:cNvSpPr>
              <a:spLocks/>
            </p:cNvSpPr>
            <p:nvPr/>
          </p:nvSpPr>
          <p:spPr bwMode="auto">
            <a:xfrm>
              <a:off x="2538763" y="1727776"/>
              <a:ext cx="241567" cy="97040"/>
            </a:xfrm>
            <a:custGeom>
              <a:avLst/>
              <a:gdLst>
                <a:gd name="T0" fmla="*/ 0 w 1366596"/>
                <a:gd name="T1" fmla="*/ 0 h 809868"/>
                <a:gd name="T2" fmla="*/ 241567 w 1366596"/>
                <a:gd name="T3" fmla="*/ 74985 h 809868"/>
                <a:gd name="T4" fmla="*/ 152911 w 1366596"/>
                <a:gd name="T5" fmla="*/ 97040 h 809868"/>
                <a:gd name="T6" fmla="*/ 813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4" name="Freeform 273">
              <a:extLst>
                <a:ext uri="{FF2B5EF4-FFF2-40B4-BE49-F238E27FC236}">
                  <a16:creationId xmlns:a16="http://schemas.microsoft.com/office/drawing/2014/main" id="{958FEB88-75FB-2D44-9A10-0367FDB3A463}"/>
                </a:ext>
              </a:extLst>
            </p:cNvPr>
            <p:cNvSpPr>
              <a:spLocks/>
            </p:cNvSpPr>
            <p:nvPr/>
          </p:nvSpPr>
          <p:spPr bwMode="auto">
            <a:xfrm>
              <a:off x="2090595" y="1730144"/>
              <a:ext cx="238387" cy="97039"/>
            </a:xfrm>
            <a:custGeom>
              <a:avLst/>
              <a:gdLst>
                <a:gd name="T0" fmla="*/ 235133 w 1348191"/>
                <a:gd name="T1" fmla="*/ 0 h 791462"/>
                <a:gd name="T2" fmla="*/ 238387 w 1348191"/>
                <a:gd name="T3" fmla="*/ 46827 h 791462"/>
                <a:gd name="T4" fmla="*/ 86242 w 1348191"/>
                <a:gd name="T5" fmla="*/ 97039 h 791462"/>
                <a:gd name="T6" fmla="*/ 0 w 1348191"/>
                <a:gd name="T7" fmla="*/ 75036 h 791462"/>
                <a:gd name="T8" fmla="*/ 23513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75" name="Straight Connector 274">
              <a:extLst>
                <a:ext uri="{FF2B5EF4-FFF2-40B4-BE49-F238E27FC236}">
                  <a16:creationId xmlns:a16="http://schemas.microsoft.com/office/drawing/2014/main" id="{E5F8810D-58B9-1B41-9069-743A57CBD942}"/>
                </a:ext>
              </a:extLst>
            </p:cNvPr>
            <p:cNvCxnSpPr>
              <a:cxnSpLocks noChangeShapeType="1"/>
              <a:endCxn id="270" idx="2"/>
            </p:cNvCxnSpPr>
            <p:nvPr/>
          </p:nvCxnSpPr>
          <p:spPr bwMode="auto">
            <a:xfrm flipH="1" flipV="1">
              <a:off x="1871277" y="1737243"/>
              <a:ext cx="3180"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276" name="Straight Connector 275">
              <a:extLst>
                <a:ext uri="{FF2B5EF4-FFF2-40B4-BE49-F238E27FC236}">
                  <a16:creationId xmlns:a16="http://schemas.microsoft.com/office/drawing/2014/main" id="{B7248C01-1BC9-084D-9C19-4C517E66801B}"/>
                </a:ext>
              </a:extLst>
            </p:cNvPr>
            <p:cNvCxnSpPr>
              <a:cxnSpLocks noChangeShapeType="1"/>
            </p:cNvCxnSpPr>
            <p:nvPr/>
          </p:nvCxnSpPr>
          <p:spPr bwMode="auto">
            <a:xfrm flipH="1" flipV="1">
              <a:off x="2996468" y="1734877"/>
              <a:ext cx="3180"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277" name="Group 347">
            <a:extLst>
              <a:ext uri="{FF2B5EF4-FFF2-40B4-BE49-F238E27FC236}">
                <a16:creationId xmlns:a16="http://schemas.microsoft.com/office/drawing/2014/main" id="{EA66C38A-2A9F-054D-B190-0607C48440C0}"/>
              </a:ext>
            </a:extLst>
          </p:cNvPr>
          <p:cNvGrpSpPr>
            <a:grpSpLocks/>
          </p:cNvGrpSpPr>
          <p:nvPr/>
        </p:nvGrpSpPr>
        <p:grpSpPr bwMode="auto">
          <a:xfrm>
            <a:off x="7332248" y="5653157"/>
            <a:ext cx="565150" cy="293688"/>
            <a:chOff x="1871277" y="1576300"/>
            <a:chExt cx="1128371" cy="437861"/>
          </a:xfrm>
        </p:grpSpPr>
        <p:sp>
          <p:nvSpPr>
            <p:cNvPr id="278" name="Oval 277">
              <a:extLst>
                <a:ext uri="{FF2B5EF4-FFF2-40B4-BE49-F238E27FC236}">
                  <a16:creationId xmlns:a16="http://schemas.microsoft.com/office/drawing/2014/main" id="{578C6C8A-3C2C-CA47-A52F-E5336E397A8C}"/>
                </a:ext>
              </a:extLst>
            </p:cNvPr>
            <p:cNvSpPr>
              <a:spLocks noChangeArrowheads="1"/>
            </p:cNvSpPr>
            <p:nvPr/>
          </p:nvSpPr>
          <p:spPr bwMode="auto">
            <a:xfrm flipV="1">
              <a:off x="1874446" y="1694641"/>
              <a:ext cx="1125202"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79" name="Rectangle 278">
              <a:extLst>
                <a:ext uri="{FF2B5EF4-FFF2-40B4-BE49-F238E27FC236}">
                  <a16:creationId xmlns:a16="http://schemas.microsoft.com/office/drawing/2014/main" id="{40527894-E8D6-8847-A758-9F4A98B89D5B}"/>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80" name="Oval 279">
              <a:extLst>
                <a:ext uri="{FF2B5EF4-FFF2-40B4-BE49-F238E27FC236}">
                  <a16:creationId xmlns:a16="http://schemas.microsoft.com/office/drawing/2014/main" id="{50FCBF9F-6CE0-7B47-94FC-CD5787B788A2}"/>
                </a:ext>
              </a:extLst>
            </p:cNvPr>
            <p:cNvSpPr>
              <a:spLocks noChangeArrowheads="1"/>
            </p:cNvSpPr>
            <p:nvPr/>
          </p:nvSpPr>
          <p:spPr bwMode="auto">
            <a:xfrm flipV="1">
              <a:off x="1871277" y="1576300"/>
              <a:ext cx="1125200"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81" name="Freeform 280">
              <a:extLst>
                <a:ext uri="{FF2B5EF4-FFF2-40B4-BE49-F238E27FC236}">
                  <a16:creationId xmlns:a16="http://schemas.microsoft.com/office/drawing/2014/main" id="{5D5ADD21-3F21-8E47-B87D-2BDC146712B9}"/>
                </a:ext>
              </a:extLst>
            </p:cNvPr>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82" name="Freeform 281">
              <a:extLst>
                <a:ext uri="{FF2B5EF4-FFF2-40B4-BE49-F238E27FC236}">
                  <a16:creationId xmlns:a16="http://schemas.microsoft.com/office/drawing/2014/main" id="{0FF22D66-78A9-2245-ACA6-A35063B9545F}"/>
                </a:ext>
              </a:extLst>
            </p:cNvPr>
            <p:cNvSpPr>
              <a:spLocks/>
            </p:cNvSpPr>
            <p:nvPr/>
          </p:nvSpPr>
          <p:spPr bwMode="auto">
            <a:xfrm>
              <a:off x="2102655" y="1633103"/>
              <a:ext cx="662444" cy="111241"/>
            </a:xfrm>
            <a:custGeom>
              <a:avLst/>
              <a:gdLst>
                <a:gd name="T0" fmla="*/ 0 w 3723451"/>
                <a:gd name="T1" fmla="*/ 27215 h 932950"/>
                <a:gd name="T2" fmla="*/ 116562 w 3723451"/>
                <a:gd name="T3" fmla="*/ 321 h 932950"/>
                <a:gd name="T4" fmla="*/ 330164 w 3723451"/>
                <a:gd name="T5" fmla="*/ 62070 h 932950"/>
                <a:gd name="T6" fmla="*/ 533943 w 3723451"/>
                <a:gd name="T7" fmla="*/ 0 h 932950"/>
                <a:gd name="T8" fmla="*/ 662444 w 3723451"/>
                <a:gd name="T9" fmla="*/ 24700 h 932950"/>
                <a:gd name="T10" fmla="*/ 566839 w 3723451"/>
                <a:gd name="T11" fmla="*/ 55072 h 932950"/>
                <a:gd name="T12" fmla="*/ 536059 w 3723451"/>
                <a:gd name="T13" fmla="*/ 46883 h 932950"/>
                <a:gd name="T14" fmla="*/ 333917 w 3723451"/>
                <a:gd name="T15" fmla="*/ 111241 h 932950"/>
                <a:gd name="T16" fmla="*/ 126604 w 3723451"/>
                <a:gd name="T17" fmla="*/ 49251 h 932950"/>
                <a:gd name="T18" fmla="*/ 93086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3" name="Freeform 282">
              <a:extLst>
                <a:ext uri="{FF2B5EF4-FFF2-40B4-BE49-F238E27FC236}">
                  <a16:creationId xmlns:a16="http://schemas.microsoft.com/office/drawing/2014/main" id="{A86BA2E2-E459-454D-98E3-2CB0E41E1ED3}"/>
                </a:ext>
              </a:extLst>
            </p:cNvPr>
            <p:cNvSpPr>
              <a:spLocks/>
            </p:cNvSpPr>
            <p:nvPr/>
          </p:nvSpPr>
          <p:spPr bwMode="auto">
            <a:xfrm>
              <a:off x="2536889" y="1727776"/>
              <a:ext cx="244057" cy="97040"/>
            </a:xfrm>
            <a:custGeom>
              <a:avLst/>
              <a:gdLst>
                <a:gd name="T0" fmla="*/ 0 w 1366596"/>
                <a:gd name="T1" fmla="*/ 0 h 809868"/>
                <a:gd name="T2" fmla="*/ 244057 w 1366596"/>
                <a:gd name="T3" fmla="*/ 74985 h 809868"/>
                <a:gd name="T4" fmla="*/ 154487 w 1366596"/>
                <a:gd name="T5" fmla="*/ 97040 h 809868"/>
                <a:gd name="T6" fmla="*/ 822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4" name="Freeform 283">
              <a:extLst>
                <a:ext uri="{FF2B5EF4-FFF2-40B4-BE49-F238E27FC236}">
                  <a16:creationId xmlns:a16="http://schemas.microsoft.com/office/drawing/2014/main" id="{32EB212F-0575-FD42-B1AF-F3AAD1FDE604}"/>
                </a:ext>
              </a:extLst>
            </p:cNvPr>
            <p:cNvSpPr>
              <a:spLocks/>
            </p:cNvSpPr>
            <p:nvPr/>
          </p:nvSpPr>
          <p:spPr bwMode="auto">
            <a:xfrm>
              <a:off x="2089977" y="1730144"/>
              <a:ext cx="240888" cy="97039"/>
            </a:xfrm>
            <a:custGeom>
              <a:avLst/>
              <a:gdLst>
                <a:gd name="T0" fmla="*/ 237599 w 1348191"/>
                <a:gd name="T1" fmla="*/ 0 h 791462"/>
                <a:gd name="T2" fmla="*/ 240888 w 1348191"/>
                <a:gd name="T3" fmla="*/ 46827 h 791462"/>
                <a:gd name="T4" fmla="*/ 87147 w 1348191"/>
                <a:gd name="T5" fmla="*/ 97039 h 791462"/>
                <a:gd name="T6" fmla="*/ 0 w 1348191"/>
                <a:gd name="T7" fmla="*/ 75036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85" name="Straight Connector 284">
              <a:extLst>
                <a:ext uri="{FF2B5EF4-FFF2-40B4-BE49-F238E27FC236}">
                  <a16:creationId xmlns:a16="http://schemas.microsoft.com/office/drawing/2014/main" id="{913FC001-18AF-3A49-BFB4-0B914F19FFD8}"/>
                </a:ext>
              </a:extLst>
            </p:cNvPr>
            <p:cNvCxnSpPr>
              <a:cxnSpLocks noChangeShapeType="1"/>
              <a:endCxn id="280" idx="2"/>
            </p:cNvCxnSpPr>
            <p:nvPr/>
          </p:nvCxnSpPr>
          <p:spPr bwMode="auto">
            <a:xfrm flipH="1" flipV="1">
              <a:off x="1871277" y="1737243"/>
              <a:ext cx="3169"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286" name="Straight Connector 285">
              <a:extLst>
                <a:ext uri="{FF2B5EF4-FFF2-40B4-BE49-F238E27FC236}">
                  <a16:creationId xmlns:a16="http://schemas.microsoft.com/office/drawing/2014/main" id="{7194EB53-3E3D-024D-B0D2-5596DAD2A331}"/>
                </a:ext>
              </a:extLst>
            </p:cNvPr>
            <p:cNvCxnSpPr>
              <a:cxnSpLocks noChangeShapeType="1"/>
            </p:cNvCxnSpPr>
            <p:nvPr/>
          </p:nvCxnSpPr>
          <p:spPr bwMode="auto">
            <a:xfrm flipH="1" flipV="1">
              <a:off x="2996477" y="1734877"/>
              <a:ext cx="3171"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287" name="Group 286">
            <a:extLst>
              <a:ext uri="{FF2B5EF4-FFF2-40B4-BE49-F238E27FC236}">
                <a16:creationId xmlns:a16="http://schemas.microsoft.com/office/drawing/2014/main" id="{7169FC3C-178E-6048-AB6C-8493893B17E5}"/>
              </a:ext>
            </a:extLst>
          </p:cNvPr>
          <p:cNvGrpSpPr>
            <a:grpSpLocks/>
          </p:cNvGrpSpPr>
          <p:nvPr/>
        </p:nvGrpSpPr>
        <p:grpSpPr bwMode="auto">
          <a:xfrm>
            <a:off x="3347623" y="2370207"/>
            <a:ext cx="5270500" cy="3805238"/>
            <a:chOff x="1757805" y="2331054"/>
            <a:chExt cx="5270058" cy="3804634"/>
          </a:xfrm>
        </p:grpSpPr>
        <p:sp>
          <p:nvSpPr>
            <p:cNvPr id="288" name="Freeform 287">
              <a:extLst>
                <a:ext uri="{FF2B5EF4-FFF2-40B4-BE49-F238E27FC236}">
                  <a16:creationId xmlns:a16="http://schemas.microsoft.com/office/drawing/2014/main" id="{440C625E-763F-DC45-B239-42BFE9E9081B}"/>
                </a:ext>
              </a:extLst>
            </p:cNvPr>
            <p:cNvSpPr/>
            <p:nvPr/>
          </p:nvSpPr>
          <p:spPr>
            <a:xfrm>
              <a:off x="1776853" y="4829382"/>
              <a:ext cx="1220685" cy="920604"/>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0510" h="921649">
                  <a:moveTo>
                    <a:pt x="1060159" y="921649"/>
                  </a:moveTo>
                  <a:cubicBezTo>
                    <a:pt x="166591" y="183345"/>
                    <a:pt x="908943" y="790884"/>
                    <a:pt x="0" y="51716"/>
                  </a:cubicBezTo>
                  <a:cubicBezTo>
                    <a:pt x="346878" y="57311"/>
                    <a:pt x="712340" y="-5240"/>
                    <a:pt x="1059218" y="355"/>
                  </a:cubicBezTo>
                  <a:cubicBezTo>
                    <a:pt x="1192967" y="751903"/>
                    <a:pt x="1090859" y="157699"/>
                    <a:pt x="1220510" y="849923"/>
                  </a:cubicBezTo>
                  <a:cubicBezTo>
                    <a:pt x="1126090" y="855456"/>
                    <a:pt x="1222187" y="863235"/>
                    <a:pt x="1060159" y="921649"/>
                  </a:cubicBezTo>
                  <a:close/>
                </a:path>
              </a:pathLst>
            </a:custGeom>
            <a:gradFill rotWithShape="1">
              <a:gsLst>
                <a:gs pos="0">
                  <a:srgbClr val="FFFFFF">
                    <a:lumMod val="9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89" name="Freeform 288">
              <a:extLst>
                <a:ext uri="{FF2B5EF4-FFF2-40B4-BE49-F238E27FC236}">
                  <a16:creationId xmlns:a16="http://schemas.microsoft.com/office/drawing/2014/main" id="{7B2A49C4-873B-2743-B356-AA474598AAC7}"/>
                </a:ext>
              </a:extLst>
            </p:cNvPr>
            <p:cNvSpPr/>
            <p:nvPr/>
          </p:nvSpPr>
          <p:spPr>
            <a:xfrm>
              <a:off x="6102428" y="4916682"/>
              <a:ext cx="925435" cy="757117"/>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3004 w 954755"/>
                <a:gd name="connsiteY0" fmla="*/ 943771 h 976186"/>
                <a:gd name="connsiteX1" fmla="*/ 455145 w 954755"/>
                <a:gd name="connsiteY1" fmla="*/ 11688 h 976186"/>
                <a:gd name="connsiteX2" fmla="*/ 954755 w 954755"/>
                <a:gd name="connsiteY2" fmla="*/ 0 h 976186"/>
                <a:gd name="connsiteX3" fmla="*/ 728484 w 954755"/>
                <a:gd name="connsiteY3" fmla="*/ 976186 h 976186"/>
                <a:gd name="connsiteX4" fmla="*/ 23004 w 954755"/>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56363"/>
                <a:gd name="connsiteY0" fmla="*/ 932083 h 954654"/>
                <a:gd name="connsiteX1" fmla="*/ 432141 w 956363"/>
                <a:gd name="connsiteY1" fmla="*/ 0 h 954654"/>
                <a:gd name="connsiteX2" fmla="*/ 956363 w 956363"/>
                <a:gd name="connsiteY2" fmla="*/ 12924 h 954654"/>
                <a:gd name="connsiteX3" fmla="*/ 183705 w 956363"/>
                <a:gd name="connsiteY3" fmla="*/ 954654 h 954654"/>
                <a:gd name="connsiteX4" fmla="*/ 0 w 956363"/>
                <a:gd name="connsiteY4" fmla="*/ 932083 h 954654"/>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6304" h="758185">
                  <a:moveTo>
                    <a:pt x="0" y="735614"/>
                  </a:moveTo>
                  <a:cubicBezTo>
                    <a:pt x="309918" y="169731"/>
                    <a:pt x="59088" y="622691"/>
                    <a:pt x="405840" y="13939"/>
                  </a:cubicBezTo>
                  <a:cubicBezTo>
                    <a:pt x="580581" y="18247"/>
                    <a:pt x="751563" y="-3745"/>
                    <a:pt x="926304" y="563"/>
                  </a:cubicBezTo>
                  <a:cubicBezTo>
                    <a:pt x="312762" y="607705"/>
                    <a:pt x="474902" y="459041"/>
                    <a:pt x="183705" y="758185"/>
                  </a:cubicBezTo>
                  <a:cubicBezTo>
                    <a:pt x="49420" y="729549"/>
                    <a:pt x="196198" y="734148"/>
                    <a:pt x="0" y="735614"/>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90" name="Freeform 289">
              <a:extLst>
                <a:ext uri="{FF2B5EF4-FFF2-40B4-BE49-F238E27FC236}">
                  <a16:creationId xmlns:a16="http://schemas.microsoft.com/office/drawing/2014/main" id="{0D9AB348-D7F2-A742-9B0C-84535C1F8A96}"/>
                </a:ext>
              </a:extLst>
            </p:cNvPr>
            <p:cNvSpPr/>
            <p:nvPr/>
          </p:nvSpPr>
          <p:spPr>
            <a:xfrm>
              <a:off x="5288109" y="4937315"/>
              <a:ext cx="725426" cy="1099963"/>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7977 w 802211"/>
                <a:gd name="connsiteY0" fmla="*/ 815791 h 976186"/>
                <a:gd name="connsiteX1" fmla="*/ 302601 w 802211"/>
                <a:gd name="connsiteY1" fmla="*/ 11688 h 976186"/>
                <a:gd name="connsiteX2" fmla="*/ 802211 w 802211"/>
                <a:gd name="connsiteY2" fmla="*/ 0 h 976186"/>
                <a:gd name="connsiteX3" fmla="*/ 575940 w 802211"/>
                <a:gd name="connsiteY3" fmla="*/ 976186 h 976186"/>
                <a:gd name="connsiteX4" fmla="*/ 27977 w 802211"/>
                <a:gd name="connsiteY4" fmla="*/ 815791 h 976186"/>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28714 h 828714"/>
                <a:gd name="connsiteX1" fmla="*/ 302601 w 802211"/>
                <a:gd name="connsiteY1" fmla="*/ 0 h 828714"/>
                <a:gd name="connsiteX2" fmla="*/ 802211 w 802211"/>
                <a:gd name="connsiteY2" fmla="*/ 12923 h 828714"/>
                <a:gd name="connsiteX3" fmla="*/ 236294 w 802211"/>
                <a:gd name="connsiteY3" fmla="*/ 821751 h 828714"/>
                <a:gd name="connsiteX4" fmla="*/ 27977 w 802211"/>
                <a:gd name="connsiteY4" fmla="*/ 828714 h 828714"/>
                <a:gd name="connsiteX0" fmla="*/ 56213 w 830447"/>
                <a:gd name="connsiteY0" fmla="*/ 828714 h 828714"/>
                <a:gd name="connsiteX1" fmla="*/ 330837 w 830447"/>
                <a:gd name="connsiteY1" fmla="*/ 0 h 828714"/>
                <a:gd name="connsiteX2" fmla="*/ 830447 w 830447"/>
                <a:gd name="connsiteY2" fmla="*/ 12923 h 828714"/>
                <a:gd name="connsiteX3" fmla="*/ 264530 w 830447"/>
                <a:gd name="connsiteY3" fmla="*/ 821751 h 828714"/>
                <a:gd name="connsiteX4" fmla="*/ 56213 w 830447"/>
                <a:gd name="connsiteY4" fmla="*/ 828714 h 828714"/>
                <a:gd name="connsiteX0" fmla="*/ 64130 w 789139"/>
                <a:gd name="connsiteY0" fmla="*/ 794258 h 821751"/>
                <a:gd name="connsiteX1" fmla="*/ 289529 w 789139"/>
                <a:gd name="connsiteY1" fmla="*/ 0 h 821751"/>
                <a:gd name="connsiteX2" fmla="*/ 789139 w 789139"/>
                <a:gd name="connsiteY2" fmla="*/ 12923 h 821751"/>
                <a:gd name="connsiteX3" fmla="*/ 223222 w 789139"/>
                <a:gd name="connsiteY3" fmla="*/ 821751 h 821751"/>
                <a:gd name="connsiteX4" fmla="*/ 64130 w 789139"/>
                <a:gd name="connsiteY4" fmla="*/ 794258 h 821751"/>
                <a:gd name="connsiteX0" fmla="*/ 0 w 725009"/>
                <a:gd name="connsiteY0" fmla="*/ 794258 h 821751"/>
                <a:gd name="connsiteX1" fmla="*/ 225399 w 725009"/>
                <a:gd name="connsiteY1" fmla="*/ 0 h 821751"/>
                <a:gd name="connsiteX2" fmla="*/ 725009 w 725009"/>
                <a:gd name="connsiteY2" fmla="*/ 12923 h 821751"/>
                <a:gd name="connsiteX3" fmla="*/ 159092 w 725009"/>
                <a:gd name="connsiteY3" fmla="*/ 821751 h 821751"/>
                <a:gd name="connsiteX4" fmla="*/ 0 w 725009"/>
                <a:gd name="connsiteY4" fmla="*/ 794258 h 821751"/>
                <a:gd name="connsiteX0" fmla="*/ 0 w 725009"/>
                <a:gd name="connsiteY0" fmla="*/ 1203768 h 1231261"/>
                <a:gd name="connsiteX1" fmla="*/ 225399 w 725009"/>
                <a:gd name="connsiteY1" fmla="*/ 0 h 1231261"/>
                <a:gd name="connsiteX2" fmla="*/ 725009 w 725009"/>
                <a:gd name="connsiteY2" fmla="*/ 422433 h 1231261"/>
                <a:gd name="connsiteX3" fmla="*/ 159092 w 725009"/>
                <a:gd name="connsiteY3" fmla="*/ 1231261 h 1231261"/>
                <a:gd name="connsiteX4" fmla="*/ 0 w 725009"/>
                <a:gd name="connsiteY4" fmla="*/ 1203768 h 1231261"/>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497"/>
                <a:gd name="connsiteY0" fmla="*/ 1279028 h 1306521"/>
                <a:gd name="connsiteX1" fmla="*/ 225399 w 725497"/>
                <a:gd name="connsiteY1" fmla="*/ 75260 h 1306521"/>
                <a:gd name="connsiteX2" fmla="*/ 396193 w 725497"/>
                <a:gd name="connsiteY2" fmla="*/ 156799 h 1306521"/>
                <a:gd name="connsiteX3" fmla="*/ 725009 w 725497"/>
                <a:gd name="connsiteY3" fmla="*/ 205042 h 1306521"/>
                <a:gd name="connsiteX4" fmla="*/ 159092 w 725497"/>
                <a:gd name="connsiteY4" fmla="*/ 1306521 h 1306521"/>
                <a:gd name="connsiteX5" fmla="*/ 0 w 725497"/>
                <a:gd name="connsiteY5" fmla="*/ 1279028 h 1306521"/>
                <a:gd name="connsiteX0" fmla="*/ 0 w 725239"/>
                <a:gd name="connsiteY0" fmla="*/ 1295668 h 1323161"/>
                <a:gd name="connsiteX1" fmla="*/ 225399 w 725239"/>
                <a:gd name="connsiteY1" fmla="*/ 91900 h 1323161"/>
                <a:gd name="connsiteX2" fmla="*/ 725009 w 725239"/>
                <a:gd name="connsiteY2" fmla="*/ 221682 h 1323161"/>
                <a:gd name="connsiteX3" fmla="*/ 159092 w 725239"/>
                <a:gd name="connsiteY3" fmla="*/ 1323161 h 1323161"/>
                <a:gd name="connsiteX4" fmla="*/ 0 w 725239"/>
                <a:gd name="connsiteY4" fmla="*/ 1295668 h 1323161"/>
                <a:gd name="connsiteX0" fmla="*/ 0 w 725221"/>
                <a:gd name="connsiteY0" fmla="*/ 1210552 h 1238045"/>
                <a:gd name="connsiteX1" fmla="*/ 191583 w 725221"/>
                <a:gd name="connsiteY1" fmla="*/ 153319 h 1238045"/>
                <a:gd name="connsiteX2" fmla="*/ 725009 w 725221"/>
                <a:gd name="connsiteY2" fmla="*/ 136566 h 1238045"/>
                <a:gd name="connsiteX3" fmla="*/ 159092 w 725221"/>
                <a:gd name="connsiteY3" fmla="*/ 1238045 h 1238045"/>
                <a:gd name="connsiteX4" fmla="*/ 0 w 725221"/>
                <a:gd name="connsiteY4" fmla="*/ 1210552 h 1238045"/>
                <a:gd name="connsiteX0" fmla="*/ 0 w 725305"/>
                <a:gd name="connsiteY0" fmla="*/ 1158512 h 1186005"/>
                <a:gd name="connsiteX1" fmla="*/ 191583 w 725305"/>
                <a:gd name="connsiteY1" fmla="*/ 101279 h 1186005"/>
                <a:gd name="connsiteX2" fmla="*/ 725009 w 725305"/>
                <a:gd name="connsiteY2" fmla="*/ 84526 h 1186005"/>
                <a:gd name="connsiteX3" fmla="*/ 159092 w 725305"/>
                <a:gd name="connsiteY3" fmla="*/ 1186005 h 1186005"/>
                <a:gd name="connsiteX4" fmla="*/ 0 w 725305"/>
                <a:gd name="connsiteY4" fmla="*/ 1158512 h 1186005"/>
                <a:gd name="connsiteX0" fmla="*/ 0 w 725009"/>
                <a:gd name="connsiteY0" fmla="*/ 1073986 h 1101479"/>
                <a:gd name="connsiteX1" fmla="*/ 191583 w 725009"/>
                <a:gd name="connsiteY1" fmla="*/ 16753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5009" h="1101479">
                  <a:moveTo>
                    <a:pt x="0" y="1073986"/>
                  </a:moveTo>
                  <a:cubicBezTo>
                    <a:pt x="95638" y="589814"/>
                    <a:pt x="96800" y="618448"/>
                    <a:pt x="206612" y="1724"/>
                  </a:cubicBezTo>
                  <a:cubicBezTo>
                    <a:pt x="451440" y="14348"/>
                    <a:pt x="499346" y="35256"/>
                    <a:pt x="725009" y="0"/>
                  </a:cubicBezTo>
                  <a:cubicBezTo>
                    <a:pt x="326141" y="749497"/>
                    <a:pt x="642687" y="159790"/>
                    <a:pt x="159092" y="1101479"/>
                  </a:cubicBezTo>
                  <a:cubicBezTo>
                    <a:pt x="24807" y="1072843"/>
                    <a:pt x="92525" y="1088071"/>
                    <a:pt x="0" y="1073986"/>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91" name="Freeform 290">
              <a:extLst>
                <a:ext uri="{FF2B5EF4-FFF2-40B4-BE49-F238E27FC236}">
                  <a16:creationId xmlns:a16="http://schemas.microsoft.com/office/drawing/2014/main" id="{98F06BD2-BA43-1144-B69F-BF325541EB43}"/>
                </a:ext>
              </a:extLst>
            </p:cNvPr>
            <p:cNvSpPr/>
            <p:nvPr/>
          </p:nvSpPr>
          <p:spPr>
            <a:xfrm>
              <a:off x="4300767" y="4956362"/>
              <a:ext cx="514307" cy="57775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503138"/>
                <a:gd name="connsiteY0" fmla="*/ 961687 h 964568"/>
                <a:gd name="connsiteX1" fmla="*/ 0 w 503138"/>
                <a:gd name="connsiteY1" fmla="*/ 70 h 964568"/>
                <a:gd name="connsiteX2" fmla="*/ 503138 w 503138"/>
                <a:gd name="connsiteY2" fmla="*/ 154187 h 964568"/>
                <a:gd name="connsiteX3" fmla="*/ 273339 w 503138"/>
                <a:gd name="connsiteY3" fmla="*/ 964568 h 964568"/>
                <a:gd name="connsiteX4" fmla="*/ 197928 w 503138"/>
                <a:gd name="connsiteY4" fmla="*/ 961687 h 964568"/>
                <a:gd name="connsiteX0" fmla="*/ 201456 w 506666"/>
                <a:gd name="connsiteY0" fmla="*/ 807500 h 810381"/>
                <a:gd name="connsiteX1" fmla="*/ 0 w 506666"/>
                <a:gd name="connsiteY1" fmla="*/ 15216 h 810381"/>
                <a:gd name="connsiteX2" fmla="*/ 506666 w 506666"/>
                <a:gd name="connsiteY2" fmla="*/ 0 h 810381"/>
                <a:gd name="connsiteX3" fmla="*/ 276867 w 506666"/>
                <a:gd name="connsiteY3" fmla="*/ 810381 h 810381"/>
                <a:gd name="connsiteX4" fmla="*/ 201456 w 506666"/>
                <a:gd name="connsiteY4" fmla="*/ 807500 h 810381"/>
                <a:gd name="connsiteX0" fmla="*/ 201456 w 506666"/>
                <a:gd name="connsiteY0" fmla="*/ 807500 h 811593"/>
                <a:gd name="connsiteX1" fmla="*/ 0 w 506666"/>
                <a:gd name="connsiteY1" fmla="*/ 15216 h 811593"/>
                <a:gd name="connsiteX2" fmla="*/ 506666 w 506666"/>
                <a:gd name="connsiteY2" fmla="*/ 0 h 811593"/>
                <a:gd name="connsiteX3" fmla="*/ 276867 w 506666"/>
                <a:gd name="connsiteY3" fmla="*/ 810381 h 811593"/>
                <a:gd name="connsiteX4" fmla="*/ 201456 w 506666"/>
                <a:gd name="connsiteY4" fmla="*/ 807500 h 811593"/>
                <a:gd name="connsiteX0" fmla="*/ 135576 w 506666"/>
                <a:gd name="connsiteY0" fmla="*/ 818480 h 818480"/>
                <a:gd name="connsiteX1" fmla="*/ 0 w 506666"/>
                <a:gd name="connsiteY1" fmla="*/ 15216 h 818480"/>
                <a:gd name="connsiteX2" fmla="*/ 506666 w 506666"/>
                <a:gd name="connsiteY2" fmla="*/ 0 h 818480"/>
                <a:gd name="connsiteX3" fmla="*/ 276867 w 506666"/>
                <a:gd name="connsiteY3" fmla="*/ 81038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45472 w 559302"/>
                <a:gd name="connsiteY0" fmla="*/ 807500 h 807500"/>
                <a:gd name="connsiteX1" fmla="*/ 52636 w 559302"/>
                <a:gd name="connsiteY1" fmla="*/ 7896 h 807500"/>
                <a:gd name="connsiteX2" fmla="*/ 559302 w 559302"/>
                <a:gd name="connsiteY2" fmla="*/ 0 h 807500"/>
                <a:gd name="connsiteX3" fmla="*/ 384402 w 559302"/>
                <a:gd name="connsiteY3" fmla="*/ 803061 h 807500"/>
                <a:gd name="connsiteX4" fmla="*/ 45472 w 559302"/>
                <a:gd name="connsiteY4" fmla="*/ 807500 h 807500"/>
                <a:gd name="connsiteX0" fmla="*/ 21974 w 535804"/>
                <a:gd name="connsiteY0" fmla="*/ 807500 h 807500"/>
                <a:gd name="connsiteX1" fmla="*/ 29138 w 535804"/>
                <a:gd name="connsiteY1" fmla="*/ 7896 h 807500"/>
                <a:gd name="connsiteX2" fmla="*/ 535804 w 535804"/>
                <a:gd name="connsiteY2" fmla="*/ 0 h 807500"/>
                <a:gd name="connsiteX3" fmla="*/ 360904 w 535804"/>
                <a:gd name="connsiteY3" fmla="*/ 803061 h 807500"/>
                <a:gd name="connsiteX4" fmla="*/ 21974 w 535804"/>
                <a:gd name="connsiteY4" fmla="*/ 807500 h 807500"/>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180" h="578353">
                  <a:moveTo>
                    <a:pt x="135770" y="577341"/>
                  </a:moveTo>
                  <a:cubicBezTo>
                    <a:pt x="50587" y="214237"/>
                    <a:pt x="96631" y="442038"/>
                    <a:pt x="0" y="0"/>
                  </a:cubicBezTo>
                  <a:lnTo>
                    <a:pt x="514180" y="10891"/>
                  </a:lnTo>
                  <a:cubicBezTo>
                    <a:pt x="417353" y="348331"/>
                    <a:pt x="426658" y="280104"/>
                    <a:pt x="339280" y="576561"/>
                  </a:cubicBezTo>
                  <a:cubicBezTo>
                    <a:pt x="292835" y="580865"/>
                    <a:pt x="203869" y="575875"/>
                    <a:pt x="135770" y="577341"/>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92" name="Freeform 291">
              <a:extLst>
                <a:ext uri="{FF2B5EF4-FFF2-40B4-BE49-F238E27FC236}">
                  <a16:creationId xmlns:a16="http://schemas.microsoft.com/office/drawing/2014/main" id="{57135A78-79C3-CB4B-8E8E-D9A274265F07}"/>
                </a:ext>
              </a:extLst>
            </p:cNvPr>
            <p:cNvSpPr/>
            <p:nvPr/>
          </p:nvSpPr>
          <p:spPr>
            <a:xfrm>
              <a:off x="3521369" y="4919856"/>
              <a:ext cx="593675" cy="1215832"/>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621064"/>
                <a:gd name="connsiteY0" fmla="*/ 973305 h 973305"/>
                <a:gd name="connsiteX1" fmla="*/ 0 w 621064"/>
                <a:gd name="connsiteY1" fmla="*/ 11688 h 973305"/>
                <a:gd name="connsiteX2" fmla="*/ 499610 w 621064"/>
                <a:gd name="connsiteY2" fmla="*/ 0 h 973305"/>
                <a:gd name="connsiteX3" fmla="*/ 558839 w 621064"/>
                <a:gd name="connsiteY3" fmla="*/ 754682 h 973305"/>
                <a:gd name="connsiteX4" fmla="*/ 197928 w 621064"/>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1315828 h 1315828"/>
                <a:gd name="connsiteX1" fmla="*/ 0 w 558839"/>
                <a:gd name="connsiteY1" fmla="*/ 531414 h 1315828"/>
                <a:gd name="connsiteX2" fmla="*/ 506930 w 558839"/>
                <a:gd name="connsiteY2" fmla="*/ 0 h 1315828"/>
                <a:gd name="connsiteX3" fmla="*/ 558839 w 558839"/>
                <a:gd name="connsiteY3" fmla="*/ 1274408 h 1315828"/>
                <a:gd name="connsiteX4" fmla="*/ 370213 w 558839"/>
                <a:gd name="connsiteY4" fmla="*/ 1315828 h 1315828"/>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94113"/>
                <a:gd name="connsiteY0" fmla="*/ 1097905 h 1179971"/>
                <a:gd name="connsiteX1" fmla="*/ 0 w 594113"/>
                <a:gd name="connsiteY1" fmla="*/ 4757 h 1179971"/>
                <a:gd name="connsiteX2" fmla="*/ 502783 w 594113"/>
                <a:gd name="connsiteY2" fmla="*/ 0 h 1179971"/>
                <a:gd name="connsiteX3" fmla="*/ 594113 w 594113"/>
                <a:gd name="connsiteY3" fmla="*/ 1179818 h 1179971"/>
                <a:gd name="connsiteX4" fmla="*/ 366066 w 594113"/>
                <a:gd name="connsiteY4" fmla="*/ 1097905 h 1179971"/>
                <a:gd name="connsiteX0" fmla="*/ 403236 w 594113"/>
                <a:gd name="connsiteY0" fmla="*/ 1215612 h 1215612"/>
                <a:gd name="connsiteX1" fmla="*/ 0 w 594113"/>
                <a:gd name="connsiteY1" fmla="*/ 4757 h 1215612"/>
                <a:gd name="connsiteX2" fmla="*/ 502783 w 594113"/>
                <a:gd name="connsiteY2" fmla="*/ 0 h 1215612"/>
                <a:gd name="connsiteX3" fmla="*/ 594113 w 594113"/>
                <a:gd name="connsiteY3" fmla="*/ 1179818 h 1215612"/>
                <a:gd name="connsiteX4" fmla="*/ 403236 w 594113"/>
                <a:gd name="connsiteY4" fmla="*/ 1215612 h 12156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4113" h="1215612">
                  <a:moveTo>
                    <a:pt x="403236" y="1215612"/>
                  </a:moveTo>
                  <a:cubicBezTo>
                    <a:pt x="223947" y="663007"/>
                    <a:pt x="295574" y="908506"/>
                    <a:pt x="0" y="4757"/>
                  </a:cubicBezTo>
                  <a:cubicBezTo>
                    <a:pt x="166537" y="861"/>
                    <a:pt x="336246" y="3896"/>
                    <a:pt x="502783" y="0"/>
                  </a:cubicBezTo>
                  <a:cubicBezTo>
                    <a:pt x="555943" y="995541"/>
                    <a:pt x="557486" y="515061"/>
                    <a:pt x="594113" y="1179818"/>
                  </a:cubicBezTo>
                  <a:cubicBezTo>
                    <a:pt x="496428" y="1184123"/>
                    <a:pt x="599434" y="1214146"/>
                    <a:pt x="403236" y="1215612"/>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293" name="Group 17">
              <a:extLst>
                <a:ext uri="{FF2B5EF4-FFF2-40B4-BE49-F238E27FC236}">
                  <a16:creationId xmlns:a16="http://schemas.microsoft.com/office/drawing/2014/main" id="{3DCFE7AC-3DDA-544E-9FBA-E2013CB1F765}"/>
                </a:ext>
              </a:extLst>
            </p:cNvPr>
            <p:cNvGrpSpPr>
              <a:grpSpLocks/>
            </p:cNvGrpSpPr>
            <p:nvPr/>
          </p:nvGrpSpPr>
          <p:grpSpPr bwMode="auto">
            <a:xfrm>
              <a:off x="1757805" y="2331054"/>
              <a:ext cx="1079500" cy="2674334"/>
              <a:chOff x="1757805" y="2331054"/>
              <a:chExt cx="1079500" cy="2674334"/>
            </a:xfrm>
          </p:grpSpPr>
          <p:sp>
            <p:nvSpPr>
              <p:cNvPr id="380" name="Rectangle 379">
                <a:extLst>
                  <a:ext uri="{FF2B5EF4-FFF2-40B4-BE49-F238E27FC236}">
                    <a16:creationId xmlns:a16="http://schemas.microsoft.com/office/drawing/2014/main" id="{4A6C83BC-7EC5-0F45-B8BB-C3B547B3E007}"/>
                  </a:ext>
                </a:extLst>
              </p:cNvPr>
              <p:cNvSpPr/>
              <p:nvPr/>
            </p:nvSpPr>
            <p:spPr bwMode="auto">
              <a:xfrm rot="10800000">
                <a:off x="1789552" y="2580252"/>
                <a:ext cx="1027025" cy="1084090"/>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381" name="Group 104">
                <a:extLst>
                  <a:ext uri="{FF2B5EF4-FFF2-40B4-BE49-F238E27FC236}">
                    <a16:creationId xmlns:a16="http://schemas.microsoft.com/office/drawing/2014/main" id="{C49CCBB3-581C-F744-9C12-88066A544A1A}"/>
                  </a:ext>
                </a:extLst>
              </p:cNvPr>
              <p:cNvGrpSpPr>
                <a:grpSpLocks/>
              </p:cNvGrpSpPr>
              <p:nvPr/>
            </p:nvGrpSpPr>
            <p:grpSpPr bwMode="auto">
              <a:xfrm>
                <a:off x="1782739" y="4616206"/>
                <a:ext cx="1034710" cy="389182"/>
                <a:chOff x="4128636" y="3606589"/>
                <a:chExt cx="568145" cy="338667"/>
              </a:xfrm>
            </p:grpSpPr>
            <p:sp>
              <p:nvSpPr>
                <p:cNvPr id="395" name="Oval 394">
                  <a:extLst>
                    <a:ext uri="{FF2B5EF4-FFF2-40B4-BE49-F238E27FC236}">
                      <a16:creationId xmlns:a16="http://schemas.microsoft.com/office/drawing/2014/main" id="{1360C793-55DD-E448-BB09-2AF9F40ABA16}"/>
                    </a:ext>
                  </a:extLst>
                </p:cNvPr>
                <p:cNvSpPr/>
                <p:nvPr/>
              </p:nvSpPr>
              <p:spPr>
                <a:xfrm>
                  <a:off x="4128891" y="3720271"/>
                  <a:ext cx="565669" cy="22514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96" name="Rectangle 395">
                  <a:extLst>
                    <a:ext uri="{FF2B5EF4-FFF2-40B4-BE49-F238E27FC236}">
                      <a16:creationId xmlns:a16="http://schemas.microsoft.com/office/drawing/2014/main" id="{B5E5E126-5712-074A-827E-49B7AB6291A3}"/>
                    </a:ext>
                  </a:extLst>
                </p:cNvPr>
                <p:cNvSpPr/>
                <p:nvPr/>
              </p:nvSpPr>
              <p:spPr>
                <a:xfrm>
                  <a:off x="4128891" y="3720271"/>
                  <a:ext cx="565669" cy="111880"/>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97" name="Oval 396">
                  <a:extLst>
                    <a:ext uri="{FF2B5EF4-FFF2-40B4-BE49-F238E27FC236}">
                      <a16:creationId xmlns:a16="http://schemas.microsoft.com/office/drawing/2014/main" id="{90782D44-406D-1A44-B8FA-7DABB141B919}"/>
                    </a:ext>
                  </a:extLst>
                </p:cNvPr>
                <p:cNvSpPr/>
                <p:nvPr/>
              </p:nvSpPr>
              <p:spPr>
                <a:xfrm>
                  <a:off x="4128891" y="3607011"/>
                  <a:ext cx="565669" cy="225140"/>
                </a:xfrm>
                <a:prstGeom prst="ellipse">
                  <a:avLst/>
                </a:prstGeom>
                <a:solidFill>
                  <a:srgbClr val="3333CC">
                    <a:lumMod val="60000"/>
                    <a:lumOff val="40000"/>
                    <a:alpha val="7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98" name="Straight Connector 397">
                  <a:extLst>
                    <a:ext uri="{FF2B5EF4-FFF2-40B4-BE49-F238E27FC236}">
                      <a16:creationId xmlns:a16="http://schemas.microsoft.com/office/drawing/2014/main" id="{91CE1BD1-E198-874C-A63D-F01D330549A7}"/>
                    </a:ext>
                  </a:extLst>
                </p:cNvPr>
                <p:cNvCxnSpPr/>
                <p:nvPr/>
              </p:nvCxnSpPr>
              <p:spPr>
                <a:xfrm>
                  <a:off x="4694560" y="3720271"/>
                  <a:ext cx="0" cy="111880"/>
                </a:xfrm>
                <a:prstGeom prst="line">
                  <a:avLst/>
                </a:prstGeom>
                <a:noFill/>
                <a:ln w="6350" cap="flat" cmpd="sng" algn="ctr">
                  <a:solidFill>
                    <a:srgbClr val="000000"/>
                  </a:solidFill>
                  <a:prstDash val="solid"/>
                </a:ln>
                <a:effectLst/>
              </p:spPr>
            </p:cxnSp>
            <p:cxnSp>
              <p:nvCxnSpPr>
                <p:cNvPr id="399" name="Straight Connector 398">
                  <a:extLst>
                    <a:ext uri="{FF2B5EF4-FFF2-40B4-BE49-F238E27FC236}">
                      <a16:creationId xmlns:a16="http://schemas.microsoft.com/office/drawing/2014/main" id="{5C32A76A-C218-CD4F-A5EA-5F04BEBB7C8B}"/>
                    </a:ext>
                  </a:extLst>
                </p:cNvPr>
                <p:cNvCxnSpPr/>
                <p:nvPr/>
              </p:nvCxnSpPr>
              <p:spPr>
                <a:xfrm>
                  <a:off x="4128891" y="3720271"/>
                  <a:ext cx="0" cy="111880"/>
                </a:xfrm>
                <a:prstGeom prst="line">
                  <a:avLst/>
                </a:prstGeom>
                <a:noFill/>
                <a:ln w="6350" cap="flat" cmpd="sng" algn="ctr">
                  <a:solidFill>
                    <a:srgbClr val="000000"/>
                  </a:solidFill>
                  <a:prstDash val="solid"/>
                </a:ln>
                <a:effectLst/>
              </p:spPr>
            </p:cxnSp>
          </p:grpSp>
          <p:sp>
            <p:nvSpPr>
              <p:cNvPr id="382" name="Rectangle 381">
                <a:extLst>
                  <a:ext uri="{FF2B5EF4-FFF2-40B4-BE49-F238E27FC236}">
                    <a16:creationId xmlns:a16="http://schemas.microsoft.com/office/drawing/2014/main" id="{9568C327-A8B8-714A-9EC6-981C762ACAD5}"/>
                  </a:ext>
                </a:extLst>
              </p:cNvPr>
              <p:cNvSpPr/>
              <p:nvPr/>
            </p:nvSpPr>
            <p:spPr bwMode="auto">
              <a:xfrm>
                <a:off x="1802251" y="3602440"/>
                <a:ext cx="1027025" cy="1163452"/>
              </a:xfrm>
              <a:prstGeom prst="rect">
                <a:avLst/>
              </a:prstGeom>
              <a:gradFill rotWithShape="1">
                <a:gsLst>
                  <a:gs pos="0">
                    <a:srgbClr val="3333CC">
                      <a:lumMod val="40000"/>
                      <a:lumOff val="6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83" name="Straight Connector 382">
                <a:extLst>
                  <a:ext uri="{FF2B5EF4-FFF2-40B4-BE49-F238E27FC236}">
                    <a16:creationId xmlns:a16="http://schemas.microsoft.com/office/drawing/2014/main" id="{CE43604B-D39F-7044-94F2-CD4AD82F1987}"/>
                  </a:ext>
                </a:extLst>
              </p:cNvPr>
              <p:cNvCxnSpPr/>
              <p:nvPr/>
            </p:nvCxnSpPr>
            <p:spPr bwMode="auto">
              <a:xfrm>
                <a:off x="1781615" y="2805642"/>
                <a:ext cx="20636" cy="2020566"/>
              </a:xfrm>
              <a:prstGeom prst="line">
                <a:avLst/>
              </a:prstGeom>
              <a:noFill/>
              <a:ln w="3175" cap="flat" cmpd="sng" algn="ctr">
                <a:solidFill>
                  <a:srgbClr val="000000"/>
                </a:solidFill>
                <a:prstDash val="sysDash"/>
              </a:ln>
              <a:effectLst/>
            </p:spPr>
          </p:cxnSp>
          <p:cxnSp>
            <p:nvCxnSpPr>
              <p:cNvPr id="384" name="Straight Connector 383">
                <a:extLst>
                  <a:ext uri="{FF2B5EF4-FFF2-40B4-BE49-F238E27FC236}">
                    <a16:creationId xmlns:a16="http://schemas.microsoft.com/office/drawing/2014/main" id="{5C4C1EF2-5AB5-114F-AE30-53470A226E36}"/>
                  </a:ext>
                </a:extLst>
              </p:cNvPr>
              <p:cNvCxnSpPr/>
              <p:nvPr/>
            </p:nvCxnSpPr>
            <p:spPr bwMode="auto">
              <a:xfrm flipH="1">
                <a:off x="2818166" y="2805642"/>
                <a:ext cx="4762" cy="1976123"/>
              </a:xfrm>
              <a:prstGeom prst="line">
                <a:avLst/>
              </a:prstGeom>
              <a:noFill/>
              <a:ln w="3175" cap="flat" cmpd="sng" algn="ctr">
                <a:solidFill>
                  <a:srgbClr val="000000"/>
                </a:solidFill>
                <a:prstDash val="sysDash"/>
              </a:ln>
              <a:effectLst/>
            </p:spPr>
          </p:cxnSp>
          <p:grpSp>
            <p:nvGrpSpPr>
              <p:cNvPr id="385" name="Group 9">
                <a:extLst>
                  <a:ext uri="{FF2B5EF4-FFF2-40B4-BE49-F238E27FC236}">
                    <a16:creationId xmlns:a16="http://schemas.microsoft.com/office/drawing/2014/main" id="{052F022E-CD26-8744-AC3E-C859146E3805}"/>
                  </a:ext>
                </a:extLst>
              </p:cNvPr>
              <p:cNvGrpSpPr>
                <a:grpSpLocks/>
              </p:cNvGrpSpPr>
              <p:nvPr/>
            </p:nvGrpSpPr>
            <p:grpSpPr bwMode="auto">
              <a:xfrm>
                <a:off x="1757805" y="2331054"/>
                <a:ext cx="1079500" cy="430213"/>
                <a:chOff x="2183302" y="1574638"/>
                <a:chExt cx="1200154" cy="430181"/>
              </a:xfrm>
            </p:grpSpPr>
            <p:sp>
              <p:nvSpPr>
                <p:cNvPr id="386" name="Oval 385">
                  <a:extLst>
                    <a:ext uri="{FF2B5EF4-FFF2-40B4-BE49-F238E27FC236}">
                      <a16:creationId xmlns:a16="http://schemas.microsoft.com/office/drawing/2014/main" id="{80AE789D-EAFB-F44C-ACC8-D4E9E127F29B}"/>
                    </a:ext>
                  </a:extLst>
                </p:cNvPr>
                <p:cNvSpPr/>
                <p:nvPr/>
              </p:nvSpPr>
              <p:spPr bwMode="auto">
                <a:xfrm flipV="1">
                  <a:off x="2186832" y="1690499"/>
                  <a:ext cx="1194758" cy="314252"/>
                </a:xfrm>
                <a:prstGeom prst="ellipse">
                  <a:avLst/>
                </a:prstGeom>
                <a:gradFill flip="none" rotWithShape="1">
                  <a:gsLst>
                    <a:gs pos="0">
                      <a:srgbClr val="3333CC">
                        <a:lumMod val="75000"/>
                      </a:srgbClr>
                    </a:gs>
                    <a:gs pos="31000">
                      <a:srgbClr val="3333CC">
                        <a:lumMod val="60000"/>
                        <a:lumOff val="40000"/>
                      </a:srgbClr>
                    </a:gs>
                    <a:gs pos="100000">
                      <a:srgbClr val="3333CC">
                        <a:lumMod val="20000"/>
                        <a:lumOff val="80000"/>
                      </a:srgbClr>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87" name="Rectangle 386">
                  <a:extLst>
                    <a:ext uri="{FF2B5EF4-FFF2-40B4-BE49-F238E27FC236}">
                      <a16:creationId xmlns:a16="http://schemas.microsoft.com/office/drawing/2014/main" id="{5F200699-ED1E-0245-9D7A-C9227AC90EC0}"/>
                    </a:ext>
                  </a:extLst>
                </p:cNvPr>
                <p:cNvSpPr/>
                <p:nvPr/>
              </p:nvSpPr>
              <p:spPr bwMode="auto">
                <a:xfrm>
                  <a:off x="2183302" y="1734939"/>
                  <a:ext cx="1198287" cy="112686"/>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88" name="Oval 387">
                  <a:extLst>
                    <a:ext uri="{FF2B5EF4-FFF2-40B4-BE49-F238E27FC236}">
                      <a16:creationId xmlns:a16="http://schemas.microsoft.com/office/drawing/2014/main" id="{1653876D-5808-4845-8D45-41E30CCABC5A}"/>
                    </a:ext>
                  </a:extLst>
                </p:cNvPr>
                <p:cNvSpPr>
                  <a:spLocks noChangeArrowheads="1"/>
                </p:cNvSpPr>
                <p:nvPr/>
              </p:nvSpPr>
              <p:spPr bwMode="auto">
                <a:xfrm flipV="1">
                  <a:off x="2183302" y="1574638"/>
                  <a:ext cx="1196523" cy="314252"/>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89" name="Freeform 388">
                  <a:extLst>
                    <a:ext uri="{FF2B5EF4-FFF2-40B4-BE49-F238E27FC236}">
                      <a16:creationId xmlns:a16="http://schemas.microsoft.com/office/drawing/2014/main" id="{B63C1A57-A326-E44D-89A7-AE4E169A70AE}"/>
                    </a:ext>
                  </a:extLst>
                </p:cNvPr>
                <p:cNvSpPr/>
                <p:nvPr/>
              </p:nvSpPr>
              <p:spPr bwMode="auto">
                <a:xfrm>
                  <a:off x="2490374" y="1671453"/>
                  <a:ext cx="582379" cy="157125"/>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90" name="Freeform 389">
                  <a:extLst>
                    <a:ext uri="{FF2B5EF4-FFF2-40B4-BE49-F238E27FC236}">
                      <a16:creationId xmlns:a16="http://schemas.microsoft.com/office/drawing/2014/main" id="{C060360D-64F4-6C46-9C73-B1B076DAA15D}"/>
                    </a:ext>
                  </a:extLst>
                </p:cNvPr>
                <p:cNvSpPr>
                  <a:spLocks/>
                </p:cNvSpPr>
                <p:nvPr/>
              </p:nvSpPr>
              <p:spPr bwMode="auto">
                <a:xfrm>
                  <a:off x="2430372" y="1630188"/>
                  <a:ext cx="702384" cy="109512"/>
                </a:xfrm>
                <a:custGeom>
                  <a:avLst/>
                  <a:gdLst>
                    <a:gd name="T0" fmla="*/ 0 w 3723451"/>
                    <a:gd name="T1" fmla="*/ 26792 h 932950"/>
                    <a:gd name="T2" fmla="*/ 123590 w 3723451"/>
                    <a:gd name="T3" fmla="*/ 316 h 932950"/>
                    <a:gd name="T4" fmla="*/ 350070 w 3723451"/>
                    <a:gd name="T5" fmla="*/ 61105 h 932950"/>
                    <a:gd name="T6" fmla="*/ 566135 w 3723451"/>
                    <a:gd name="T7" fmla="*/ 0 h 932950"/>
                    <a:gd name="T8" fmla="*/ 702384 w 3723451"/>
                    <a:gd name="T9" fmla="*/ 24316 h 932950"/>
                    <a:gd name="T10" fmla="*/ 601015 w 3723451"/>
                    <a:gd name="T11" fmla="*/ 54216 h 932950"/>
                    <a:gd name="T12" fmla="*/ 568379 w 3723451"/>
                    <a:gd name="T13" fmla="*/ 46155 h 932950"/>
                    <a:gd name="T14" fmla="*/ 354049 w 3723451"/>
                    <a:gd name="T15" fmla="*/ 109512 h 932950"/>
                    <a:gd name="T16" fmla="*/ 134237 w 3723451"/>
                    <a:gd name="T17" fmla="*/ 48485 h 932950"/>
                    <a:gd name="T18" fmla="*/ 98698 w 3723451"/>
                    <a:gd name="T19" fmla="*/ 55072 h 932950"/>
                    <a:gd name="T20" fmla="*/ 0 w 3723451"/>
                    <a:gd name="T21" fmla="*/ 2679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1" name="Freeform 390">
                  <a:extLst>
                    <a:ext uri="{FF2B5EF4-FFF2-40B4-BE49-F238E27FC236}">
                      <a16:creationId xmlns:a16="http://schemas.microsoft.com/office/drawing/2014/main" id="{6762EEAF-2C47-B149-8689-0C95EC53C318}"/>
                    </a:ext>
                  </a:extLst>
                </p:cNvPr>
                <p:cNvSpPr>
                  <a:spLocks/>
                </p:cNvSpPr>
                <p:nvPr/>
              </p:nvSpPr>
              <p:spPr bwMode="auto">
                <a:xfrm>
                  <a:off x="2892745" y="1723828"/>
                  <a:ext cx="257658" cy="95228"/>
                </a:xfrm>
                <a:custGeom>
                  <a:avLst/>
                  <a:gdLst>
                    <a:gd name="T0" fmla="*/ 0 w 1366596"/>
                    <a:gd name="T1" fmla="*/ 0 h 809868"/>
                    <a:gd name="T2" fmla="*/ 257658 w 1366596"/>
                    <a:gd name="T3" fmla="*/ 73585 h 809868"/>
                    <a:gd name="T4" fmla="*/ 163097 w 1366596"/>
                    <a:gd name="T5" fmla="*/ 95228 h 809868"/>
                    <a:gd name="T6" fmla="*/ 867 w 1366596"/>
                    <a:gd name="T7" fmla="*/ 5031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2" name="Freeform 391">
                  <a:extLst>
                    <a:ext uri="{FF2B5EF4-FFF2-40B4-BE49-F238E27FC236}">
                      <a16:creationId xmlns:a16="http://schemas.microsoft.com/office/drawing/2014/main" id="{EEF29461-B5AA-2744-A3DA-2814904A2E2F}"/>
                    </a:ext>
                  </a:extLst>
                </p:cNvPr>
                <p:cNvSpPr>
                  <a:spLocks/>
                </p:cNvSpPr>
                <p:nvPr/>
              </p:nvSpPr>
              <p:spPr bwMode="auto">
                <a:xfrm>
                  <a:off x="2418018" y="1725416"/>
                  <a:ext cx="254129" cy="95228"/>
                </a:xfrm>
                <a:custGeom>
                  <a:avLst/>
                  <a:gdLst>
                    <a:gd name="T0" fmla="*/ 250660 w 1348191"/>
                    <a:gd name="T1" fmla="*/ 0 h 791462"/>
                    <a:gd name="T2" fmla="*/ 254129 w 1348191"/>
                    <a:gd name="T3" fmla="*/ 45953 h 791462"/>
                    <a:gd name="T4" fmla="*/ 91938 w 1348191"/>
                    <a:gd name="T5" fmla="*/ 95228 h 791462"/>
                    <a:gd name="T6" fmla="*/ 0 w 1348191"/>
                    <a:gd name="T7" fmla="*/ 73636 h 791462"/>
                    <a:gd name="T8" fmla="*/ 250660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93" name="Straight Connector 392">
                  <a:extLst>
                    <a:ext uri="{FF2B5EF4-FFF2-40B4-BE49-F238E27FC236}">
                      <a16:creationId xmlns:a16="http://schemas.microsoft.com/office/drawing/2014/main" id="{BE5A273A-2FEE-9545-BB88-87C7E505179F}"/>
                    </a:ext>
                  </a:extLst>
                </p:cNvPr>
                <p:cNvCxnSpPr>
                  <a:cxnSpLocks noChangeShapeType="1"/>
                  <a:endCxn id="388" idx="2"/>
                </p:cNvCxnSpPr>
                <p:nvPr/>
              </p:nvCxnSpPr>
              <p:spPr bwMode="auto">
                <a:xfrm flipH="1" flipV="1">
                  <a:off x="2183302" y="1731764"/>
                  <a:ext cx="3530" cy="12220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94" name="Straight Connector 393">
                  <a:extLst>
                    <a:ext uri="{FF2B5EF4-FFF2-40B4-BE49-F238E27FC236}">
                      <a16:creationId xmlns:a16="http://schemas.microsoft.com/office/drawing/2014/main" id="{3C46EAE7-509B-4E45-A6E7-9A33E4F0FC70}"/>
                    </a:ext>
                  </a:extLst>
                </p:cNvPr>
                <p:cNvCxnSpPr>
                  <a:cxnSpLocks noChangeShapeType="1"/>
                </p:cNvCxnSpPr>
                <p:nvPr/>
              </p:nvCxnSpPr>
              <p:spPr bwMode="auto">
                <a:xfrm flipH="1" flipV="1">
                  <a:off x="3379825" y="1728590"/>
                  <a:ext cx="3530" cy="12220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294" name="Group 18">
              <a:extLst>
                <a:ext uri="{FF2B5EF4-FFF2-40B4-BE49-F238E27FC236}">
                  <a16:creationId xmlns:a16="http://schemas.microsoft.com/office/drawing/2014/main" id="{482172DC-CB77-9547-9B55-AA80104E7E80}"/>
                </a:ext>
              </a:extLst>
            </p:cNvPr>
            <p:cNvGrpSpPr>
              <a:grpSpLocks/>
            </p:cNvGrpSpPr>
            <p:nvPr/>
          </p:nvGrpSpPr>
          <p:grpSpPr bwMode="auto">
            <a:xfrm>
              <a:off x="3500438" y="3174091"/>
              <a:ext cx="522287" cy="1831297"/>
              <a:chOff x="3500438" y="3174091"/>
              <a:chExt cx="522287" cy="1831297"/>
            </a:xfrm>
          </p:grpSpPr>
          <p:sp>
            <p:nvSpPr>
              <p:cNvPr id="359" name="Rectangle 358">
                <a:extLst>
                  <a:ext uri="{FF2B5EF4-FFF2-40B4-BE49-F238E27FC236}">
                    <a16:creationId xmlns:a16="http://schemas.microsoft.com/office/drawing/2014/main" id="{62075464-1A4E-BF45-A532-01A9C76E55CE}"/>
                  </a:ext>
                </a:extLst>
              </p:cNvPr>
              <p:cNvSpPr/>
              <p:nvPr/>
            </p:nvSpPr>
            <p:spPr bwMode="auto">
              <a:xfrm rot="10800000">
                <a:off x="3507320" y="3287221"/>
                <a:ext cx="498349" cy="306623"/>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60" name="Straight Connector 359">
                <a:extLst>
                  <a:ext uri="{FF2B5EF4-FFF2-40B4-BE49-F238E27FC236}">
                    <a16:creationId xmlns:a16="http://schemas.microsoft.com/office/drawing/2014/main" id="{E6476089-4E8D-9748-8A20-B65AB809DCB0}"/>
                  </a:ext>
                </a:extLst>
              </p:cNvPr>
              <p:cNvCxnSpPr/>
              <p:nvPr/>
            </p:nvCxnSpPr>
            <p:spPr bwMode="auto">
              <a:xfrm flipH="1">
                <a:off x="4019802" y="3321497"/>
                <a:ext cx="1588" cy="1536456"/>
              </a:xfrm>
              <a:prstGeom prst="line">
                <a:avLst/>
              </a:prstGeom>
              <a:noFill/>
              <a:ln w="3175" cap="flat" cmpd="sng" algn="ctr">
                <a:solidFill>
                  <a:srgbClr val="000000"/>
                </a:solidFill>
                <a:prstDash val="sysDash"/>
              </a:ln>
              <a:effectLst/>
            </p:spPr>
          </p:cxnSp>
          <p:pic>
            <p:nvPicPr>
              <p:cNvPr id="361" name="Picture 86" descr="router_top.png">
                <a:extLst>
                  <a:ext uri="{FF2B5EF4-FFF2-40B4-BE49-F238E27FC236}">
                    <a16:creationId xmlns:a16="http://schemas.microsoft.com/office/drawing/2014/main" id="{903307E4-A9C2-9644-824F-D336213F448B}"/>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3500438" y="3194292"/>
                <a:ext cx="522287" cy="220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62" name="Group 82">
                <a:extLst>
                  <a:ext uri="{FF2B5EF4-FFF2-40B4-BE49-F238E27FC236}">
                    <a16:creationId xmlns:a16="http://schemas.microsoft.com/office/drawing/2014/main" id="{F71CE2FF-B936-C547-A3CE-97AE0CF5BB65}"/>
                  </a:ext>
                </a:extLst>
              </p:cNvPr>
              <p:cNvGrpSpPr>
                <a:grpSpLocks/>
              </p:cNvGrpSpPr>
              <p:nvPr/>
            </p:nvGrpSpPr>
            <p:grpSpPr bwMode="auto">
              <a:xfrm>
                <a:off x="3511442" y="4783543"/>
                <a:ext cx="507858" cy="221845"/>
                <a:chOff x="4128636" y="3606589"/>
                <a:chExt cx="568145" cy="338667"/>
              </a:xfrm>
            </p:grpSpPr>
            <p:sp>
              <p:nvSpPr>
                <p:cNvPr id="375" name="Oval 374">
                  <a:extLst>
                    <a:ext uri="{FF2B5EF4-FFF2-40B4-BE49-F238E27FC236}">
                      <a16:creationId xmlns:a16="http://schemas.microsoft.com/office/drawing/2014/main" id="{586404AE-C86C-2743-98EF-9CF4A95F4440}"/>
                    </a:ext>
                  </a:extLst>
                </p:cNvPr>
                <p:cNvSpPr/>
                <p:nvPr/>
              </p:nvSpPr>
              <p:spPr>
                <a:xfrm>
                  <a:off x="4129087" y="3720182"/>
                  <a:ext cx="568256" cy="225348"/>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76" name="Rectangle 375">
                  <a:extLst>
                    <a:ext uri="{FF2B5EF4-FFF2-40B4-BE49-F238E27FC236}">
                      <a16:creationId xmlns:a16="http://schemas.microsoft.com/office/drawing/2014/main" id="{5396A314-1026-4E4E-A149-99672789B306}"/>
                    </a:ext>
                  </a:extLst>
                </p:cNvPr>
                <p:cNvSpPr/>
                <p:nvPr/>
              </p:nvSpPr>
              <p:spPr>
                <a:xfrm>
                  <a:off x="4129087" y="3720182"/>
                  <a:ext cx="568256" cy="111462"/>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77" name="Oval 376">
                  <a:extLst>
                    <a:ext uri="{FF2B5EF4-FFF2-40B4-BE49-F238E27FC236}">
                      <a16:creationId xmlns:a16="http://schemas.microsoft.com/office/drawing/2014/main" id="{23054A25-C068-9244-9B31-DD0F45D202D9}"/>
                    </a:ext>
                  </a:extLst>
                </p:cNvPr>
                <p:cNvSpPr/>
                <p:nvPr/>
              </p:nvSpPr>
              <p:spPr>
                <a:xfrm>
                  <a:off x="4129087" y="3606297"/>
                  <a:ext cx="568256" cy="225346"/>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78" name="Straight Connector 377">
                  <a:extLst>
                    <a:ext uri="{FF2B5EF4-FFF2-40B4-BE49-F238E27FC236}">
                      <a16:creationId xmlns:a16="http://schemas.microsoft.com/office/drawing/2014/main" id="{CD4A2AA1-5618-3140-9C21-11DC36124DCC}"/>
                    </a:ext>
                  </a:extLst>
                </p:cNvPr>
                <p:cNvCxnSpPr/>
                <p:nvPr/>
              </p:nvCxnSpPr>
              <p:spPr>
                <a:xfrm>
                  <a:off x="4697343" y="3720182"/>
                  <a:ext cx="0" cy="111462"/>
                </a:xfrm>
                <a:prstGeom prst="line">
                  <a:avLst/>
                </a:prstGeom>
                <a:noFill/>
                <a:ln w="6350" cap="flat" cmpd="sng" algn="ctr">
                  <a:solidFill>
                    <a:srgbClr val="000000"/>
                  </a:solidFill>
                  <a:prstDash val="solid"/>
                </a:ln>
                <a:effectLst/>
              </p:spPr>
            </p:cxnSp>
            <p:cxnSp>
              <p:nvCxnSpPr>
                <p:cNvPr id="379" name="Straight Connector 378">
                  <a:extLst>
                    <a:ext uri="{FF2B5EF4-FFF2-40B4-BE49-F238E27FC236}">
                      <a16:creationId xmlns:a16="http://schemas.microsoft.com/office/drawing/2014/main" id="{C0356843-B7EB-A343-9F3C-424592CF11BD}"/>
                    </a:ext>
                  </a:extLst>
                </p:cNvPr>
                <p:cNvCxnSpPr/>
                <p:nvPr/>
              </p:nvCxnSpPr>
              <p:spPr>
                <a:xfrm>
                  <a:off x="4129087" y="3720182"/>
                  <a:ext cx="0" cy="111462"/>
                </a:xfrm>
                <a:prstGeom prst="line">
                  <a:avLst/>
                </a:prstGeom>
                <a:noFill/>
                <a:ln w="6350" cap="flat" cmpd="sng" algn="ctr">
                  <a:solidFill>
                    <a:srgbClr val="000000"/>
                  </a:solidFill>
                  <a:prstDash val="solid"/>
                </a:ln>
                <a:effectLst/>
              </p:spPr>
            </p:cxnSp>
          </p:grpSp>
          <p:sp>
            <p:nvSpPr>
              <p:cNvPr id="363" name="Rectangle 362">
                <a:extLst>
                  <a:ext uri="{FF2B5EF4-FFF2-40B4-BE49-F238E27FC236}">
                    <a16:creationId xmlns:a16="http://schemas.microsoft.com/office/drawing/2014/main" id="{AC6DBBE1-F8C8-7C49-A55E-1A360F9F0FF8}"/>
                  </a:ext>
                </a:extLst>
              </p:cNvPr>
              <p:cNvSpPr/>
              <p:nvPr/>
            </p:nvSpPr>
            <p:spPr bwMode="auto">
              <a:xfrm>
                <a:off x="3516608" y="3697675"/>
                <a:ext cx="498433" cy="1163452"/>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64" name="Straight Connector 363">
                <a:extLst>
                  <a:ext uri="{FF2B5EF4-FFF2-40B4-BE49-F238E27FC236}">
                    <a16:creationId xmlns:a16="http://schemas.microsoft.com/office/drawing/2014/main" id="{30264003-6422-A246-8128-339027C2EFE4}"/>
                  </a:ext>
                </a:extLst>
              </p:cNvPr>
              <p:cNvCxnSpPr>
                <a:stCxn id="368" idx="2"/>
              </p:cNvCxnSpPr>
              <p:nvPr/>
            </p:nvCxnSpPr>
            <p:spPr bwMode="auto">
              <a:xfrm flipH="1">
                <a:off x="3507083" y="3262769"/>
                <a:ext cx="4762" cy="1688832"/>
              </a:xfrm>
              <a:prstGeom prst="line">
                <a:avLst/>
              </a:prstGeom>
              <a:noFill/>
              <a:ln w="3175" cap="flat" cmpd="sng" algn="ctr">
                <a:solidFill>
                  <a:srgbClr val="000000"/>
                </a:solidFill>
                <a:prstDash val="sysDash"/>
              </a:ln>
              <a:effectLst/>
            </p:spPr>
          </p:cxnSp>
          <p:grpSp>
            <p:nvGrpSpPr>
              <p:cNvPr id="365" name="Group 377">
                <a:extLst>
                  <a:ext uri="{FF2B5EF4-FFF2-40B4-BE49-F238E27FC236}">
                    <a16:creationId xmlns:a16="http://schemas.microsoft.com/office/drawing/2014/main" id="{39ED4179-25C2-BD40-8CB0-2D2D19D3B89E}"/>
                  </a:ext>
                </a:extLst>
              </p:cNvPr>
              <p:cNvGrpSpPr>
                <a:grpSpLocks/>
              </p:cNvGrpSpPr>
              <p:nvPr/>
            </p:nvGrpSpPr>
            <p:grpSpPr bwMode="auto">
              <a:xfrm>
                <a:off x="3511057" y="3174091"/>
                <a:ext cx="504096" cy="242719"/>
                <a:chOff x="2183302" y="1574638"/>
                <a:chExt cx="1200154" cy="430218"/>
              </a:xfrm>
            </p:grpSpPr>
            <p:sp>
              <p:nvSpPr>
                <p:cNvPr id="366" name="Oval 365">
                  <a:extLst>
                    <a:ext uri="{FF2B5EF4-FFF2-40B4-BE49-F238E27FC236}">
                      <a16:creationId xmlns:a16="http://schemas.microsoft.com/office/drawing/2014/main" id="{8E546C63-6051-664A-A3B3-09898899A0F6}"/>
                    </a:ext>
                  </a:extLst>
                </p:cNvPr>
                <p:cNvSpPr/>
                <p:nvPr/>
              </p:nvSpPr>
              <p:spPr bwMode="auto">
                <a:xfrm flipV="1">
                  <a:off x="2188958" y="1689617"/>
                  <a:ext cx="1194231" cy="3150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67" name="Rectangle 366">
                  <a:extLst>
                    <a:ext uri="{FF2B5EF4-FFF2-40B4-BE49-F238E27FC236}">
                      <a16:creationId xmlns:a16="http://schemas.microsoft.com/office/drawing/2014/main" id="{F85D8891-4691-274F-8A4C-6EB421E1A629}"/>
                    </a:ext>
                  </a:extLst>
                </p:cNvPr>
                <p:cNvSpPr/>
                <p:nvPr/>
              </p:nvSpPr>
              <p:spPr bwMode="auto">
                <a:xfrm>
                  <a:off x="2185178" y="1734631"/>
                  <a:ext cx="1198011" cy="112535"/>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68" name="Oval 367">
                  <a:extLst>
                    <a:ext uri="{FF2B5EF4-FFF2-40B4-BE49-F238E27FC236}">
                      <a16:creationId xmlns:a16="http://schemas.microsoft.com/office/drawing/2014/main" id="{F6D6309A-F621-8F43-966A-42EE2F5341A2}"/>
                    </a:ext>
                  </a:extLst>
                </p:cNvPr>
                <p:cNvSpPr>
                  <a:spLocks noChangeArrowheads="1"/>
                </p:cNvSpPr>
                <p:nvPr/>
              </p:nvSpPr>
              <p:spPr bwMode="auto">
                <a:xfrm flipV="1">
                  <a:off x="2185178" y="1574269"/>
                  <a:ext cx="1194231" cy="315099"/>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69" name="Freeform 368">
                  <a:extLst>
                    <a:ext uri="{FF2B5EF4-FFF2-40B4-BE49-F238E27FC236}">
                      <a16:creationId xmlns:a16="http://schemas.microsoft.com/office/drawing/2014/main" id="{E0967AA3-A871-A446-BBBF-E652596BA5E0}"/>
                    </a:ext>
                  </a:extLst>
                </p:cNvPr>
                <p:cNvSpPr/>
                <p:nvPr/>
              </p:nvSpPr>
              <p:spPr bwMode="auto">
                <a:xfrm>
                  <a:off x="2491295" y="1669924"/>
                  <a:ext cx="581999" cy="157549"/>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70" name="Freeform 369">
                  <a:extLst>
                    <a:ext uri="{FF2B5EF4-FFF2-40B4-BE49-F238E27FC236}">
                      <a16:creationId xmlns:a16="http://schemas.microsoft.com/office/drawing/2014/main" id="{928F9198-71DD-1048-BF0F-138BFE3045B5}"/>
                    </a:ext>
                  </a:extLst>
                </p:cNvPr>
                <p:cNvSpPr>
                  <a:spLocks/>
                </p:cNvSpPr>
                <p:nvPr/>
              </p:nvSpPr>
              <p:spPr bwMode="auto">
                <a:xfrm>
                  <a:off x="2430828" y="1630537"/>
                  <a:ext cx="702933" cy="109721"/>
                </a:xfrm>
                <a:custGeom>
                  <a:avLst/>
                  <a:gdLst>
                    <a:gd name="T0" fmla="*/ 0 w 3723451"/>
                    <a:gd name="T1" fmla="*/ 26843 h 932950"/>
                    <a:gd name="T2" fmla="*/ 123686 w 3723451"/>
                    <a:gd name="T3" fmla="*/ 316 h 932950"/>
                    <a:gd name="T4" fmla="*/ 350344 w 3723451"/>
                    <a:gd name="T5" fmla="*/ 61221 h 932950"/>
                    <a:gd name="T6" fmla="*/ 566578 w 3723451"/>
                    <a:gd name="T7" fmla="*/ 0 h 932950"/>
                    <a:gd name="T8" fmla="*/ 702933 w 3723451"/>
                    <a:gd name="T9" fmla="*/ 24362 h 932950"/>
                    <a:gd name="T10" fmla="*/ 601485 w 3723451"/>
                    <a:gd name="T11" fmla="*/ 54319 h 932950"/>
                    <a:gd name="T12" fmla="*/ 568823 w 3723451"/>
                    <a:gd name="T13" fmla="*/ 46243 h 932950"/>
                    <a:gd name="T14" fmla="*/ 354326 w 3723451"/>
                    <a:gd name="T15" fmla="*/ 109721 h 932950"/>
                    <a:gd name="T16" fmla="*/ 134342 w 3723451"/>
                    <a:gd name="T17" fmla="*/ 48578 h 932950"/>
                    <a:gd name="T18" fmla="*/ 98775 w 3723451"/>
                    <a:gd name="T19" fmla="*/ 55177 h 932950"/>
                    <a:gd name="T20" fmla="*/ 0 w 3723451"/>
                    <a:gd name="T21" fmla="*/ 26843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Freeform 370">
                  <a:extLst>
                    <a:ext uri="{FF2B5EF4-FFF2-40B4-BE49-F238E27FC236}">
                      <a16:creationId xmlns:a16="http://schemas.microsoft.com/office/drawing/2014/main" id="{1C72F53E-6D8A-1247-85AD-4F6DFA9BC40F}"/>
                    </a:ext>
                  </a:extLst>
                </p:cNvPr>
                <p:cNvSpPr>
                  <a:spLocks/>
                </p:cNvSpPr>
                <p:nvPr/>
              </p:nvSpPr>
              <p:spPr bwMode="auto">
                <a:xfrm>
                  <a:off x="2891892" y="1723378"/>
                  <a:ext cx="260764" cy="95655"/>
                </a:xfrm>
                <a:custGeom>
                  <a:avLst/>
                  <a:gdLst>
                    <a:gd name="T0" fmla="*/ 0 w 1366596"/>
                    <a:gd name="T1" fmla="*/ 0 h 809868"/>
                    <a:gd name="T2" fmla="*/ 260764 w 1366596"/>
                    <a:gd name="T3" fmla="*/ 73915 h 809868"/>
                    <a:gd name="T4" fmla="*/ 165063 w 1366596"/>
                    <a:gd name="T5" fmla="*/ 95655 h 809868"/>
                    <a:gd name="T6" fmla="*/ 878 w 1366596"/>
                    <a:gd name="T7" fmla="*/ 5054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2" name="Freeform 371">
                  <a:extLst>
                    <a:ext uri="{FF2B5EF4-FFF2-40B4-BE49-F238E27FC236}">
                      <a16:creationId xmlns:a16="http://schemas.microsoft.com/office/drawing/2014/main" id="{AC38375A-6308-3C42-8428-1BC8EF1E3EF6}"/>
                    </a:ext>
                  </a:extLst>
                </p:cNvPr>
                <p:cNvSpPr>
                  <a:spLocks/>
                </p:cNvSpPr>
                <p:nvPr/>
              </p:nvSpPr>
              <p:spPr bwMode="auto">
                <a:xfrm>
                  <a:off x="2419489" y="1726192"/>
                  <a:ext cx="253208" cy="92841"/>
                </a:xfrm>
                <a:custGeom>
                  <a:avLst/>
                  <a:gdLst>
                    <a:gd name="T0" fmla="*/ 249751 w 1348191"/>
                    <a:gd name="T1" fmla="*/ 0 h 791462"/>
                    <a:gd name="T2" fmla="*/ 253208 w 1348191"/>
                    <a:gd name="T3" fmla="*/ 44801 h 791462"/>
                    <a:gd name="T4" fmla="*/ 91604 w 1348191"/>
                    <a:gd name="T5" fmla="*/ 92841 h 791462"/>
                    <a:gd name="T6" fmla="*/ 0 w 1348191"/>
                    <a:gd name="T7" fmla="*/ 71790 h 791462"/>
                    <a:gd name="T8" fmla="*/ 249751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73" name="Straight Connector 372">
                  <a:extLst>
                    <a:ext uri="{FF2B5EF4-FFF2-40B4-BE49-F238E27FC236}">
                      <a16:creationId xmlns:a16="http://schemas.microsoft.com/office/drawing/2014/main" id="{2676B342-72B9-EC4E-BEB9-884A31061112}"/>
                    </a:ext>
                  </a:extLst>
                </p:cNvPr>
                <p:cNvCxnSpPr>
                  <a:cxnSpLocks noChangeShapeType="1"/>
                  <a:endCxn id="368" idx="2"/>
                </p:cNvCxnSpPr>
                <p:nvPr/>
              </p:nvCxnSpPr>
              <p:spPr bwMode="auto">
                <a:xfrm flipH="1" flipV="1">
                  <a:off x="2185178" y="1731819"/>
                  <a:ext cx="3780" cy="1209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74" name="Straight Connector 373">
                  <a:extLst>
                    <a:ext uri="{FF2B5EF4-FFF2-40B4-BE49-F238E27FC236}">
                      <a16:creationId xmlns:a16="http://schemas.microsoft.com/office/drawing/2014/main" id="{C9E5ACD2-0571-394B-B54A-E4FD99B680A6}"/>
                    </a:ext>
                  </a:extLst>
                </p:cNvPr>
                <p:cNvCxnSpPr>
                  <a:cxnSpLocks noChangeShapeType="1"/>
                </p:cNvCxnSpPr>
                <p:nvPr/>
              </p:nvCxnSpPr>
              <p:spPr bwMode="auto">
                <a:xfrm flipH="1" flipV="1">
                  <a:off x="3379409" y="1729005"/>
                  <a:ext cx="3780" cy="120976"/>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295" name="Group 19">
              <a:extLst>
                <a:ext uri="{FF2B5EF4-FFF2-40B4-BE49-F238E27FC236}">
                  <a16:creationId xmlns:a16="http://schemas.microsoft.com/office/drawing/2014/main" id="{3F4E53BA-5956-854C-B31F-6EC1D0D219D1}"/>
                </a:ext>
              </a:extLst>
            </p:cNvPr>
            <p:cNvGrpSpPr>
              <a:grpSpLocks/>
            </p:cNvGrpSpPr>
            <p:nvPr/>
          </p:nvGrpSpPr>
          <p:grpSpPr bwMode="auto">
            <a:xfrm>
              <a:off x="4299212" y="2486508"/>
              <a:ext cx="528376" cy="2517292"/>
              <a:chOff x="4299212" y="2486508"/>
              <a:chExt cx="528376" cy="2517292"/>
            </a:xfrm>
          </p:grpSpPr>
          <p:sp>
            <p:nvSpPr>
              <p:cNvPr id="339" name="Rectangle 338">
                <a:extLst>
                  <a:ext uri="{FF2B5EF4-FFF2-40B4-BE49-F238E27FC236}">
                    <a16:creationId xmlns:a16="http://schemas.microsoft.com/office/drawing/2014/main" id="{E47F6DBD-7B1F-E84E-80B1-B0007CEE2ECA}"/>
                  </a:ext>
                </a:extLst>
              </p:cNvPr>
              <p:cNvSpPr/>
              <p:nvPr/>
            </p:nvSpPr>
            <p:spPr bwMode="auto">
              <a:xfrm rot="10800000">
                <a:off x="4315358" y="2675960"/>
                <a:ext cx="498350" cy="91657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40" name="Straight Connector 339">
                <a:extLst>
                  <a:ext uri="{FF2B5EF4-FFF2-40B4-BE49-F238E27FC236}">
                    <a16:creationId xmlns:a16="http://schemas.microsoft.com/office/drawing/2014/main" id="{AD6BA39E-C72A-2B46-89AC-72BC6ECE8737}"/>
                  </a:ext>
                </a:extLst>
              </p:cNvPr>
              <p:cNvCxnSpPr/>
              <p:nvPr/>
            </p:nvCxnSpPr>
            <p:spPr bwMode="auto">
              <a:xfrm>
                <a:off x="4821424" y="2642154"/>
                <a:ext cx="6349" cy="2214211"/>
              </a:xfrm>
              <a:prstGeom prst="line">
                <a:avLst/>
              </a:prstGeom>
              <a:noFill/>
              <a:ln w="3175" cap="flat" cmpd="sng" algn="ctr">
                <a:solidFill>
                  <a:srgbClr val="000000"/>
                </a:solidFill>
                <a:prstDash val="sysDash"/>
              </a:ln>
              <a:effectLst/>
            </p:spPr>
          </p:cxnSp>
          <p:grpSp>
            <p:nvGrpSpPr>
              <p:cNvPr id="341" name="Group 442">
                <a:extLst>
                  <a:ext uri="{FF2B5EF4-FFF2-40B4-BE49-F238E27FC236}">
                    <a16:creationId xmlns:a16="http://schemas.microsoft.com/office/drawing/2014/main" id="{3A2CD557-2097-8643-A2CC-2FC42E115686}"/>
                  </a:ext>
                </a:extLst>
              </p:cNvPr>
              <p:cNvGrpSpPr>
                <a:grpSpLocks/>
              </p:cNvGrpSpPr>
              <p:nvPr/>
            </p:nvGrpSpPr>
            <p:grpSpPr bwMode="auto">
              <a:xfrm>
                <a:off x="4319479" y="4781999"/>
                <a:ext cx="507859" cy="221801"/>
                <a:chOff x="4128636" y="3606589"/>
                <a:chExt cx="568145" cy="338667"/>
              </a:xfrm>
            </p:grpSpPr>
            <p:sp>
              <p:nvSpPr>
                <p:cNvPr id="354" name="Oval 353">
                  <a:extLst>
                    <a:ext uri="{FF2B5EF4-FFF2-40B4-BE49-F238E27FC236}">
                      <a16:creationId xmlns:a16="http://schemas.microsoft.com/office/drawing/2014/main" id="{B01BCE74-1665-8347-ABE7-7ED7C4611208}"/>
                    </a:ext>
                  </a:extLst>
                </p:cNvPr>
                <p:cNvSpPr/>
                <p:nvPr/>
              </p:nvSpPr>
              <p:spPr>
                <a:xfrm>
                  <a:off x="4129012" y="3720139"/>
                  <a:ext cx="568256" cy="225391"/>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55" name="Rectangle 354">
                  <a:extLst>
                    <a:ext uri="{FF2B5EF4-FFF2-40B4-BE49-F238E27FC236}">
                      <a16:creationId xmlns:a16="http://schemas.microsoft.com/office/drawing/2014/main" id="{3E2DD078-496C-2B4E-9AB7-8E3ED7B0B010}"/>
                    </a:ext>
                  </a:extLst>
                </p:cNvPr>
                <p:cNvSpPr/>
                <p:nvPr/>
              </p:nvSpPr>
              <p:spPr>
                <a:xfrm>
                  <a:off x="4129012" y="3720139"/>
                  <a:ext cx="568256" cy="111484"/>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56" name="Oval 355">
                  <a:extLst>
                    <a:ext uri="{FF2B5EF4-FFF2-40B4-BE49-F238E27FC236}">
                      <a16:creationId xmlns:a16="http://schemas.microsoft.com/office/drawing/2014/main" id="{0589AD59-3F91-674B-AB1F-9687AE0A7155}"/>
                    </a:ext>
                  </a:extLst>
                </p:cNvPr>
                <p:cNvSpPr/>
                <p:nvPr/>
              </p:nvSpPr>
              <p:spPr>
                <a:xfrm>
                  <a:off x="4129012" y="3606230"/>
                  <a:ext cx="568256" cy="225392"/>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57" name="Straight Connector 356">
                  <a:extLst>
                    <a:ext uri="{FF2B5EF4-FFF2-40B4-BE49-F238E27FC236}">
                      <a16:creationId xmlns:a16="http://schemas.microsoft.com/office/drawing/2014/main" id="{D7DF9909-4629-2B41-A097-0EE5060D231F}"/>
                    </a:ext>
                  </a:extLst>
                </p:cNvPr>
                <p:cNvCxnSpPr/>
                <p:nvPr/>
              </p:nvCxnSpPr>
              <p:spPr>
                <a:xfrm>
                  <a:off x="4697268" y="3720139"/>
                  <a:ext cx="0" cy="111484"/>
                </a:xfrm>
                <a:prstGeom prst="line">
                  <a:avLst/>
                </a:prstGeom>
                <a:noFill/>
                <a:ln w="6350" cap="flat" cmpd="sng" algn="ctr">
                  <a:solidFill>
                    <a:srgbClr val="000000"/>
                  </a:solidFill>
                  <a:prstDash val="solid"/>
                </a:ln>
                <a:effectLst/>
              </p:spPr>
            </p:cxnSp>
            <p:cxnSp>
              <p:nvCxnSpPr>
                <p:cNvPr id="358" name="Straight Connector 357">
                  <a:extLst>
                    <a:ext uri="{FF2B5EF4-FFF2-40B4-BE49-F238E27FC236}">
                      <a16:creationId xmlns:a16="http://schemas.microsoft.com/office/drawing/2014/main" id="{E00A7AA3-4A7D-5A4A-923D-8190368DDD2A}"/>
                    </a:ext>
                  </a:extLst>
                </p:cNvPr>
                <p:cNvCxnSpPr/>
                <p:nvPr/>
              </p:nvCxnSpPr>
              <p:spPr>
                <a:xfrm>
                  <a:off x="4129012" y="3720139"/>
                  <a:ext cx="0" cy="111484"/>
                </a:xfrm>
                <a:prstGeom prst="line">
                  <a:avLst/>
                </a:prstGeom>
                <a:noFill/>
                <a:ln w="6350" cap="flat" cmpd="sng" algn="ctr">
                  <a:solidFill>
                    <a:srgbClr val="000000"/>
                  </a:solidFill>
                  <a:prstDash val="solid"/>
                </a:ln>
                <a:effectLst/>
              </p:spPr>
            </p:cxnSp>
          </p:grpSp>
          <p:sp>
            <p:nvSpPr>
              <p:cNvPr id="342" name="Rectangle 341">
                <a:extLst>
                  <a:ext uri="{FF2B5EF4-FFF2-40B4-BE49-F238E27FC236}">
                    <a16:creationId xmlns:a16="http://schemas.microsoft.com/office/drawing/2014/main" id="{BC350F5D-A217-434B-B0AD-B82598901D58}"/>
                  </a:ext>
                </a:extLst>
              </p:cNvPr>
              <p:cNvSpPr/>
              <p:nvPr/>
            </p:nvSpPr>
            <p:spPr bwMode="auto">
              <a:xfrm>
                <a:off x="4324577" y="3696087"/>
                <a:ext cx="498433" cy="1163453"/>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43" name="Straight Connector 342">
                <a:extLst>
                  <a:ext uri="{FF2B5EF4-FFF2-40B4-BE49-F238E27FC236}">
                    <a16:creationId xmlns:a16="http://schemas.microsoft.com/office/drawing/2014/main" id="{59C23D10-C5AD-324E-A998-0B2D8811551A}"/>
                  </a:ext>
                </a:extLst>
              </p:cNvPr>
              <p:cNvCxnSpPr>
                <a:stCxn id="345" idx="2"/>
              </p:cNvCxnSpPr>
              <p:nvPr/>
            </p:nvCxnSpPr>
            <p:spPr bwMode="auto">
              <a:xfrm>
                <a:off x="4300767" y="2640568"/>
                <a:ext cx="14286" cy="2309445"/>
              </a:xfrm>
              <a:prstGeom prst="line">
                <a:avLst/>
              </a:prstGeom>
              <a:noFill/>
              <a:ln w="3175" cap="flat" cmpd="sng" algn="ctr">
                <a:solidFill>
                  <a:srgbClr val="000000"/>
                </a:solidFill>
                <a:prstDash val="sysDash"/>
              </a:ln>
              <a:effectLst/>
            </p:spPr>
          </p:cxnSp>
          <p:grpSp>
            <p:nvGrpSpPr>
              <p:cNvPr id="344" name="Group 456">
                <a:extLst>
                  <a:ext uri="{FF2B5EF4-FFF2-40B4-BE49-F238E27FC236}">
                    <a16:creationId xmlns:a16="http://schemas.microsoft.com/office/drawing/2014/main" id="{3D4ED6A7-656E-564B-9724-777A0E00F8CF}"/>
                  </a:ext>
                </a:extLst>
              </p:cNvPr>
              <p:cNvGrpSpPr>
                <a:grpSpLocks/>
              </p:cNvGrpSpPr>
              <p:nvPr/>
            </p:nvGrpSpPr>
            <p:grpSpPr bwMode="auto">
              <a:xfrm>
                <a:off x="4299212" y="2486508"/>
                <a:ext cx="504825" cy="242888"/>
                <a:chOff x="2183302" y="1574638"/>
                <a:chExt cx="1200154" cy="430218"/>
              </a:xfrm>
            </p:grpSpPr>
            <p:sp>
              <p:nvSpPr>
                <p:cNvPr id="345" name="Oval 344">
                  <a:extLst>
                    <a:ext uri="{FF2B5EF4-FFF2-40B4-BE49-F238E27FC236}">
                      <a16:creationId xmlns:a16="http://schemas.microsoft.com/office/drawing/2014/main" id="{5CA9CA10-6CB9-8C4D-9798-DE3642585FBF}"/>
                    </a:ext>
                  </a:extLst>
                </p:cNvPr>
                <p:cNvSpPr/>
                <p:nvPr/>
              </p:nvSpPr>
              <p:spPr bwMode="auto">
                <a:xfrm flipV="1">
                  <a:off x="2186998" y="1690077"/>
                  <a:ext cx="1196279" cy="314880"/>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46" name="Rectangle 345">
                  <a:extLst>
                    <a:ext uri="{FF2B5EF4-FFF2-40B4-BE49-F238E27FC236}">
                      <a16:creationId xmlns:a16="http://schemas.microsoft.com/office/drawing/2014/main" id="{ED7DFE49-0AB2-5F4A-8804-D8EE2F5D8051}"/>
                    </a:ext>
                  </a:extLst>
                </p:cNvPr>
                <p:cNvSpPr/>
                <p:nvPr/>
              </p:nvSpPr>
              <p:spPr bwMode="auto">
                <a:xfrm>
                  <a:off x="2183224" y="1735060"/>
                  <a:ext cx="1200054" cy="112457"/>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47" name="Oval 346">
                  <a:extLst>
                    <a:ext uri="{FF2B5EF4-FFF2-40B4-BE49-F238E27FC236}">
                      <a16:creationId xmlns:a16="http://schemas.microsoft.com/office/drawing/2014/main" id="{D9CC071E-9384-A844-AEDF-4D3D5A3D016C}"/>
                    </a:ext>
                  </a:extLst>
                </p:cNvPr>
                <p:cNvSpPr>
                  <a:spLocks noChangeArrowheads="1"/>
                </p:cNvSpPr>
                <p:nvPr/>
              </p:nvSpPr>
              <p:spPr bwMode="auto">
                <a:xfrm flipV="1">
                  <a:off x="2183224" y="1574808"/>
                  <a:ext cx="1196282" cy="31488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48" name="Freeform 347">
                  <a:extLst>
                    <a:ext uri="{FF2B5EF4-FFF2-40B4-BE49-F238E27FC236}">
                      <a16:creationId xmlns:a16="http://schemas.microsoft.com/office/drawing/2014/main" id="{9221CFD6-F2B1-BC4A-8685-E97AB592CAEA}"/>
                    </a:ext>
                  </a:extLst>
                </p:cNvPr>
                <p:cNvSpPr/>
                <p:nvPr/>
              </p:nvSpPr>
              <p:spPr bwMode="auto">
                <a:xfrm>
                  <a:off x="2488899" y="1670396"/>
                  <a:ext cx="584931" cy="1574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49" name="Freeform 348">
                  <a:extLst>
                    <a:ext uri="{FF2B5EF4-FFF2-40B4-BE49-F238E27FC236}">
                      <a16:creationId xmlns:a16="http://schemas.microsoft.com/office/drawing/2014/main" id="{E1EB2301-9912-744E-B205-5948ED836C1B}"/>
                    </a:ext>
                  </a:extLst>
                </p:cNvPr>
                <p:cNvSpPr>
                  <a:spLocks/>
                </p:cNvSpPr>
                <p:nvPr/>
              </p:nvSpPr>
              <p:spPr bwMode="auto">
                <a:xfrm>
                  <a:off x="2428519" y="1631037"/>
                  <a:ext cx="705691" cy="109646"/>
                </a:xfrm>
                <a:custGeom>
                  <a:avLst/>
                  <a:gdLst>
                    <a:gd name="T0" fmla="*/ 0 w 3723451"/>
                    <a:gd name="T1" fmla="*/ 26825 h 932950"/>
                    <a:gd name="T2" fmla="*/ 124171 w 3723451"/>
                    <a:gd name="T3" fmla="*/ 316 h 932950"/>
                    <a:gd name="T4" fmla="*/ 351718 w 3723451"/>
                    <a:gd name="T5" fmla="*/ 61180 h 932950"/>
                    <a:gd name="T6" fmla="*/ 568801 w 3723451"/>
                    <a:gd name="T7" fmla="*/ 0 h 932950"/>
                    <a:gd name="T8" fmla="*/ 705691 w 3723451"/>
                    <a:gd name="T9" fmla="*/ 24345 h 932950"/>
                    <a:gd name="T10" fmla="*/ 603845 w 3723451"/>
                    <a:gd name="T11" fmla="*/ 54282 h 932950"/>
                    <a:gd name="T12" fmla="*/ 571055 w 3723451"/>
                    <a:gd name="T13" fmla="*/ 46211 h 932950"/>
                    <a:gd name="T14" fmla="*/ 355716 w 3723451"/>
                    <a:gd name="T15" fmla="*/ 109646 h 932950"/>
                    <a:gd name="T16" fmla="*/ 134869 w 3723451"/>
                    <a:gd name="T17" fmla="*/ 48545 h 932950"/>
                    <a:gd name="T18" fmla="*/ 99163 w 3723451"/>
                    <a:gd name="T19" fmla="*/ 55139 h 932950"/>
                    <a:gd name="T20" fmla="*/ 0 w 3723451"/>
                    <a:gd name="T21" fmla="*/ 2682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Freeform 349">
                  <a:extLst>
                    <a:ext uri="{FF2B5EF4-FFF2-40B4-BE49-F238E27FC236}">
                      <a16:creationId xmlns:a16="http://schemas.microsoft.com/office/drawing/2014/main" id="{274D27B5-7E68-5C4D-964B-A01609731F22}"/>
                    </a:ext>
                  </a:extLst>
                </p:cNvPr>
                <p:cNvSpPr>
                  <a:spLocks/>
                </p:cNvSpPr>
                <p:nvPr/>
              </p:nvSpPr>
              <p:spPr bwMode="auto">
                <a:xfrm>
                  <a:off x="2892690" y="1723814"/>
                  <a:ext cx="256615" cy="95588"/>
                </a:xfrm>
                <a:custGeom>
                  <a:avLst/>
                  <a:gdLst>
                    <a:gd name="T0" fmla="*/ 0 w 1366596"/>
                    <a:gd name="T1" fmla="*/ 0 h 809868"/>
                    <a:gd name="T2" fmla="*/ 256615 w 1366596"/>
                    <a:gd name="T3" fmla="*/ 73863 h 809868"/>
                    <a:gd name="T4" fmla="*/ 162436 w 1366596"/>
                    <a:gd name="T5" fmla="*/ 95588 h 809868"/>
                    <a:gd name="T6" fmla="*/ 864 w 1366596"/>
                    <a:gd name="T7" fmla="*/ 50510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1" name="Freeform 350">
                  <a:extLst>
                    <a:ext uri="{FF2B5EF4-FFF2-40B4-BE49-F238E27FC236}">
                      <a16:creationId xmlns:a16="http://schemas.microsoft.com/office/drawing/2014/main" id="{CCCB88EE-5244-8644-B451-9B5D239AEB91}"/>
                    </a:ext>
                  </a:extLst>
                </p:cNvPr>
                <p:cNvSpPr>
                  <a:spLocks/>
                </p:cNvSpPr>
                <p:nvPr/>
              </p:nvSpPr>
              <p:spPr bwMode="auto">
                <a:xfrm>
                  <a:off x="2417196" y="1726625"/>
                  <a:ext cx="252843" cy="92778"/>
                </a:xfrm>
                <a:custGeom>
                  <a:avLst/>
                  <a:gdLst>
                    <a:gd name="T0" fmla="*/ 249391 w 1348191"/>
                    <a:gd name="T1" fmla="*/ 0 h 791462"/>
                    <a:gd name="T2" fmla="*/ 252843 w 1348191"/>
                    <a:gd name="T3" fmla="*/ 44771 h 791462"/>
                    <a:gd name="T4" fmla="*/ 91472 w 1348191"/>
                    <a:gd name="T5" fmla="*/ 92778 h 791462"/>
                    <a:gd name="T6" fmla="*/ 0 w 1348191"/>
                    <a:gd name="T7" fmla="*/ 71741 h 791462"/>
                    <a:gd name="T8" fmla="*/ 249391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52" name="Straight Connector 351">
                  <a:extLst>
                    <a:ext uri="{FF2B5EF4-FFF2-40B4-BE49-F238E27FC236}">
                      <a16:creationId xmlns:a16="http://schemas.microsoft.com/office/drawing/2014/main" id="{4DFA4F03-E97A-1E4E-8C06-5FCF8ACB1D15}"/>
                    </a:ext>
                  </a:extLst>
                </p:cNvPr>
                <p:cNvCxnSpPr>
                  <a:cxnSpLocks noChangeShapeType="1"/>
                  <a:endCxn id="347" idx="2"/>
                </p:cNvCxnSpPr>
                <p:nvPr/>
              </p:nvCxnSpPr>
              <p:spPr bwMode="auto">
                <a:xfrm flipH="1" flipV="1">
                  <a:off x="2183224" y="1732248"/>
                  <a:ext cx="3775" cy="120892"/>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53" name="Straight Connector 352">
                  <a:extLst>
                    <a:ext uri="{FF2B5EF4-FFF2-40B4-BE49-F238E27FC236}">
                      <a16:creationId xmlns:a16="http://schemas.microsoft.com/office/drawing/2014/main" id="{8A9EDB0B-D51F-9C4D-A606-035EEB4B8D26}"/>
                    </a:ext>
                  </a:extLst>
                </p:cNvPr>
                <p:cNvCxnSpPr>
                  <a:cxnSpLocks noChangeShapeType="1"/>
                </p:cNvCxnSpPr>
                <p:nvPr/>
              </p:nvCxnSpPr>
              <p:spPr bwMode="auto">
                <a:xfrm flipH="1" flipV="1">
                  <a:off x="3379505" y="1729437"/>
                  <a:ext cx="3773" cy="12089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296" name="Group 20">
              <a:extLst>
                <a:ext uri="{FF2B5EF4-FFF2-40B4-BE49-F238E27FC236}">
                  <a16:creationId xmlns:a16="http://schemas.microsoft.com/office/drawing/2014/main" id="{7B3927DE-D2D4-0549-B6FC-DB36E97AF650}"/>
                </a:ext>
              </a:extLst>
            </p:cNvPr>
            <p:cNvGrpSpPr>
              <a:grpSpLocks/>
            </p:cNvGrpSpPr>
            <p:nvPr/>
          </p:nvGrpSpPr>
          <p:grpSpPr bwMode="auto">
            <a:xfrm>
              <a:off x="5491163" y="3179295"/>
              <a:ext cx="522287" cy="1824505"/>
              <a:chOff x="5491163" y="3179295"/>
              <a:chExt cx="522287" cy="1824505"/>
            </a:xfrm>
          </p:grpSpPr>
          <p:sp>
            <p:nvSpPr>
              <p:cNvPr id="318" name="Rectangle 317">
                <a:extLst>
                  <a:ext uri="{FF2B5EF4-FFF2-40B4-BE49-F238E27FC236}">
                    <a16:creationId xmlns:a16="http://schemas.microsoft.com/office/drawing/2014/main" id="{94693F99-2D5B-7E44-B2D3-365FDA0CFBDB}"/>
                  </a:ext>
                </a:extLst>
              </p:cNvPr>
              <p:cNvSpPr/>
              <p:nvPr/>
            </p:nvSpPr>
            <p:spPr bwMode="auto">
              <a:xfrm rot="10800000">
                <a:off x="5498044" y="3266845"/>
                <a:ext cx="498349" cy="325689"/>
              </a:xfrm>
              <a:prstGeom prst="rect">
                <a:avLst/>
              </a:prstGeom>
              <a:gradFill rotWithShape="1">
                <a:gsLst>
                  <a:gs pos="1000">
                    <a:srgbClr val="3333CC">
                      <a:lumMod val="75000"/>
                      <a:alpha val="62000"/>
                    </a:srgbClr>
                  </a:gs>
                  <a:gs pos="5400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19" name="Straight Connector 318">
                <a:extLst>
                  <a:ext uri="{FF2B5EF4-FFF2-40B4-BE49-F238E27FC236}">
                    <a16:creationId xmlns:a16="http://schemas.microsoft.com/office/drawing/2014/main" id="{0BE62149-301B-CD40-877F-421A14409479}"/>
                  </a:ext>
                </a:extLst>
              </p:cNvPr>
              <p:cNvCxnSpPr>
                <a:stCxn id="327" idx="6"/>
              </p:cNvCxnSpPr>
              <p:nvPr/>
            </p:nvCxnSpPr>
            <p:spPr bwMode="auto">
              <a:xfrm>
                <a:off x="6004011" y="3267530"/>
                <a:ext cx="6349" cy="1582486"/>
              </a:xfrm>
              <a:prstGeom prst="line">
                <a:avLst/>
              </a:prstGeom>
              <a:noFill/>
              <a:ln w="3175" cap="flat" cmpd="sng" algn="ctr">
                <a:solidFill>
                  <a:srgbClr val="000000"/>
                </a:solidFill>
                <a:prstDash val="sysDash"/>
              </a:ln>
              <a:effectLst/>
            </p:spPr>
          </p:cxnSp>
          <p:pic>
            <p:nvPicPr>
              <p:cNvPr id="320" name="Picture 469" descr="router_top.png">
                <a:extLst>
                  <a:ext uri="{FF2B5EF4-FFF2-40B4-BE49-F238E27FC236}">
                    <a16:creationId xmlns:a16="http://schemas.microsoft.com/office/drawing/2014/main" id="{DD59AE55-8859-5841-B6AC-641E9B1FF769}"/>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5491163" y="3206725"/>
                <a:ext cx="522287" cy="2204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1" name="Group 471">
                <a:extLst>
                  <a:ext uri="{FF2B5EF4-FFF2-40B4-BE49-F238E27FC236}">
                    <a16:creationId xmlns:a16="http://schemas.microsoft.com/office/drawing/2014/main" id="{387A8315-A9E2-CD41-9540-BE22EB264718}"/>
                  </a:ext>
                </a:extLst>
              </p:cNvPr>
              <p:cNvGrpSpPr>
                <a:grpSpLocks/>
              </p:cNvGrpSpPr>
              <p:nvPr/>
            </p:nvGrpSpPr>
            <p:grpSpPr bwMode="auto">
              <a:xfrm>
                <a:off x="5502167" y="4781999"/>
                <a:ext cx="507858" cy="221801"/>
                <a:chOff x="4128636" y="3606589"/>
                <a:chExt cx="568145" cy="338667"/>
              </a:xfrm>
            </p:grpSpPr>
            <p:sp>
              <p:nvSpPr>
                <p:cNvPr id="334" name="Oval 333">
                  <a:extLst>
                    <a:ext uri="{FF2B5EF4-FFF2-40B4-BE49-F238E27FC236}">
                      <a16:creationId xmlns:a16="http://schemas.microsoft.com/office/drawing/2014/main" id="{5439A4FE-DB6E-D74D-95B5-D1F4AE9642E7}"/>
                    </a:ext>
                  </a:extLst>
                </p:cNvPr>
                <p:cNvSpPr/>
                <p:nvPr/>
              </p:nvSpPr>
              <p:spPr>
                <a:xfrm>
                  <a:off x="4128900" y="3720139"/>
                  <a:ext cx="568256" cy="225391"/>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35" name="Rectangle 334">
                  <a:extLst>
                    <a:ext uri="{FF2B5EF4-FFF2-40B4-BE49-F238E27FC236}">
                      <a16:creationId xmlns:a16="http://schemas.microsoft.com/office/drawing/2014/main" id="{FA27B6FA-AB40-0D4B-BBE7-6000E55B03D1}"/>
                    </a:ext>
                  </a:extLst>
                </p:cNvPr>
                <p:cNvSpPr/>
                <p:nvPr/>
              </p:nvSpPr>
              <p:spPr>
                <a:xfrm>
                  <a:off x="4128900" y="3720139"/>
                  <a:ext cx="568256" cy="111484"/>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36" name="Oval 335">
                  <a:extLst>
                    <a:ext uri="{FF2B5EF4-FFF2-40B4-BE49-F238E27FC236}">
                      <a16:creationId xmlns:a16="http://schemas.microsoft.com/office/drawing/2014/main" id="{C6FD79C0-1B1A-AB4A-A3BD-6514A1F64FCB}"/>
                    </a:ext>
                  </a:extLst>
                </p:cNvPr>
                <p:cNvSpPr/>
                <p:nvPr/>
              </p:nvSpPr>
              <p:spPr>
                <a:xfrm>
                  <a:off x="4128900" y="3606230"/>
                  <a:ext cx="568256" cy="225392"/>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37" name="Straight Connector 336">
                  <a:extLst>
                    <a:ext uri="{FF2B5EF4-FFF2-40B4-BE49-F238E27FC236}">
                      <a16:creationId xmlns:a16="http://schemas.microsoft.com/office/drawing/2014/main" id="{C730D6A9-51D0-864D-9F88-3CA108609D03}"/>
                    </a:ext>
                  </a:extLst>
                </p:cNvPr>
                <p:cNvCxnSpPr/>
                <p:nvPr/>
              </p:nvCxnSpPr>
              <p:spPr>
                <a:xfrm>
                  <a:off x="4697156" y="3720139"/>
                  <a:ext cx="0" cy="111484"/>
                </a:xfrm>
                <a:prstGeom prst="line">
                  <a:avLst/>
                </a:prstGeom>
                <a:noFill/>
                <a:ln w="6350" cap="flat" cmpd="sng" algn="ctr">
                  <a:solidFill>
                    <a:srgbClr val="000000"/>
                  </a:solidFill>
                  <a:prstDash val="solid"/>
                </a:ln>
                <a:effectLst/>
              </p:spPr>
            </p:cxnSp>
            <p:cxnSp>
              <p:nvCxnSpPr>
                <p:cNvPr id="338" name="Straight Connector 337">
                  <a:extLst>
                    <a:ext uri="{FF2B5EF4-FFF2-40B4-BE49-F238E27FC236}">
                      <a16:creationId xmlns:a16="http://schemas.microsoft.com/office/drawing/2014/main" id="{41EA4558-0D04-634B-A8B0-CAB6FB1D2028}"/>
                    </a:ext>
                  </a:extLst>
                </p:cNvPr>
                <p:cNvCxnSpPr/>
                <p:nvPr/>
              </p:nvCxnSpPr>
              <p:spPr>
                <a:xfrm>
                  <a:off x="4128900" y="3720139"/>
                  <a:ext cx="0" cy="111484"/>
                </a:xfrm>
                <a:prstGeom prst="line">
                  <a:avLst/>
                </a:prstGeom>
                <a:noFill/>
                <a:ln w="6350" cap="flat" cmpd="sng" algn="ctr">
                  <a:solidFill>
                    <a:srgbClr val="000000"/>
                  </a:solidFill>
                  <a:prstDash val="solid"/>
                </a:ln>
                <a:effectLst/>
              </p:spPr>
            </p:cxnSp>
          </p:grpSp>
          <p:sp>
            <p:nvSpPr>
              <p:cNvPr id="322" name="Rectangle 321">
                <a:extLst>
                  <a:ext uri="{FF2B5EF4-FFF2-40B4-BE49-F238E27FC236}">
                    <a16:creationId xmlns:a16="http://schemas.microsoft.com/office/drawing/2014/main" id="{3670DAE7-C167-BA4B-9FB3-842EEBB6E0BC}"/>
                  </a:ext>
                </a:extLst>
              </p:cNvPr>
              <p:cNvSpPr/>
              <p:nvPr/>
            </p:nvSpPr>
            <p:spPr bwMode="auto">
              <a:xfrm>
                <a:off x="5507166" y="3694500"/>
                <a:ext cx="498433" cy="1165040"/>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23" name="Straight Connector 322">
                <a:extLst>
                  <a:ext uri="{FF2B5EF4-FFF2-40B4-BE49-F238E27FC236}">
                    <a16:creationId xmlns:a16="http://schemas.microsoft.com/office/drawing/2014/main" id="{FDAD1200-F8CD-4C4C-B862-839CDCE380A4}"/>
                  </a:ext>
                </a:extLst>
              </p:cNvPr>
              <p:cNvCxnSpPr>
                <a:stCxn id="320" idx="1"/>
              </p:cNvCxnSpPr>
              <p:nvPr/>
            </p:nvCxnSpPr>
            <p:spPr bwMode="auto">
              <a:xfrm>
                <a:off x="5491292" y="3316735"/>
                <a:ext cx="6349" cy="1633277"/>
              </a:xfrm>
              <a:prstGeom prst="line">
                <a:avLst/>
              </a:prstGeom>
              <a:noFill/>
              <a:ln w="3175" cap="flat" cmpd="sng" algn="ctr">
                <a:solidFill>
                  <a:srgbClr val="000000"/>
                </a:solidFill>
                <a:prstDash val="sysDash"/>
              </a:ln>
              <a:effectLst/>
            </p:spPr>
          </p:cxnSp>
          <p:grpSp>
            <p:nvGrpSpPr>
              <p:cNvPr id="324" name="Group 485">
                <a:extLst>
                  <a:ext uri="{FF2B5EF4-FFF2-40B4-BE49-F238E27FC236}">
                    <a16:creationId xmlns:a16="http://schemas.microsoft.com/office/drawing/2014/main" id="{A6200FD6-2FAC-504D-AC15-41C2E0E5FE4E}"/>
                  </a:ext>
                </a:extLst>
              </p:cNvPr>
              <p:cNvGrpSpPr>
                <a:grpSpLocks/>
              </p:cNvGrpSpPr>
              <p:nvPr/>
            </p:nvGrpSpPr>
            <p:grpSpPr bwMode="auto">
              <a:xfrm>
                <a:off x="5500688" y="3179295"/>
                <a:ext cx="504825" cy="242888"/>
                <a:chOff x="2183302" y="1574638"/>
                <a:chExt cx="1200154" cy="430218"/>
              </a:xfrm>
            </p:grpSpPr>
            <p:sp>
              <p:nvSpPr>
                <p:cNvPr id="325" name="Oval 324">
                  <a:extLst>
                    <a:ext uri="{FF2B5EF4-FFF2-40B4-BE49-F238E27FC236}">
                      <a16:creationId xmlns:a16="http://schemas.microsoft.com/office/drawing/2014/main" id="{ECDA45FA-C7C9-1D42-AD17-0A94B356D9C2}"/>
                    </a:ext>
                  </a:extLst>
                </p:cNvPr>
                <p:cNvSpPr/>
                <p:nvPr/>
              </p:nvSpPr>
              <p:spPr bwMode="auto">
                <a:xfrm flipV="1">
                  <a:off x="2187379" y="1688754"/>
                  <a:ext cx="1196279" cy="314880"/>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26" name="Rectangle 325">
                  <a:extLst>
                    <a:ext uri="{FF2B5EF4-FFF2-40B4-BE49-F238E27FC236}">
                      <a16:creationId xmlns:a16="http://schemas.microsoft.com/office/drawing/2014/main" id="{66DEE6E1-40E6-CC4A-9BD2-12B0FC5617F6}"/>
                    </a:ext>
                  </a:extLst>
                </p:cNvPr>
                <p:cNvSpPr/>
                <p:nvPr/>
              </p:nvSpPr>
              <p:spPr bwMode="auto">
                <a:xfrm>
                  <a:off x="2183606" y="1733737"/>
                  <a:ext cx="1200052" cy="112457"/>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27" name="Oval 326">
                  <a:extLst>
                    <a:ext uri="{FF2B5EF4-FFF2-40B4-BE49-F238E27FC236}">
                      <a16:creationId xmlns:a16="http://schemas.microsoft.com/office/drawing/2014/main" id="{3B2579C2-CFB4-C243-A571-87CC47767059}"/>
                    </a:ext>
                  </a:extLst>
                </p:cNvPr>
                <p:cNvSpPr>
                  <a:spLocks noChangeArrowheads="1"/>
                </p:cNvSpPr>
                <p:nvPr/>
              </p:nvSpPr>
              <p:spPr bwMode="auto">
                <a:xfrm flipV="1">
                  <a:off x="2183606" y="1573485"/>
                  <a:ext cx="1196277" cy="31488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28" name="Freeform 327">
                  <a:extLst>
                    <a:ext uri="{FF2B5EF4-FFF2-40B4-BE49-F238E27FC236}">
                      <a16:creationId xmlns:a16="http://schemas.microsoft.com/office/drawing/2014/main" id="{8C20CAF5-F7F2-8C4F-BF4C-8061B2C174B5}"/>
                    </a:ext>
                  </a:extLst>
                </p:cNvPr>
                <p:cNvSpPr/>
                <p:nvPr/>
              </p:nvSpPr>
              <p:spPr bwMode="auto">
                <a:xfrm>
                  <a:off x="2489279" y="1669074"/>
                  <a:ext cx="584932" cy="1574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29" name="Freeform 328">
                  <a:extLst>
                    <a:ext uri="{FF2B5EF4-FFF2-40B4-BE49-F238E27FC236}">
                      <a16:creationId xmlns:a16="http://schemas.microsoft.com/office/drawing/2014/main" id="{751DAB4D-7078-0843-8893-ECF4AEBB832A}"/>
                    </a:ext>
                  </a:extLst>
                </p:cNvPr>
                <p:cNvSpPr>
                  <a:spLocks/>
                </p:cNvSpPr>
                <p:nvPr/>
              </p:nvSpPr>
              <p:spPr bwMode="auto">
                <a:xfrm>
                  <a:off x="2428899" y="1629714"/>
                  <a:ext cx="705692" cy="109646"/>
                </a:xfrm>
                <a:custGeom>
                  <a:avLst/>
                  <a:gdLst>
                    <a:gd name="T0" fmla="*/ 0 w 3723451"/>
                    <a:gd name="T1" fmla="*/ 26825 h 932950"/>
                    <a:gd name="T2" fmla="*/ 124172 w 3723451"/>
                    <a:gd name="T3" fmla="*/ 316 h 932950"/>
                    <a:gd name="T4" fmla="*/ 351719 w 3723451"/>
                    <a:gd name="T5" fmla="*/ 61180 h 932950"/>
                    <a:gd name="T6" fmla="*/ 568801 w 3723451"/>
                    <a:gd name="T7" fmla="*/ 0 h 932950"/>
                    <a:gd name="T8" fmla="*/ 705692 w 3723451"/>
                    <a:gd name="T9" fmla="*/ 24345 h 932950"/>
                    <a:gd name="T10" fmla="*/ 603846 w 3723451"/>
                    <a:gd name="T11" fmla="*/ 54282 h 932950"/>
                    <a:gd name="T12" fmla="*/ 571056 w 3723451"/>
                    <a:gd name="T13" fmla="*/ 46211 h 932950"/>
                    <a:gd name="T14" fmla="*/ 355717 w 3723451"/>
                    <a:gd name="T15" fmla="*/ 109646 h 932950"/>
                    <a:gd name="T16" fmla="*/ 134869 w 3723451"/>
                    <a:gd name="T17" fmla="*/ 48545 h 932950"/>
                    <a:gd name="T18" fmla="*/ 99163 w 3723451"/>
                    <a:gd name="T19" fmla="*/ 55139 h 932950"/>
                    <a:gd name="T20" fmla="*/ 0 w 3723451"/>
                    <a:gd name="T21" fmla="*/ 2682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Freeform 329">
                  <a:extLst>
                    <a:ext uri="{FF2B5EF4-FFF2-40B4-BE49-F238E27FC236}">
                      <a16:creationId xmlns:a16="http://schemas.microsoft.com/office/drawing/2014/main" id="{49F08601-D11A-7246-97C4-4796E28716C2}"/>
                    </a:ext>
                  </a:extLst>
                </p:cNvPr>
                <p:cNvSpPr>
                  <a:spLocks/>
                </p:cNvSpPr>
                <p:nvPr/>
              </p:nvSpPr>
              <p:spPr bwMode="auto">
                <a:xfrm>
                  <a:off x="2893071" y="1722492"/>
                  <a:ext cx="256615" cy="95588"/>
                </a:xfrm>
                <a:custGeom>
                  <a:avLst/>
                  <a:gdLst>
                    <a:gd name="T0" fmla="*/ 0 w 1366596"/>
                    <a:gd name="T1" fmla="*/ 0 h 809868"/>
                    <a:gd name="T2" fmla="*/ 256615 w 1366596"/>
                    <a:gd name="T3" fmla="*/ 73863 h 809868"/>
                    <a:gd name="T4" fmla="*/ 162436 w 1366596"/>
                    <a:gd name="T5" fmla="*/ 95588 h 809868"/>
                    <a:gd name="T6" fmla="*/ 864 w 1366596"/>
                    <a:gd name="T7" fmla="*/ 50510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1" name="Freeform 330">
                  <a:extLst>
                    <a:ext uri="{FF2B5EF4-FFF2-40B4-BE49-F238E27FC236}">
                      <a16:creationId xmlns:a16="http://schemas.microsoft.com/office/drawing/2014/main" id="{0F35FC16-0782-6242-8A31-B2C90A57D832}"/>
                    </a:ext>
                  </a:extLst>
                </p:cNvPr>
                <p:cNvSpPr>
                  <a:spLocks/>
                </p:cNvSpPr>
                <p:nvPr/>
              </p:nvSpPr>
              <p:spPr bwMode="auto">
                <a:xfrm>
                  <a:off x="2417579" y="1725302"/>
                  <a:ext cx="252840" cy="92778"/>
                </a:xfrm>
                <a:custGeom>
                  <a:avLst/>
                  <a:gdLst>
                    <a:gd name="T0" fmla="*/ 249388 w 1348191"/>
                    <a:gd name="T1" fmla="*/ 0 h 791462"/>
                    <a:gd name="T2" fmla="*/ 252840 w 1348191"/>
                    <a:gd name="T3" fmla="*/ 44771 h 791462"/>
                    <a:gd name="T4" fmla="*/ 91471 w 1348191"/>
                    <a:gd name="T5" fmla="*/ 92778 h 791462"/>
                    <a:gd name="T6" fmla="*/ 0 w 1348191"/>
                    <a:gd name="T7" fmla="*/ 71741 h 791462"/>
                    <a:gd name="T8" fmla="*/ 249388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32" name="Straight Connector 331">
                  <a:extLst>
                    <a:ext uri="{FF2B5EF4-FFF2-40B4-BE49-F238E27FC236}">
                      <a16:creationId xmlns:a16="http://schemas.microsoft.com/office/drawing/2014/main" id="{28B38805-D14D-6F4E-9C2D-85288858DC4A}"/>
                    </a:ext>
                  </a:extLst>
                </p:cNvPr>
                <p:cNvCxnSpPr>
                  <a:cxnSpLocks noChangeShapeType="1"/>
                  <a:endCxn id="327" idx="2"/>
                </p:cNvCxnSpPr>
                <p:nvPr/>
              </p:nvCxnSpPr>
              <p:spPr bwMode="auto">
                <a:xfrm flipH="1" flipV="1">
                  <a:off x="2183606" y="1730925"/>
                  <a:ext cx="3773" cy="120892"/>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33" name="Straight Connector 332">
                  <a:extLst>
                    <a:ext uri="{FF2B5EF4-FFF2-40B4-BE49-F238E27FC236}">
                      <a16:creationId xmlns:a16="http://schemas.microsoft.com/office/drawing/2014/main" id="{839A4B18-24F7-8748-BABF-156684EACDA2}"/>
                    </a:ext>
                  </a:extLst>
                </p:cNvPr>
                <p:cNvCxnSpPr>
                  <a:cxnSpLocks noChangeShapeType="1"/>
                </p:cNvCxnSpPr>
                <p:nvPr/>
              </p:nvCxnSpPr>
              <p:spPr bwMode="auto">
                <a:xfrm flipH="1" flipV="1">
                  <a:off x="3379883" y="1728114"/>
                  <a:ext cx="3775" cy="12089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297" name="Group 21">
              <a:extLst>
                <a:ext uri="{FF2B5EF4-FFF2-40B4-BE49-F238E27FC236}">
                  <a16:creationId xmlns:a16="http://schemas.microsoft.com/office/drawing/2014/main" id="{9CDA8888-DE9C-FA48-880D-EF852C6370C1}"/>
                </a:ext>
              </a:extLst>
            </p:cNvPr>
            <p:cNvGrpSpPr>
              <a:grpSpLocks/>
            </p:cNvGrpSpPr>
            <p:nvPr/>
          </p:nvGrpSpPr>
          <p:grpSpPr bwMode="auto">
            <a:xfrm>
              <a:off x="6472366" y="2647932"/>
              <a:ext cx="522159" cy="2354282"/>
              <a:chOff x="6472366" y="2647932"/>
              <a:chExt cx="522159" cy="2354282"/>
            </a:xfrm>
          </p:grpSpPr>
          <p:sp>
            <p:nvSpPr>
              <p:cNvPr id="298" name="Rectangle 297">
                <a:extLst>
                  <a:ext uri="{FF2B5EF4-FFF2-40B4-BE49-F238E27FC236}">
                    <a16:creationId xmlns:a16="http://schemas.microsoft.com/office/drawing/2014/main" id="{995D8FCE-884F-0F40-A676-D4D29F8E694C}"/>
                  </a:ext>
                </a:extLst>
              </p:cNvPr>
              <p:cNvSpPr/>
              <p:nvPr/>
            </p:nvSpPr>
            <p:spPr bwMode="auto">
              <a:xfrm rot="10800000">
                <a:off x="6482296" y="2777838"/>
                <a:ext cx="498349" cy="722037"/>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299" name="Straight Connector 298">
                <a:extLst>
                  <a:ext uri="{FF2B5EF4-FFF2-40B4-BE49-F238E27FC236}">
                    <a16:creationId xmlns:a16="http://schemas.microsoft.com/office/drawing/2014/main" id="{316D5606-0146-DC48-97E2-18F369EDE031}"/>
                  </a:ext>
                </a:extLst>
              </p:cNvPr>
              <p:cNvCxnSpPr/>
              <p:nvPr/>
            </p:nvCxnSpPr>
            <p:spPr bwMode="auto">
              <a:xfrm>
                <a:off x="6994528" y="2846910"/>
                <a:ext cx="0" cy="1998345"/>
              </a:xfrm>
              <a:prstGeom prst="line">
                <a:avLst/>
              </a:prstGeom>
              <a:noFill/>
              <a:ln w="3175" cap="flat" cmpd="sng" algn="ctr">
                <a:solidFill>
                  <a:srgbClr val="000000"/>
                </a:solidFill>
                <a:prstDash val="sysDash"/>
              </a:ln>
              <a:effectLst/>
            </p:spPr>
          </p:cxnSp>
          <p:grpSp>
            <p:nvGrpSpPr>
              <p:cNvPr id="300" name="Group 500">
                <a:extLst>
                  <a:ext uri="{FF2B5EF4-FFF2-40B4-BE49-F238E27FC236}">
                    <a16:creationId xmlns:a16="http://schemas.microsoft.com/office/drawing/2014/main" id="{AA425C1A-E91E-6E4A-A356-24012E642772}"/>
                  </a:ext>
                </a:extLst>
              </p:cNvPr>
              <p:cNvGrpSpPr>
                <a:grpSpLocks/>
              </p:cNvGrpSpPr>
              <p:nvPr/>
            </p:nvGrpSpPr>
            <p:grpSpPr bwMode="auto">
              <a:xfrm>
                <a:off x="6486417" y="4766099"/>
                <a:ext cx="507858" cy="236115"/>
                <a:chOff x="4128636" y="3606589"/>
                <a:chExt cx="568145" cy="338667"/>
              </a:xfrm>
            </p:grpSpPr>
            <p:sp>
              <p:nvSpPr>
                <p:cNvPr id="313" name="Oval 312">
                  <a:extLst>
                    <a:ext uri="{FF2B5EF4-FFF2-40B4-BE49-F238E27FC236}">
                      <a16:creationId xmlns:a16="http://schemas.microsoft.com/office/drawing/2014/main" id="{16CAB2BE-001A-5849-8EFC-BF1C74D20DA6}"/>
                    </a:ext>
                  </a:extLst>
                </p:cNvPr>
                <p:cNvSpPr/>
                <p:nvPr/>
              </p:nvSpPr>
              <p:spPr>
                <a:xfrm>
                  <a:off x="4128808" y="3720125"/>
                  <a:ext cx="568256" cy="225387"/>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14" name="Rectangle 313">
                  <a:extLst>
                    <a:ext uri="{FF2B5EF4-FFF2-40B4-BE49-F238E27FC236}">
                      <a16:creationId xmlns:a16="http://schemas.microsoft.com/office/drawing/2014/main" id="{ED3C727A-F086-5345-9D90-47A10FCD45F2}"/>
                    </a:ext>
                  </a:extLst>
                </p:cNvPr>
                <p:cNvSpPr/>
                <p:nvPr/>
              </p:nvSpPr>
              <p:spPr>
                <a:xfrm>
                  <a:off x="4128808" y="3720125"/>
                  <a:ext cx="568256" cy="111556"/>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15" name="Oval 314">
                  <a:extLst>
                    <a:ext uri="{FF2B5EF4-FFF2-40B4-BE49-F238E27FC236}">
                      <a16:creationId xmlns:a16="http://schemas.microsoft.com/office/drawing/2014/main" id="{49C1B443-F565-5F4C-B75C-09F669AC3DE7}"/>
                    </a:ext>
                  </a:extLst>
                </p:cNvPr>
                <p:cNvSpPr/>
                <p:nvPr/>
              </p:nvSpPr>
              <p:spPr>
                <a:xfrm>
                  <a:off x="4128808" y="3606294"/>
                  <a:ext cx="568256" cy="225387"/>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16" name="Straight Connector 315">
                  <a:extLst>
                    <a:ext uri="{FF2B5EF4-FFF2-40B4-BE49-F238E27FC236}">
                      <a16:creationId xmlns:a16="http://schemas.microsoft.com/office/drawing/2014/main" id="{FBA53D70-9A4D-7E4E-AC09-D42784DF8272}"/>
                    </a:ext>
                  </a:extLst>
                </p:cNvPr>
                <p:cNvCxnSpPr/>
                <p:nvPr/>
              </p:nvCxnSpPr>
              <p:spPr>
                <a:xfrm>
                  <a:off x="4697064" y="3720125"/>
                  <a:ext cx="0" cy="111556"/>
                </a:xfrm>
                <a:prstGeom prst="line">
                  <a:avLst/>
                </a:prstGeom>
                <a:noFill/>
                <a:ln w="6350" cap="flat" cmpd="sng" algn="ctr">
                  <a:solidFill>
                    <a:srgbClr val="000000"/>
                  </a:solidFill>
                  <a:prstDash val="solid"/>
                </a:ln>
                <a:effectLst/>
              </p:spPr>
            </p:cxnSp>
            <p:cxnSp>
              <p:nvCxnSpPr>
                <p:cNvPr id="317" name="Straight Connector 316">
                  <a:extLst>
                    <a:ext uri="{FF2B5EF4-FFF2-40B4-BE49-F238E27FC236}">
                      <a16:creationId xmlns:a16="http://schemas.microsoft.com/office/drawing/2014/main" id="{A5C3BEC2-90B0-8B41-88A4-351B428CAFB4}"/>
                    </a:ext>
                  </a:extLst>
                </p:cNvPr>
                <p:cNvCxnSpPr/>
                <p:nvPr/>
              </p:nvCxnSpPr>
              <p:spPr>
                <a:xfrm>
                  <a:off x="4128808" y="3720125"/>
                  <a:ext cx="0" cy="111556"/>
                </a:xfrm>
                <a:prstGeom prst="line">
                  <a:avLst/>
                </a:prstGeom>
                <a:noFill/>
                <a:ln w="6350" cap="flat" cmpd="sng" algn="ctr">
                  <a:solidFill>
                    <a:srgbClr val="000000"/>
                  </a:solidFill>
                  <a:prstDash val="solid"/>
                </a:ln>
                <a:effectLst/>
              </p:spPr>
            </p:cxnSp>
          </p:grpSp>
          <p:sp>
            <p:nvSpPr>
              <p:cNvPr id="301" name="Rectangle 300">
                <a:extLst>
                  <a:ext uri="{FF2B5EF4-FFF2-40B4-BE49-F238E27FC236}">
                    <a16:creationId xmlns:a16="http://schemas.microsoft.com/office/drawing/2014/main" id="{2309F1E7-7D26-E941-9221-C8DF0612EE28}"/>
                  </a:ext>
                </a:extLst>
              </p:cNvPr>
              <p:cNvSpPr/>
              <p:nvPr/>
            </p:nvSpPr>
            <p:spPr bwMode="auto">
              <a:xfrm>
                <a:off x="6491333" y="3610376"/>
                <a:ext cx="498433" cy="1238053"/>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02" name="Straight Connector 301">
                <a:extLst>
                  <a:ext uri="{FF2B5EF4-FFF2-40B4-BE49-F238E27FC236}">
                    <a16:creationId xmlns:a16="http://schemas.microsoft.com/office/drawing/2014/main" id="{9C251E47-5FE5-B64D-8E6E-2491993604B5}"/>
                  </a:ext>
                </a:extLst>
              </p:cNvPr>
              <p:cNvCxnSpPr/>
              <p:nvPr/>
            </p:nvCxnSpPr>
            <p:spPr bwMode="auto">
              <a:xfrm>
                <a:off x="6472285" y="2818340"/>
                <a:ext cx="9524" cy="2126912"/>
              </a:xfrm>
              <a:prstGeom prst="line">
                <a:avLst/>
              </a:prstGeom>
              <a:noFill/>
              <a:ln w="3175" cap="flat" cmpd="sng" algn="ctr">
                <a:solidFill>
                  <a:srgbClr val="000000"/>
                </a:solidFill>
                <a:prstDash val="sysDash"/>
              </a:ln>
              <a:effectLst/>
            </p:spPr>
          </p:cxnSp>
          <p:grpSp>
            <p:nvGrpSpPr>
              <p:cNvPr id="303" name="Group 514">
                <a:extLst>
                  <a:ext uri="{FF2B5EF4-FFF2-40B4-BE49-F238E27FC236}">
                    <a16:creationId xmlns:a16="http://schemas.microsoft.com/office/drawing/2014/main" id="{9B7D3C6F-466A-3143-9B8E-F60B2AAFD7B5}"/>
                  </a:ext>
                </a:extLst>
              </p:cNvPr>
              <p:cNvGrpSpPr>
                <a:grpSpLocks/>
              </p:cNvGrpSpPr>
              <p:nvPr/>
            </p:nvGrpSpPr>
            <p:grpSpPr bwMode="auto">
              <a:xfrm>
                <a:off x="6478146" y="2647932"/>
                <a:ext cx="504825" cy="242887"/>
                <a:chOff x="2183302" y="1574638"/>
                <a:chExt cx="1200154" cy="430218"/>
              </a:xfrm>
            </p:grpSpPr>
            <p:sp>
              <p:nvSpPr>
                <p:cNvPr id="304" name="Oval 303">
                  <a:extLst>
                    <a:ext uri="{FF2B5EF4-FFF2-40B4-BE49-F238E27FC236}">
                      <a16:creationId xmlns:a16="http://schemas.microsoft.com/office/drawing/2014/main" id="{12A307F7-5B73-2445-A2F4-C0FA1266E373}"/>
                    </a:ext>
                  </a:extLst>
                </p:cNvPr>
                <p:cNvSpPr/>
                <p:nvPr/>
              </p:nvSpPr>
              <p:spPr bwMode="auto">
                <a:xfrm flipV="1">
                  <a:off x="2188237" y="1690921"/>
                  <a:ext cx="1196279" cy="314881"/>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05" name="Rectangle 304">
                  <a:extLst>
                    <a:ext uri="{FF2B5EF4-FFF2-40B4-BE49-F238E27FC236}">
                      <a16:creationId xmlns:a16="http://schemas.microsoft.com/office/drawing/2014/main" id="{33E19D46-3715-614C-AAF4-022904355894}"/>
                    </a:ext>
                  </a:extLst>
                </p:cNvPr>
                <p:cNvSpPr/>
                <p:nvPr/>
              </p:nvSpPr>
              <p:spPr bwMode="auto">
                <a:xfrm>
                  <a:off x="2184464" y="1735904"/>
                  <a:ext cx="1200052" cy="112457"/>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06" name="Oval 305">
                  <a:extLst>
                    <a:ext uri="{FF2B5EF4-FFF2-40B4-BE49-F238E27FC236}">
                      <a16:creationId xmlns:a16="http://schemas.microsoft.com/office/drawing/2014/main" id="{E55709E7-7775-884D-A34A-45191B84AF9C}"/>
                    </a:ext>
                  </a:extLst>
                </p:cNvPr>
                <p:cNvSpPr>
                  <a:spLocks noChangeArrowheads="1"/>
                </p:cNvSpPr>
                <p:nvPr/>
              </p:nvSpPr>
              <p:spPr bwMode="auto">
                <a:xfrm flipV="1">
                  <a:off x="2184464" y="1575651"/>
                  <a:ext cx="1196277" cy="314881"/>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07" name="Freeform 306">
                  <a:extLst>
                    <a:ext uri="{FF2B5EF4-FFF2-40B4-BE49-F238E27FC236}">
                      <a16:creationId xmlns:a16="http://schemas.microsoft.com/office/drawing/2014/main" id="{53C2A2DA-53F1-794E-A987-B42C0AC0022C}"/>
                    </a:ext>
                  </a:extLst>
                </p:cNvPr>
                <p:cNvSpPr/>
                <p:nvPr/>
              </p:nvSpPr>
              <p:spPr bwMode="auto">
                <a:xfrm>
                  <a:off x="2490137" y="1671240"/>
                  <a:ext cx="584932" cy="1574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08" name="Freeform 307">
                  <a:extLst>
                    <a:ext uri="{FF2B5EF4-FFF2-40B4-BE49-F238E27FC236}">
                      <a16:creationId xmlns:a16="http://schemas.microsoft.com/office/drawing/2014/main" id="{9EECC5D2-5F03-5B4A-A066-DEC9954D666C}"/>
                    </a:ext>
                  </a:extLst>
                </p:cNvPr>
                <p:cNvSpPr>
                  <a:spLocks/>
                </p:cNvSpPr>
                <p:nvPr/>
              </p:nvSpPr>
              <p:spPr bwMode="auto">
                <a:xfrm>
                  <a:off x="2429757" y="1631880"/>
                  <a:ext cx="705692" cy="109647"/>
                </a:xfrm>
                <a:custGeom>
                  <a:avLst/>
                  <a:gdLst>
                    <a:gd name="T0" fmla="*/ 0 w 3723451"/>
                    <a:gd name="T1" fmla="*/ 26825 h 932950"/>
                    <a:gd name="T2" fmla="*/ 124172 w 3723451"/>
                    <a:gd name="T3" fmla="*/ 316 h 932950"/>
                    <a:gd name="T4" fmla="*/ 351719 w 3723451"/>
                    <a:gd name="T5" fmla="*/ 61180 h 932950"/>
                    <a:gd name="T6" fmla="*/ 568801 w 3723451"/>
                    <a:gd name="T7" fmla="*/ 0 h 932950"/>
                    <a:gd name="T8" fmla="*/ 705692 w 3723451"/>
                    <a:gd name="T9" fmla="*/ 24346 h 932950"/>
                    <a:gd name="T10" fmla="*/ 603846 w 3723451"/>
                    <a:gd name="T11" fmla="*/ 54283 h 932950"/>
                    <a:gd name="T12" fmla="*/ 571056 w 3723451"/>
                    <a:gd name="T13" fmla="*/ 46212 h 932950"/>
                    <a:gd name="T14" fmla="*/ 355717 w 3723451"/>
                    <a:gd name="T15" fmla="*/ 109647 h 932950"/>
                    <a:gd name="T16" fmla="*/ 134869 w 3723451"/>
                    <a:gd name="T17" fmla="*/ 48545 h 932950"/>
                    <a:gd name="T18" fmla="*/ 99163 w 3723451"/>
                    <a:gd name="T19" fmla="*/ 55140 h 932950"/>
                    <a:gd name="T20" fmla="*/ 0 w 3723451"/>
                    <a:gd name="T21" fmla="*/ 2682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9" name="Freeform 308">
                  <a:extLst>
                    <a:ext uri="{FF2B5EF4-FFF2-40B4-BE49-F238E27FC236}">
                      <a16:creationId xmlns:a16="http://schemas.microsoft.com/office/drawing/2014/main" id="{8388544E-A2CB-0640-A29C-1662E6885FE0}"/>
                    </a:ext>
                  </a:extLst>
                </p:cNvPr>
                <p:cNvSpPr>
                  <a:spLocks/>
                </p:cNvSpPr>
                <p:nvPr/>
              </p:nvSpPr>
              <p:spPr bwMode="auto">
                <a:xfrm>
                  <a:off x="2893929" y="1724658"/>
                  <a:ext cx="256615" cy="95589"/>
                </a:xfrm>
                <a:custGeom>
                  <a:avLst/>
                  <a:gdLst>
                    <a:gd name="T0" fmla="*/ 0 w 1366596"/>
                    <a:gd name="T1" fmla="*/ 0 h 809868"/>
                    <a:gd name="T2" fmla="*/ 256615 w 1366596"/>
                    <a:gd name="T3" fmla="*/ 73864 h 809868"/>
                    <a:gd name="T4" fmla="*/ 162436 w 1366596"/>
                    <a:gd name="T5" fmla="*/ 95589 h 809868"/>
                    <a:gd name="T6" fmla="*/ 864 w 1366596"/>
                    <a:gd name="T7" fmla="*/ 50510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Freeform 309">
                  <a:extLst>
                    <a:ext uri="{FF2B5EF4-FFF2-40B4-BE49-F238E27FC236}">
                      <a16:creationId xmlns:a16="http://schemas.microsoft.com/office/drawing/2014/main" id="{0DDF3C4E-5F2E-864E-88A4-D785A5D6EEF6}"/>
                    </a:ext>
                  </a:extLst>
                </p:cNvPr>
                <p:cNvSpPr>
                  <a:spLocks/>
                </p:cNvSpPr>
                <p:nvPr/>
              </p:nvSpPr>
              <p:spPr bwMode="auto">
                <a:xfrm>
                  <a:off x="2418437" y="1727469"/>
                  <a:ext cx="252840" cy="92778"/>
                </a:xfrm>
                <a:custGeom>
                  <a:avLst/>
                  <a:gdLst>
                    <a:gd name="T0" fmla="*/ 249388 w 1348191"/>
                    <a:gd name="T1" fmla="*/ 0 h 791462"/>
                    <a:gd name="T2" fmla="*/ 252840 w 1348191"/>
                    <a:gd name="T3" fmla="*/ 44771 h 791462"/>
                    <a:gd name="T4" fmla="*/ 91471 w 1348191"/>
                    <a:gd name="T5" fmla="*/ 92778 h 791462"/>
                    <a:gd name="T6" fmla="*/ 0 w 1348191"/>
                    <a:gd name="T7" fmla="*/ 71741 h 791462"/>
                    <a:gd name="T8" fmla="*/ 249388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11" name="Straight Connector 310">
                  <a:extLst>
                    <a:ext uri="{FF2B5EF4-FFF2-40B4-BE49-F238E27FC236}">
                      <a16:creationId xmlns:a16="http://schemas.microsoft.com/office/drawing/2014/main" id="{5A28B5B0-5BAC-8C46-B4B8-9BCB18DCD1DD}"/>
                    </a:ext>
                  </a:extLst>
                </p:cNvPr>
                <p:cNvCxnSpPr>
                  <a:cxnSpLocks noChangeShapeType="1"/>
                  <a:endCxn id="306" idx="2"/>
                </p:cNvCxnSpPr>
                <p:nvPr/>
              </p:nvCxnSpPr>
              <p:spPr bwMode="auto">
                <a:xfrm flipH="1" flipV="1">
                  <a:off x="2184464" y="1733091"/>
                  <a:ext cx="3773" cy="1208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12" name="Straight Connector 311">
                  <a:extLst>
                    <a:ext uri="{FF2B5EF4-FFF2-40B4-BE49-F238E27FC236}">
                      <a16:creationId xmlns:a16="http://schemas.microsoft.com/office/drawing/2014/main" id="{3A010796-660C-4C4D-865E-8D108EDA01B6}"/>
                    </a:ext>
                  </a:extLst>
                </p:cNvPr>
                <p:cNvCxnSpPr>
                  <a:cxnSpLocks noChangeShapeType="1"/>
                </p:cNvCxnSpPr>
                <p:nvPr/>
              </p:nvCxnSpPr>
              <p:spPr bwMode="auto">
                <a:xfrm flipH="1" flipV="1">
                  <a:off x="3380741" y="1730281"/>
                  <a:ext cx="3775" cy="120891"/>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grpSp>
        <p:nvGrpSpPr>
          <p:cNvPr id="400" name="Group 399">
            <a:extLst>
              <a:ext uri="{FF2B5EF4-FFF2-40B4-BE49-F238E27FC236}">
                <a16:creationId xmlns:a16="http://schemas.microsoft.com/office/drawing/2014/main" id="{094E25C2-45E6-0C43-ADA4-684E51DC703A}"/>
              </a:ext>
            </a:extLst>
          </p:cNvPr>
          <p:cNvGrpSpPr>
            <a:grpSpLocks/>
          </p:cNvGrpSpPr>
          <p:nvPr/>
        </p:nvGrpSpPr>
        <p:grpSpPr bwMode="auto">
          <a:xfrm>
            <a:off x="3419060" y="2725807"/>
            <a:ext cx="5111750" cy="879475"/>
            <a:chOff x="1866825" y="707349"/>
            <a:chExt cx="5112820" cy="879389"/>
          </a:xfrm>
        </p:grpSpPr>
        <p:sp>
          <p:nvSpPr>
            <p:cNvPr id="401" name="Oval 400">
              <a:extLst>
                <a:ext uri="{FF2B5EF4-FFF2-40B4-BE49-F238E27FC236}">
                  <a16:creationId xmlns:a16="http://schemas.microsoft.com/office/drawing/2014/main" id="{C759FDA4-4088-0A4C-9E92-BD72D7D52B56}"/>
                </a:ext>
              </a:extLst>
            </p:cNvPr>
            <p:cNvSpPr/>
            <p:nvPr/>
          </p:nvSpPr>
          <p:spPr>
            <a:xfrm>
              <a:off x="1866825" y="785129"/>
              <a:ext cx="954288" cy="492077"/>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02" name="TextBox 233">
              <a:extLst>
                <a:ext uri="{FF2B5EF4-FFF2-40B4-BE49-F238E27FC236}">
                  <a16:creationId xmlns:a16="http://schemas.microsoft.com/office/drawing/2014/main" id="{91B4E7D9-6C4B-6C4B-86F5-8BB66F936B0C}"/>
                </a:ext>
              </a:extLst>
            </p:cNvPr>
            <p:cNvSpPr txBox="1">
              <a:spLocks noChangeArrowheads="1"/>
            </p:cNvSpPr>
            <p:nvPr/>
          </p:nvSpPr>
          <p:spPr bwMode="auto">
            <a:xfrm>
              <a:off x="1891781" y="783191"/>
              <a:ext cx="910613" cy="476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Routing</a:t>
              </a:r>
            </a:p>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Algorithm</a:t>
              </a:r>
            </a:p>
          </p:txBody>
        </p:sp>
        <p:cxnSp>
          <p:nvCxnSpPr>
            <p:cNvPr id="403" name="Straight Arrow Connector 402">
              <a:extLst>
                <a:ext uri="{FF2B5EF4-FFF2-40B4-BE49-F238E27FC236}">
                  <a16:creationId xmlns:a16="http://schemas.microsoft.com/office/drawing/2014/main" id="{86DA61DF-3320-724E-9861-CF654B1F47AF}"/>
                </a:ext>
              </a:extLst>
            </p:cNvPr>
            <p:cNvCxnSpPr/>
            <p:nvPr/>
          </p:nvCxnSpPr>
          <p:spPr>
            <a:xfrm flipV="1">
              <a:off x="2833815" y="807352"/>
              <a:ext cx="1517968" cy="214291"/>
            </a:xfrm>
            <a:prstGeom prst="straightConnector1">
              <a:avLst/>
            </a:prstGeom>
            <a:noFill/>
            <a:ln w="25400" cap="flat" cmpd="sng" algn="ctr">
              <a:solidFill>
                <a:srgbClr val="CC0000"/>
              </a:solidFill>
              <a:prstDash val="solid"/>
              <a:headEnd type="triangle"/>
              <a:tailEnd type="triangle"/>
            </a:ln>
            <a:effectLst/>
          </p:spPr>
        </p:cxnSp>
        <p:cxnSp>
          <p:nvCxnSpPr>
            <p:cNvPr id="404" name="Straight Arrow Connector 403">
              <a:extLst>
                <a:ext uri="{FF2B5EF4-FFF2-40B4-BE49-F238E27FC236}">
                  <a16:creationId xmlns:a16="http://schemas.microsoft.com/office/drawing/2014/main" id="{FA99C173-8DEF-3940-BC9B-72CA3FA99281}"/>
                </a:ext>
              </a:extLst>
            </p:cNvPr>
            <p:cNvCxnSpPr/>
            <p:nvPr/>
          </p:nvCxnSpPr>
          <p:spPr>
            <a:xfrm>
              <a:off x="2751248" y="1201014"/>
              <a:ext cx="797092" cy="279373"/>
            </a:xfrm>
            <a:prstGeom prst="straightConnector1">
              <a:avLst/>
            </a:prstGeom>
            <a:noFill/>
            <a:ln w="25400" cap="flat" cmpd="sng" algn="ctr">
              <a:solidFill>
                <a:srgbClr val="CC0000"/>
              </a:solidFill>
              <a:prstDash val="solid"/>
              <a:headEnd type="triangle"/>
              <a:tailEnd type="triangle"/>
            </a:ln>
            <a:effectLst/>
          </p:spPr>
        </p:cxnSp>
        <p:cxnSp>
          <p:nvCxnSpPr>
            <p:cNvPr id="405" name="Straight Arrow Connector 404">
              <a:extLst>
                <a:ext uri="{FF2B5EF4-FFF2-40B4-BE49-F238E27FC236}">
                  <a16:creationId xmlns:a16="http://schemas.microsoft.com/office/drawing/2014/main" id="{57AAE988-13E3-6642-B8CC-252C9113ABCC}"/>
                </a:ext>
              </a:extLst>
            </p:cNvPr>
            <p:cNvCxnSpPr/>
            <p:nvPr/>
          </p:nvCxnSpPr>
          <p:spPr>
            <a:xfrm>
              <a:off x="4685228" y="894656"/>
              <a:ext cx="892362" cy="509538"/>
            </a:xfrm>
            <a:prstGeom prst="straightConnector1">
              <a:avLst/>
            </a:prstGeom>
            <a:noFill/>
            <a:ln w="25400" cap="flat" cmpd="sng" algn="ctr">
              <a:solidFill>
                <a:srgbClr val="CC0000"/>
              </a:solidFill>
              <a:prstDash val="solid"/>
              <a:headEnd type="triangle"/>
              <a:tailEnd type="triangle"/>
            </a:ln>
            <a:effectLst/>
          </p:spPr>
        </p:cxnSp>
        <p:cxnSp>
          <p:nvCxnSpPr>
            <p:cNvPr id="406" name="Straight Arrow Connector 405">
              <a:extLst>
                <a:ext uri="{FF2B5EF4-FFF2-40B4-BE49-F238E27FC236}">
                  <a16:creationId xmlns:a16="http://schemas.microsoft.com/office/drawing/2014/main" id="{286126FC-663F-E140-85FF-EA643857EAAB}"/>
                </a:ext>
              </a:extLst>
            </p:cNvPr>
            <p:cNvCxnSpPr/>
            <p:nvPr/>
          </p:nvCxnSpPr>
          <p:spPr>
            <a:xfrm>
              <a:off x="4801139" y="801003"/>
              <a:ext cx="1695805" cy="130162"/>
            </a:xfrm>
            <a:prstGeom prst="straightConnector1">
              <a:avLst/>
            </a:prstGeom>
            <a:noFill/>
            <a:ln w="25400" cap="flat" cmpd="sng" algn="ctr">
              <a:solidFill>
                <a:srgbClr val="CC0000"/>
              </a:solidFill>
              <a:prstDash val="solid"/>
              <a:headEnd type="triangle"/>
              <a:tailEnd type="triangle"/>
            </a:ln>
            <a:effectLst/>
          </p:spPr>
        </p:cxnSp>
        <p:sp>
          <p:nvSpPr>
            <p:cNvPr id="407" name="Oval 406">
              <a:extLst>
                <a:ext uri="{FF2B5EF4-FFF2-40B4-BE49-F238E27FC236}">
                  <a16:creationId xmlns:a16="http://schemas.microsoft.com/office/drawing/2014/main" id="{4DA7DE45-D335-D548-B5FE-488518B7B2B7}"/>
                </a:ext>
              </a:extLst>
            </p:cNvPr>
            <p:cNvSpPr/>
            <p:nvPr/>
          </p:nvSpPr>
          <p:spPr>
            <a:xfrm>
              <a:off x="6558870" y="894656"/>
              <a:ext cx="420775" cy="180957"/>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08" name="Oval 407">
              <a:extLst>
                <a:ext uri="{FF2B5EF4-FFF2-40B4-BE49-F238E27FC236}">
                  <a16:creationId xmlns:a16="http://schemas.microsoft.com/office/drawing/2014/main" id="{E0F6C35C-914C-3B41-9CC4-D8179FFB699E}"/>
                </a:ext>
              </a:extLst>
            </p:cNvPr>
            <p:cNvSpPr/>
            <p:nvPr/>
          </p:nvSpPr>
          <p:spPr>
            <a:xfrm>
              <a:off x="5572826" y="1404194"/>
              <a:ext cx="420776" cy="182544"/>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09" name="Oval 408">
              <a:extLst>
                <a:ext uri="{FF2B5EF4-FFF2-40B4-BE49-F238E27FC236}">
                  <a16:creationId xmlns:a16="http://schemas.microsoft.com/office/drawing/2014/main" id="{F2328B0F-766B-A544-ACA3-A1877D849A35}"/>
                </a:ext>
              </a:extLst>
            </p:cNvPr>
            <p:cNvSpPr/>
            <p:nvPr/>
          </p:nvSpPr>
          <p:spPr>
            <a:xfrm>
              <a:off x="4367661" y="707349"/>
              <a:ext cx="420775" cy="182545"/>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10" name="Oval 409">
              <a:extLst>
                <a:ext uri="{FF2B5EF4-FFF2-40B4-BE49-F238E27FC236}">
                  <a16:creationId xmlns:a16="http://schemas.microsoft.com/office/drawing/2014/main" id="{4E049E95-C6A9-FE4D-937B-C134ECB1D9AB}"/>
                </a:ext>
              </a:extLst>
            </p:cNvPr>
            <p:cNvSpPr/>
            <p:nvPr/>
          </p:nvSpPr>
          <p:spPr>
            <a:xfrm>
              <a:off x="3572157" y="1402606"/>
              <a:ext cx="420776" cy="180957"/>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11" name="Straight Arrow Connector 410">
              <a:extLst>
                <a:ext uri="{FF2B5EF4-FFF2-40B4-BE49-F238E27FC236}">
                  <a16:creationId xmlns:a16="http://schemas.microsoft.com/office/drawing/2014/main" id="{C5FBB1F6-0839-A343-AE4E-8487D7B4403B}"/>
                </a:ext>
              </a:extLst>
            </p:cNvPr>
            <p:cNvCxnSpPr/>
            <p:nvPr/>
          </p:nvCxnSpPr>
          <p:spPr>
            <a:xfrm>
              <a:off x="2821113" y="1105773"/>
              <a:ext cx="2739010" cy="339692"/>
            </a:xfrm>
            <a:prstGeom prst="straightConnector1">
              <a:avLst/>
            </a:prstGeom>
            <a:noFill/>
            <a:ln w="25400" cap="flat" cmpd="sng" algn="ctr">
              <a:solidFill>
                <a:srgbClr val="CC0000"/>
              </a:solidFill>
              <a:prstDash val="solid"/>
              <a:headEnd type="triangle"/>
              <a:tailEnd type="triangle"/>
            </a:ln>
            <a:effectLst/>
          </p:spPr>
        </p:cxnSp>
        <p:cxnSp>
          <p:nvCxnSpPr>
            <p:cNvPr id="412" name="Straight Arrow Connector 411">
              <a:extLst>
                <a:ext uri="{FF2B5EF4-FFF2-40B4-BE49-F238E27FC236}">
                  <a16:creationId xmlns:a16="http://schemas.microsoft.com/office/drawing/2014/main" id="{01507C1D-D7CC-314D-9BC2-599E67963164}"/>
                </a:ext>
              </a:extLst>
            </p:cNvPr>
            <p:cNvCxnSpPr>
              <a:endCxn id="407" idx="2"/>
            </p:cNvCxnSpPr>
            <p:nvPr/>
          </p:nvCxnSpPr>
          <p:spPr>
            <a:xfrm flipV="1">
              <a:off x="3997696" y="985135"/>
              <a:ext cx="2561174" cy="469854"/>
            </a:xfrm>
            <a:prstGeom prst="straightConnector1">
              <a:avLst/>
            </a:prstGeom>
            <a:noFill/>
            <a:ln w="25400" cap="flat" cmpd="sng" algn="ctr">
              <a:solidFill>
                <a:srgbClr val="CC0000"/>
              </a:solidFill>
              <a:prstDash val="solid"/>
              <a:headEnd type="triangle"/>
              <a:tailEnd type="triangle"/>
            </a:ln>
            <a:effectLst/>
          </p:spPr>
        </p:cxnSp>
        <p:cxnSp>
          <p:nvCxnSpPr>
            <p:cNvPr id="413" name="Straight Arrow Connector 412">
              <a:extLst>
                <a:ext uri="{FF2B5EF4-FFF2-40B4-BE49-F238E27FC236}">
                  <a16:creationId xmlns:a16="http://schemas.microsoft.com/office/drawing/2014/main" id="{0D0AA51C-C88C-DA40-BB5F-C90D75401B35}"/>
                </a:ext>
              </a:extLst>
            </p:cNvPr>
            <p:cNvCxnSpPr/>
            <p:nvPr/>
          </p:nvCxnSpPr>
          <p:spPr>
            <a:xfrm flipV="1">
              <a:off x="3991345" y="1508959"/>
              <a:ext cx="1581481" cy="0"/>
            </a:xfrm>
            <a:prstGeom prst="straightConnector1">
              <a:avLst/>
            </a:prstGeom>
            <a:noFill/>
            <a:ln w="25400" cap="flat" cmpd="sng" algn="ctr">
              <a:solidFill>
                <a:srgbClr val="CC0000"/>
              </a:solidFill>
              <a:prstDash val="solid"/>
              <a:headEnd type="triangle"/>
              <a:tailEnd type="triangle"/>
            </a:ln>
            <a:effectLst/>
          </p:spPr>
        </p:cxnSp>
        <p:cxnSp>
          <p:nvCxnSpPr>
            <p:cNvPr id="414" name="Straight Arrow Connector 413">
              <a:extLst>
                <a:ext uri="{FF2B5EF4-FFF2-40B4-BE49-F238E27FC236}">
                  <a16:creationId xmlns:a16="http://schemas.microsoft.com/office/drawing/2014/main" id="{B8B513D7-9162-0648-BC71-8BEBCC27917A}"/>
                </a:ext>
              </a:extLst>
            </p:cNvPr>
            <p:cNvCxnSpPr/>
            <p:nvPr/>
          </p:nvCxnSpPr>
          <p:spPr>
            <a:xfrm flipV="1">
              <a:off x="5996777" y="1083550"/>
              <a:ext cx="751044" cy="396836"/>
            </a:xfrm>
            <a:prstGeom prst="straightConnector1">
              <a:avLst/>
            </a:prstGeom>
            <a:noFill/>
            <a:ln w="25400" cap="flat" cmpd="sng" algn="ctr">
              <a:solidFill>
                <a:srgbClr val="CC0000"/>
              </a:solidFill>
              <a:prstDash val="solid"/>
              <a:headEnd type="triangle"/>
              <a:tailEnd type="triangle"/>
            </a:ln>
            <a:effectLst/>
          </p:spPr>
        </p:cxnSp>
      </p:grpSp>
      <p:grpSp>
        <p:nvGrpSpPr>
          <p:cNvPr id="415" name="Group 414">
            <a:extLst>
              <a:ext uri="{FF2B5EF4-FFF2-40B4-BE49-F238E27FC236}">
                <a16:creationId xmlns:a16="http://schemas.microsoft.com/office/drawing/2014/main" id="{C4AAA334-C4B2-DD48-A566-2EA2C1AA11DF}"/>
              </a:ext>
            </a:extLst>
          </p:cNvPr>
          <p:cNvGrpSpPr>
            <a:grpSpLocks/>
          </p:cNvGrpSpPr>
          <p:nvPr/>
        </p:nvGrpSpPr>
        <p:grpSpPr bwMode="auto">
          <a:xfrm>
            <a:off x="3147598" y="3114745"/>
            <a:ext cx="6375400" cy="1047750"/>
            <a:chOff x="1557338" y="3074988"/>
            <a:chExt cx="6375400" cy="1047750"/>
          </a:xfrm>
        </p:grpSpPr>
        <p:sp>
          <p:nvSpPr>
            <p:cNvPr id="416" name="TextBox 232">
              <a:extLst>
                <a:ext uri="{FF2B5EF4-FFF2-40B4-BE49-F238E27FC236}">
                  <a16:creationId xmlns:a16="http://schemas.microsoft.com/office/drawing/2014/main" id="{97D7EB84-BAC0-D448-A55F-A56C30BB6A4D}"/>
                </a:ext>
              </a:extLst>
            </p:cNvPr>
            <p:cNvSpPr txBox="1">
              <a:spLocks noChangeArrowheads="1"/>
            </p:cNvSpPr>
            <p:nvPr/>
          </p:nvSpPr>
          <p:spPr bwMode="auto">
            <a:xfrm>
              <a:off x="7292975" y="3651250"/>
              <a:ext cx="595313" cy="471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data</a:t>
              </a:r>
            </a:p>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plane</a:t>
              </a:r>
            </a:p>
          </p:txBody>
        </p:sp>
        <p:sp>
          <p:nvSpPr>
            <p:cNvPr id="417" name="TextBox 233">
              <a:extLst>
                <a:ext uri="{FF2B5EF4-FFF2-40B4-BE49-F238E27FC236}">
                  <a16:creationId xmlns:a16="http://schemas.microsoft.com/office/drawing/2014/main" id="{24A4F1C7-4BF4-EB42-A291-47BAC2502CDB}"/>
                </a:ext>
              </a:extLst>
            </p:cNvPr>
            <p:cNvSpPr txBox="1">
              <a:spLocks noChangeArrowheads="1"/>
            </p:cNvSpPr>
            <p:nvPr/>
          </p:nvSpPr>
          <p:spPr bwMode="auto">
            <a:xfrm>
              <a:off x="7224713" y="3074988"/>
              <a:ext cx="708025" cy="4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control</a:t>
              </a:r>
            </a:p>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plane</a:t>
              </a:r>
            </a:p>
          </p:txBody>
        </p:sp>
        <p:cxnSp>
          <p:nvCxnSpPr>
            <p:cNvPr id="418" name="Straight Connector 417">
              <a:extLst>
                <a:ext uri="{FF2B5EF4-FFF2-40B4-BE49-F238E27FC236}">
                  <a16:creationId xmlns:a16="http://schemas.microsoft.com/office/drawing/2014/main" id="{61FEE5A3-FA87-164D-B072-015586DE3B9B}"/>
                </a:ext>
              </a:extLst>
            </p:cNvPr>
            <p:cNvCxnSpPr/>
            <p:nvPr/>
          </p:nvCxnSpPr>
          <p:spPr>
            <a:xfrm>
              <a:off x="1557338" y="3613150"/>
              <a:ext cx="6207125" cy="0"/>
            </a:xfrm>
            <a:prstGeom prst="line">
              <a:avLst/>
            </a:prstGeom>
            <a:noFill/>
            <a:ln w="25400" cap="flat" cmpd="sng" algn="ctr">
              <a:solidFill>
                <a:srgbClr val="000000"/>
              </a:solidFill>
              <a:prstDash val="dash"/>
            </a:ln>
            <a:effectLst/>
          </p:spPr>
        </p:cxnSp>
      </p:grpSp>
      <p:grpSp>
        <p:nvGrpSpPr>
          <p:cNvPr id="419" name="Group 418">
            <a:extLst>
              <a:ext uri="{FF2B5EF4-FFF2-40B4-BE49-F238E27FC236}">
                <a16:creationId xmlns:a16="http://schemas.microsoft.com/office/drawing/2014/main" id="{DB2133B7-0204-944D-9F85-D90FA61B1AAF}"/>
              </a:ext>
            </a:extLst>
          </p:cNvPr>
          <p:cNvGrpSpPr>
            <a:grpSpLocks/>
          </p:cNvGrpSpPr>
          <p:nvPr/>
        </p:nvGrpSpPr>
        <p:grpSpPr bwMode="auto">
          <a:xfrm>
            <a:off x="3419060" y="3741807"/>
            <a:ext cx="5126038" cy="1120775"/>
            <a:chOff x="-4746102" y="4471477"/>
            <a:chExt cx="5126173" cy="1120753"/>
          </a:xfrm>
        </p:grpSpPr>
        <p:pic>
          <p:nvPicPr>
            <p:cNvPr id="420" name="Picture 10" descr="fig42_table.pdf">
              <a:extLst>
                <a:ext uri="{FF2B5EF4-FFF2-40B4-BE49-F238E27FC236}">
                  <a16:creationId xmlns:a16="http://schemas.microsoft.com/office/drawing/2014/main" id="{B9B148BF-D420-D548-A8E4-2E44EE43547A}"/>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4746102" y="4471477"/>
              <a:ext cx="966463" cy="966962"/>
            </a:xfrm>
            <a:prstGeom prst="rect">
              <a:avLst/>
            </a:prstGeom>
            <a:noFill/>
            <a:ln w="9525">
              <a:solidFill>
                <a:srgbClr val="CC0000"/>
              </a:solidFill>
              <a:miter lim="800000"/>
              <a:headEnd/>
              <a:tailEnd/>
            </a:ln>
            <a:extLst>
              <a:ext uri="{909E8E84-426E-40DD-AFC4-6F175D3DCCD1}">
                <a14:hiddenFill xmlns:a14="http://schemas.microsoft.com/office/drawing/2010/main">
                  <a:solidFill>
                    <a:srgbClr val="FFFFFF"/>
                  </a:solidFill>
                </a14:hiddenFill>
              </a:ext>
            </a:extLst>
          </p:spPr>
        </p:pic>
        <p:grpSp>
          <p:nvGrpSpPr>
            <p:cNvPr id="421" name="Group 25">
              <a:extLst>
                <a:ext uri="{FF2B5EF4-FFF2-40B4-BE49-F238E27FC236}">
                  <a16:creationId xmlns:a16="http://schemas.microsoft.com/office/drawing/2014/main" id="{6DCB3611-5B47-554A-AF9F-B20E8866BE38}"/>
                </a:ext>
              </a:extLst>
            </p:cNvPr>
            <p:cNvGrpSpPr>
              <a:grpSpLocks/>
            </p:cNvGrpSpPr>
            <p:nvPr/>
          </p:nvGrpSpPr>
          <p:grpSpPr bwMode="auto">
            <a:xfrm>
              <a:off x="-3025264" y="5228984"/>
              <a:ext cx="3405335" cy="363246"/>
              <a:chOff x="-3025264" y="5228984"/>
              <a:chExt cx="3405335" cy="363246"/>
            </a:xfrm>
          </p:grpSpPr>
          <p:grpSp>
            <p:nvGrpSpPr>
              <p:cNvPr id="422" name="Group 241">
                <a:extLst>
                  <a:ext uri="{FF2B5EF4-FFF2-40B4-BE49-F238E27FC236}">
                    <a16:creationId xmlns:a16="http://schemas.microsoft.com/office/drawing/2014/main" id="{18B65E09-A0C2-A34F-9844-081D03E2EEEF}"/>
                  </a:ext>
                </a:extLst>
              </p:cNvPr>
              <p:cNvGrpSpPr>
                <a:grpSpLocks/>
              </p:cNvGrpSpPr>
              <p:nvPr/>
            </p:nvGrpSpPr>
            <p:grpSpPr bwMode="auto">
              <a:xfrm>
                <a:off x="-3025264" y="5262858"/>
                <a:ext cx="430360" cy="329372"/>
                <a:chOff x="2931664" y="3912603"/>
                <a:chExt cx="430450" cy="329314"/>
              </a:xfrm>
            </p:grpSpPr>
            <p:sp>
              <p:nvSpPr>
                <p:cNvPr id="438" name="Rectangle 437">
                  <a:extLst>
                    <a:ext uri="{FF2B5EF4-FFF2-40B4-BE49-F238E27FC236}">
                      <a16:creationId xmlns:a16="http://schemas.microsoft.com/office/drawing/2014/main" id="{510D7726-2281-144B-B722-F9A0F8992620}"/>
                    </a:ext>
                  </a:extLst>
                </p:cNvPr>
                <p:cNvSpPr/>
                <p:nvPr/>
              </p:nvSpPr>
              <p:spPr>
                <a:xfrm>
                  <a:off x="2936485" y="3908607"/>
                  <a:ext cx="425550" cy="333310"/>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39" name="Straight Connector 438">
                  <a:extLst>
                    <a:ext uri="{FF2B5EF4-FFF2-40B4-BE49-F238E27FC236}">
                      <a16:creationId xmlns:a16="http://schemas.microsoft.com/office/drawing/2014/main" id="{B663A8A6-A483-9C45-9694-3F60B5B96577}"/>
                    </a:ext>
                  </a:extLst>
                </p:cNvPr>
                <p:cNvCxnSpPr/>
                <p:nvPr/>
              </p:nvCxnSpPr>
              <p:spPr>
                <a:xfrm>
                  <a:off x="2931721" y="4003838"/>
                  <a:ext cx="425550" cy="0"/>
                </a:xfrm>
                <a:prstGeom prst="line">
                  <a:avLst/>
                </a:prstGeom>
                <a:noFill/>
                <a:ln w="3175" cap="flat" cmpd="sng" algn="ctr">
                  <a:solidFill>
                    <a:srgbClr val="000000"/>
                  </a:solidFill>
                  <a:prstDash val="solid"/>
                </a:ln>
                <a:effectLst/>
              </p:spPr>
            </p:cxnSp>
            <p:cxnSp>
              <p:nvCxnSpPr>
                <p:cNvPr id="440" name="Straight Connector 439">
                  <a:extLst>
                    <a:ext uri="{FF2B5EF4-FFF2-40B4-BE49-F238E27FC236}">
                      <a16:creationId xmlns:a16="http://schemas.microsoft.com/office/drawing/2014/main" id="{50FC0E77-85DF-A44F-A7EA-DB2E7EDC7F79}"/>
                    </a:ext>
                  </a:extLst>
                </p:cNvPr>
                <p:cNvCxnSpPr/>
                <p:nvPr/>
              </p:nvCxnSpPr>
              <p:spPr>
                <a:xfrm>
                  <a:off x="2931721" y="4067326"/>
                  <a:ext cx="425550" cy="0"/>
                </a:xfrm>
                <a:prstGeom prst="line">
                  <a:avLst/>
                </a:prstGeom>
                <a:noFill/>
                <a:ln w="3175" cap="flat" cmpd="sng" algn="ctr">
                  <a:solidFill>
                    <a:srgbClr val="000000"/>
                  </a:solidFill>
                  <a:prstDash val="solid"/>
                </a:ln>
                <a:effectLst/>
              </p:spPr>
            </p:cxnSp>
            <p:cxnSp>
              <p:nvCxnSpPr>
                <p:cNvPr id="441" name="Straight Connector 440">
                  <a:extLst>
                    <a:ext uri="{FF2B5EF4-FFF2-40B4-BE49-F238E27FC236}">
                      <a16:creationId xmlns:a16="http://schemas.microsoft.com/office/drawing/2014/main" id="{6DCCCE94-F2A7-3D41-B0D1-67C30138A31B}"/>
                    </a:ext>
                  </a:extLst>
                </p:cNvPr>
                <p:cNvCxnSpPr>
                  <a:stCxn id="438" idx="2"/>
                </p:cNvCxnSpPr>
                <p:nvPr/>
              </p:nvCxnSpPr>
              <p:spPr>
                <a:xfrm flipH="1" flipV="1">
                  <a:off x="3147672" y="4003838"/>
                  <a:ext cx="1588" cy="238079"/>
                </a:xfrm>
                <a:prstGeom prst="line">
                  <a:avLst/>
                </a:prstGeom>
                <a:noFill/>
                <a:ln w="3175" cap="flat" cmpd="sng" algn="ctr">
                  <a:solidFill>
                    <a:srgbClr val="000000"/>
                  </a:solidFill>
                  <a:prstDash val="solid"/>
                </a:ln>
                <a:effectLst/>
              </p:spPr>
            </p:cxnSp>
          </p:grpSp>
          <p:grpSp>
            <p:nvGrpSpPr>
              <p:cNvPr id="423" name="Group 444">
                <a:extLst>
                  <a:ext uri="{FF2B5EF4-FFF2-40B4-BE49-F238E27FC236}">
                    <a16:creationId xmlns:a16="http://schemas.microsoft.com/office/drawing/2014/main" id="{80000B7B-1868-0545-96E2-2F3AE96E33EA}"/>
                  </a:ext>
                </a:extLst>
              </p:cNvPr>
              <p:cNvGrpSpPr>
                <a:grpSpLocks/>
              </p:cNvGrpSpPr>
              <p:nvPr/>
            </p:nvGrpSpPr>
            <p:grpSpPr bwMode="auto">
              <a:xfrm>
                <a:off x="-2217227" y="5261364"/>
                <a:ext cx="430361" cy="329307"/>
                <a:chOff x="2931664" y="3912603"/>
                <a:chExt cx="430450" cy="329314"/>
              </a:xfrm>
            </p:grpSpPr>
            <p:sp>
              <p:nvSpPr>
                <p:cNvPr id="434" name="Rectangle 433">
                  <a:extLst>
                    <a:ext uri="{FF2B5EF4-FFF2-40B4-BE49-F238E27FC236}">
                      <a16:creationId xmlns:a16="http://schemas.microsoft.com/office/drawing/2014/main" id="{152E459E-7CA1-E445-B3BA-7DCA2E4A2C56}"/>
                    </a:ext>
                  </a:extLst>
                </p:cNvPr>
                <p:cNvSpPr/>
                <p:nvPr/>
              </p:nvSpPr>
              <p:spPr>
                <a:xfrm>
                  <a:off x="2936506" y="3908513"/>
                  <a:ext cx="425549" cy="333376"/>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35" name="Straight Connector 434">
                  <a:extLst>
                    <a:ext uri="{FF2B5EF4-FFF2-40B4-BE49-F238E27FC236}">
                      <a16:creationId xmlns:a16="http://schemas.microsoft.com/office/drawing/2014/main" id="{89A2E2E8-DA8D-6D49-B2DC-12FC2FC6D3C4}"/>
                    </a:ext>
                  </a:extLst>
                </p:cNvPr>
                <p:cNvCxnSpPr/>
                <p:nvPr/>
              </p:nvCxnSpPr>
              <p:spPr>
                <a:xfrm>
                  <a:off x="2931743" y="4003763"/>
                  <a:ext cx="425549" cy="0"/>
                </a:xfrm>
                <a:prstGeom prst="line">
                  <a:avLst/>
                </a:prstGeom>
                <a:noFill/>
                <a:ln w="3175" cap="flat" cmpd="sng" algn="ctr">
                  <a:solidFill>
                    <a:srgbClr val="000000"/>
                  </a:solidFill>
                  <a:prstDash val="solid"/>
                </a:ln>
                <a:effectLst/>
              </p:spPr>
            </p:cxnSp>
            <p:cxnSp>
              <p:nvCxnSpPr>
                <p:cNvPr id="436" name="Straight Connector 435">
                  <a:extLst>
                    <a:ext uri="{FF2B5EF4-FFF2-40B4-BE49-F238E27FC236}">
                      <a16:creationId xmlns:a16="http://schemas.microsoft.com/office/drawing/2014/main" id="{D4FBE92F-02C8-4244-A63E-618F5A912844}"/>
                    </a:ext>
                  </a:extLst>
                </p:cNvPr>
                <p:cNvCxnSpPr/>
                <p:nvPr/>
              </p:nvCxnSpPr>
              <p:spPr>
                <a:xfrm>
                  <a:off x="2931743" y="4067263"/>
                  <a:ext cx="425549" cy="0"/>
                </a:xfrm>
                <a:prstGeom prst="line">
                  <a:avLst/>
                </a:prstGeom>
                <a:noFill/>
                <a:ln w="3175" cap="flat" cmpd="sng" algn="ctr">
                  <a:solidFill>
                    <a:srgbClr val="000000"/>
                  </a:solidFill>
                  <a:prstDash val="solid"/>
                </a:ln>
                <a:effectLst/>
              </p:spPr>
            </p:cxnSp>
            <p:cxnSp>
              <p:nvCxnSpPr>
                <p:cNvPr id="437" name="Straight Connector 436">
                  <a:extLst>
                    <a:ext uri="{FF2B5EF4-FFF2-40B4-BE49-F238E27FC236}">
                      <a16:creationId xmlns:a16="http://schemas.microsoft.com/office/drawing/2014/main" id="{760EDE61-1AAF-D848-91CB-39C5F318690E}"/>
                    </a:ext>
                  </a:extLst>
                </p:cNvPr>
                <p:cNvCxnSpPr>
                  <a:stCxn id="434" idx="2"/>
                </p:cNvCxnSpPr>
                <p:nvPr/>
              </p:nvCxnSpPr>
              <p:spPr>
                <a:xfrm flipH="1" flipV="1">
                  <a:off x="3147693" y="4003763"/>
                  <a:ext cx="1587" cy="238126"/>
                </a:xfrm>
                <a:prstGeom prst="line">
                  <a:avLst/>
                </a:prstGeom>
                <a:noFill/>
                <a:ln w="3175" cap="flat" cmpd="sng" algn="ctr">
                  <a:solidFill>
                    <a:srgbClr val="000000"/>
                  </a:solidFill>
                  <a:prstDash val="solid"/>
                </a:ln>
                <a:effectLst/>
              </p:spPr>
            </p:cxnSp>
          </p:grpSp>
          <p:grpSp>
            <p:nvGrpSpPr>
              <p:cNvPr id="424" name="Group 473">
                <a:extLst>
                  <a:ext uri="{FF2B5EF4-FFF2-40B4-BE49-F238E27FC236}">
                    <a16:creationId xmlns:a16="http://schemas.microsoft.com/office/drawing/2014/main" id="{80D1C087-9836-C245-B670-1284428A4A6A}"/>
                  </a:ext>
                </a:extLst>
              </p:cNvPr>
              <p:cNvGrpSpPr>
                <a:grpSpLocks/>
              </p:cNvGrpSpPr>
              <p:nvPr/>
            </p:nvGrpSpPr>
            <p:grpSpPr bwMode="auto">
              <a:xfrm>
                <a:off x="-1034539" y="5261364"/>
                <a:ext cx="430360" cy="329307"/>
                <a:chOff x="2931664" y="3912603"/>
                <a:chExt cx="430450" cy="329314"/>
              </a:xfrm>
            </p:grpSpPr>
            <p:sp>
              <p:nvSpPr>
                <p:cNvPr id="430" name="Rectangle 429">
                  <a:extLst>
                    <a:ext uri="{FF2B5EF4-FFF2-40B4-BE49-F238E27FC236}">
                      <a16:creationId xmlns:a16="http://schemas.microsoft.com/office/drawing/2014/main" id="{C9A7D412-65DC-9649-A008-5ED26335CCA7}"/>
                    </a:ext>
                  </a:extLst>
                </p:cNvPr>
                <p:cNvSpPr/>
                <p:nvPr/>
              </p:nvSpPr>
              <p:spPr>
                <a:xfrm>
                  <a:off x="2936538" y="3908513"/>
                  <a:ext cx="425550" cy="333376"/>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31" name="Straight Connector 430">
                  <a:extLst>
                    <a:ext uri="{FF2B5EF4-FFF2-40B4-BE49-F238E27FC236}">
                      <a16:creationId xmlns:a16="http://schemas.microsoft.com/office/drawing/2014/main" id="{2F282FB7-7000-B945-8F5A-E39A5A12E34F}"/>
                    </a:ext>
                  </a:extLst>
                </p:cNvPr>
                <p:cNvCxnSpPr/>
                <p:nvPr/>
              </p:nvCxnSpPr>
              <p:spPr>
                <a:xfrm>
                  <a:off x="2931774" y="4003763"/>
                  <a:ext cx="425550" cy="0"/>
                </a:xfrm>
                <a:prstGeom prst="line">
                  <a:avLst/>
                </a:prstGeom>
                <a:noFill/>
                <a:ln w="3175" cap="flat" cmpd="sng" algn="ctr">
                  <a:solidFill>
                    <a:srgbClr val="000000"/>
                  </a:solidFill>
                  <a:prstDash val="solid"/>
                </a:ln>
                <a:effectLst/>
              </p:spPr>
            </p:cxnSp>
            <p:cxnSp>
              <p:nvCxnSpPr>
                <p:cNvPr id="432" name="Straight Connector 431">
                  <a:extLst>
                    <a:ext uri="{FF2B5EF4-FFF2-40B4-BE49-F238E27FC236}">
                      <a16:creationId xmlns:a16="http://schemas.microsoft.com/office/drawing/2014/main" id="{6613E38A-F502-9F4F-9071-21665BB1F3DD}"/>
                    </a:ext>
                  </a:extLst>
                </p:cNvPr>
                <p:cNvCxnSpPr/>
                <p:nvPr/>
              </p:nvCxnSpPr>
              <p:spPr>
                <a:xfrm>
                  <a:off x="2931774" y="4067263"/>
                  <a:ext cx="425550" cy="0"/>
                </a:xfrm>
                <a:prstGeom prst="line">
                  <a:avLst/>
                </a:prstGeom>
                <a:noFill/>
                <a:ln w="3175" cap="flat" cmpd="sng" algn="ctr">
                  <a:solidFill>
                    <a:srgbClr val="000000"/>
                  </a:solidFill>
                  <a:prstDash val="solid"/>
                </a:ln>
                <a:effectLst/>
              </p:spPr>
            </p:cxnSp>
            <p:cxnSp>
              <p:nvCxnSpPr>
                <p:cNvPr id="433" name="Straight Connector 432">
                  <a:extLst>
                    <a:ext uri="{FF2B5EF4-FFF2-40B4-BE49-F238E27FC236}">
                      <a16:creationId xmlns:a16="http://schemas.microsoft.com/office/drawing/2014/main" id="{29B42128-C51A-6040-824E-C554F8EE3D12}"/>
                    </a:ext>
                  </a:extLst>
                </p:cNvPr>
                <p:cNvCxnSpPr>
                  <a:stCxn id="430" idx="2"/>
                </p:cNvCxnSpPr>
                <p:nvPr/>
              </p:nvCxnSpPr>
              <p:spPr>
                <a:xfrm flipH="1" flipV="1">
                  <a:off x="3147725" y="4003763"/>
                  <a:ext cx="1588" cy="238126"/>
                </a:xfrm>
                <a:prstGeom prst="line">
                  <a:avLst/>
                </a:prstGeom>
                <a:noFill/>
                <a:ln w="3175" cap="flat" cmpd="sng" algn="ctr">
                  <a:solidFill>
                    <a:srgbClr val="000000"/>
                  </a:solidFill>
                  <a:prstDash val="solid"/>
                </a:ln>
                <a:effectLst/>
              </p:spPr>
            </p:cxnSp>
          </p:grpSp>
          <p:grpSp>
            <p:nvGrpSpPr>
              <p:cNvPr id="425" name="Group 502">
                <a:extLst>
                  <a:ext uri="{FF2B5EF4-FFF2-40B4-BE49-F238E27FC236}">
                    <a16:creationId xmlns:a16="http://schemas.microsoft.com/office/drawing/2014/main" id="{C30D5DDC-A13E-034A-A1BA-1E146390EA7D}"/>
                  </a:ext>
                </a:extLst>
              </p:cNvPr>
              <p:cNvGrpSpPr>
                <a:grpSpLocks/>
              </p:cNvGrpSpPr>
              <p:nvPr/>
            </p:nvGrpSpPr>
            <p:grpSpPr bwMode="auto">
              <a:xfrm>
                <a:off x="-50289" y="5228984"/>
                <a:ext cx="430360" cy="350559"/>
                <a:chOff x="2931664" y="3912603"/>
                <a:chExt cx="430450" cy="329314"/>
              </a:xfrm>
            </p:grpSpPr>
            <p:sp>
              <p:nvSpPr>
                <p:cNvPr id="426" name="Rectangle 425">
                  <a:extLst>
                    <a:ext uri="{FF2B5EF4-FFF2-40B4-BE49-F238E27FC236}">
                      <a16:creationId xmlns:a16="http://schemas.microsoft.com/office/drawing/2014/main" id="{63A91007-6182-8647-9879-8292A71EAFEF}"/>
                    </a:ext>
                  </a:extLst>
                </p:cNvPr>
                <p:cNvSpPr/>
                <p:nvPr/>
              </p:nvSpPr>
              <p:spPr>
                <a:xfrm>
                  <a:off x="2936564" y="3912336"/>
                  <a:ext cx="425550" cy="32956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27" name="Straight Connector 426">
                  <a:extLst>
                    <a:ext uri="{FF2B5EF4-FFF2-40B4-BE49-F238E27FC236}">
                      <a16:creationId xmlns:a16="http://schemas.microsoft.com/office/drawing/2014/main" id="{0674F85B-15F4-F446-AD9E-DD534F9C342D}"/>
                    </a:ext>
                  </a:extLst>
                </p:cNvPr>
                <p:cNvCxnSpPr/>
                <p:nvPr/>
              </p:nvCxnSpPr>
              <p:spPr>
                <a:xfrm>
                  <a:off x="2931800" y="4003303"/>
                  <a:ext cx="425550" cy="0"/>
                </a:xfrm>
                <a:prstGeom prst="line">
                  <a:avLst/>
                </a:prstGeom>
                <a:noFill/>
                <a:ln w="3175" cap="flat" cmpd="sng" algn="ctr">
                  <a:solidFill>
                    <a:srgbClr val="000000"/>
                  </a:solidFill>
                  <a:prstDash val="solid"/>
                </a:ln>
                <a:effectLst/>
              </p:spPr>
            </p:cxnSp>
            <p:cxnSp>
              <p:nvCxnSpPr>
                <p:cNvPr id="428" name="Straight Connector 427">
                  <a:extLst>
                    <a:ext uri="{FF2B5EF4-FFF2-40B4-BE49-F238E27FC236}">
                      <a16:creationId xmlns:a16="http://schemas.microsoft.com/office/drawing/2014/main" id="{60409E77-E63A-824F-A704-D7AE94C9BA5F}"/>
                    </a:ext>
                  </a:extLst>
                </p:cNvPr>
                <p:cNvCxnSpPr/>
                <p:nvPr/>
              </p:nvCxnSpPr>
              <p:spPr>
                <a:xfrm>
                  <a:off x="2931800" y="4067428"/>
                  <a:ext cx="425550" cy="0"/>
                </a:xfrm>
                <a:prstGeom prst="line">
                  <a:avLst/>
                </a:prstGeom>
                <a:noFill/>
                <a:ln w="3175" cap="flat" cmpd="sng" algn="ctr">
                  <a:solidFill>
                    <a:srgbClr val="000000"/>
                  </a:solidFill>
                  <a:prstDash val="solid"/>
                </a:ln>
                <a:effectLst/>
              </p:spPr>
            </p:cxnSp>
            <p:cxnSp>
              <p:nvCxnSpPr>
                <p:cNvPr id="429" name="Straight Connector 428">
                  <a:extLst>
                    <a:ext uri="{FF2B5EF4-FFF2-40B4-BE49-F238E27FC236}">
                      <a16:creationId xmlns:a16="http://schemas.microsoft.com/office/drawing/2014/main" id="{76DF7BD3-201B-AE4F-909F-AB196C0CDB0D}"/>
                    </a:ext>
                  </a:extLst>
                </p:cNvPr>
                <p:cNvCxnSpPr>
                  <a:stCxn id="426" idx="2"/>
                </p:cNvCxnSpPr>
                <p:nvPr/>
              </p:nvCxnSpPr>
              <p:spPr>
                <a:xfrm flipH="1" flipV="1">
                  <a:off x="3147751" y="4003303"/>
                  <a:ext cx="1588" cy="238602"/>
                </a:xfrm>
                <a:prstGeom prst="line">
                  <a:avLst/>
                </a:prstGeom>
                <a:noFill/>
                <a:ln w="3175" cap="flat" cmpd="sng" algn="ctr">
                  <a:solidFill>
                    <a:srgbClr val="000000"/>
                  </a:solidFill>
                  <a:prstDash val="solid"/>
                </a:ln>
                <a:effectLst/>
              </p:spPr>
            </p:cxnSp>
          </p:grpSp>
        </p:grpSp>
      </p:grpSp>
      <p:grpSp>
        <p:nvGrpSpPr>
          <p:cNvPr id="442" name="Group 441">
            <a:extLst>
              <a:ext uri="{FF2B5EF4-FFF2-40B4-BE49-F238E27FC236}">
                <a16:creationId xmlns:a16="http://schemas.microsoft.com/office/drawing/2014/main" id="{DC317182-2E9B-354F-9E6B-904AD53D9670}"/>
              </a:ext>
            </a:extLst>
          </p:cNvPr>
          <p:cNvGrpSpPr>
            <a:grpSpLocks/>
          </p:cNvGrpSpPr>
          <p:nvPr/>
        </p:nvGrpSpPr>
        <p:grpSpPr bwMode="auto">
          <a:xfrm>
            <a:off x="3873085" y="2922657"/>
            <a:ext cx="4437063" cy="1577975"/>
            <a:chOff x="-4267279" y="3655204"/>
            <a:chExt cx="4437063" cy="1578510"/>
          </a:xfrm>
        </p:grpSpPr>
        <p:cxnSp>
          <p:nvCxnSpPr>
            <p:cNvPr id="443" name="Straight Arrow Connector 442">
              <a:extLst>
                <a:ext uri="{FF2B5EF4-FFF2-40B4-BE49-F238E27FC236}">
                  <a16:creationId xmlns:a16="http://schemas.microsoft.com/office/drawing/2014/main" id="{AEBEBCEA-9DEC-FC46-95E5-83FE63BD526A}"/>
                </a:ext>
              </a:extLst>
            </p:cNvPr>
            <p:cNvCxnSpPr/>
            <p:nvPr/>
          </p:nvCxnSpPr>
          <p:spPr bwMode="auto">
            <a:xfrm>
              <a:off x="-4267279" y="4047450"/>
              <a:ext cx="0" cy="422418"/>
            </a:xfrm>
            <a:prstGeom prst="straightConnector1">
              <a:avLst/>
            </a:prstGeom>
            <a:noFill/>
            <a:ln w="12700" cap="flat" cmpd="sng" algn="ctr">
              <a:solidFill>
                <a:srgbClr val="CC0000"/>
              </a:solidFill>
              <a:prstDash val="solid"/>
              <a:tailEnd type="triangle"/>
            </a:ln>
            <a:effectLst/>
          </p:spPr>
        </p:cxnSp>
        <p:cxnSp>
          <p:nvCxnSpPr>
            <p:cNvPr id="444" name="Straight Arrow Connector 443">
              <a:extLst>
                <a:ext uri="{FF2B5EF4-FFF2-40B4-BE49-F238E27FC236}">
                  <a16:creationId xmlns:a16="http://schemas.microsoft.com/office/drawing/2014/main" id="{8ADE9CEC-EEA0-A54D-AC1A-85CC293083F6}"/>
                </a:ext>
              </a:extLst>
            </p:cNvPr>
            <p:cNvCxnSpPr>
              <a:cxnSpLocks noChangeShapeType="1"/>
            </p:cNvCxnSpPr>
            <p:nvPr/>
          </p:nvCxnSpPr>
          <p:spPr bwMode="auto">
            <a:xfrm flipH="1">
              <a:off x="-2808366" y="4361882"/>
              <a:ext cx="0" cy="871832"/>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445" name="Straight Arrow Connector 444">
              <a:extLst>
                <a:ext uri="{FF2B5EF4-FFF2-40B4-BE49-F238E27FC236}">
                  <a16:creationId xmlns:a16="http://schemas.microsoft.com/office/drawing/2014/main" id="{6391DEC8-23F8-A847-ACF3-AD06E6E59A69}"/>
                </a:ext>
              </a:extLst>
            </p:cNvPr>
            <p:cNvCxnSpPr>
              <a:cxnSpLocks noChangeShapeType="1"/>
            </p:cNvCxnSpPr>
            <p:nvPr/>
          </p:nvCxnSpPr>
          <p:spPr bwMode="auto">
            <a:xfrm>
              <a:off x="-2006679" y="3655204"/>
              <a:ext cx="6350" cy="1576922"/>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446" name="Straight Arrow Connector 445">
              <a:extLst>
                <a:ext uri="{FF2B5EF4-FFF2-40B4-BE49-F238E27FC236}">
                  <a16:creationId xmlns:a16="http://schemas.microsoft.com/office/drawing/2014/main" id="{C40B4987-DD61-E544-9ED1-243F1836BF7B}"/>
                </a:ext>
              </a:extLst>
            </p:cNvPr>
            <p:cNvCxnSpPr>
              <a:cxnSpLocks noChangeShapeType="1"/>
            </p:cNvCxnSpPr>
            <p:nvPr/>
          </p:nvCxnSpPr>
          <p:spPr bwMode="auto">
            <a:xfrm>
              <a:off x="-823991" y="4326945"/>
              <a:ext cx="6350" cy="905182"/>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447" name="Straight Arrow Connector 446">
              <a:extLst>
                <a:ext uri="{FF2B5EF4-FFF2-40B4-BE49-F238E27FC236}">
                  <a16:creationId xmlns:a16="http://schemas.microsoft.com/office/drawing/2014/main" id="{B6FD6F72-9B1A-9E49-BC03-FF4EB3F432F8}"/>
                </a:ext>
              </a:extLst>
            </p:cNvPr>
            <p:cNvCxnSpPr>
              <a:cxnSpLocks noChangeShapeType="1"/>
            </p:cNvCxnSpPr>
            <p:nvPr/>
          </p:nvCxnSpPr>
          <p:spPr bwMode="auto">
            <a:xfrm flipH="1">
              <a:off x="166609" y="3798127"/>
              <a:ext cx="3175" cy="1399062"/>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grpSp>
      <p:cxnSp>
        <p:nvCxnSpPr>
          <p:cNvPr id="448" name="Straight Connector 447">
            <a:extLst>
              <a:ext uri="{FF2B5EF4-FFF2-40B4-BE49-F238E27FC236}">
                <a16:creationId xmlns:a16="http://schemas.microsoft.com/office/drawing/2014/main" id="{EBF459C0-AF75-AC4B-82FD-7B57E1803EDC}"/>
              </a:ext>
            </a:extLst>
          </p:cNvPr>
          <p:cNvCxnSpPr/>
          <p:nvPr/>
        </p:nvCxnSpPr>
        <p:spPr>
          <a:xfrm flipH="1">
            <a:off x="2872960" y="5842070"/>
            <a:ext cx="1508125" cy="1587"/>
          </a:xfrm>
          <a:prstGeom prst="line">
            <a:avLst/>
          </a:prstGeom>
          <a:noFill/>
          <a:ln w="9525" cap="flat" cmpd="sng" algn="ctr">
            <a:solidFill>
              <a:srgbClr val="000000"/>
            </a:solidFill>
            <a:prstDash val="solid"/>
          </a:ln>
          <a:effectLst/>
        </p:spPr>
      </p:cxnSp>
      <p:sp>
        <p:nvSpPr>
          <p:cNvPr id="449" name="TextBox 265">
            <a:extLst>
              <a:ext uri="{FF2B5EF4-FFF2-40B4-BE49-F238E27FC236}">
                <a16:creationId xmlns:a16="http://schemas.microsoft.com/office/drawing/2014/main" id="{8D6CC213-50D8-D143-AB2E-8A70AD0BD3DA}"/>
              </a:ext>
            </a:extLst>
          </p:cNvPr>
          <p:cNvSpPr txBox="1">
            <a:spLocks noChangeArrowheads="1"/>
          </p:cNvSpPr>
          <p:nvPr/>
        </p:nvSpPr>
        <p:spPr bwMode="auto">
          <a:xfrm>
            <a:off x="4789073" y="5513457"/>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p>
        </p:txBody>
      </p:sp>
      <p:sp>
        <p:nvSpPr>
          <p:cNvPr id="450" name="TextBox 281">
            <a:extLst>
              <a:ext uri="{FF2B5EF4-FFF2-40B4-BE49-F238E27FC236}">
                <a16:creationId xmlns:a16="http://schemas.microsoft.com/office/drawing/2014/main" id="{FD871173-63C8-004A-B893-95B0B94D0C38}"/>
              </a:ext>
            </a:extLst>
          </p:cNvPr>
          <p:cNvSpPr txBox="1">
            <a:spLocks noChangeArrowheads="1"/>
          </p:cNvSpPr>
          <p:nvPr/>
        </p:nvSpPr>
        <p:spPr bwMode="auto">
          <a:xfrm>
            <a:off x="4963698" y="5800795"/>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a:t>
            </a:r>
          </a:p>
        </p:txBody>
      </p:sp>
      <p:grpSp>
        <p:nvGrpSpPr>
          <p:cNvPr id="451" name="Group 5">
            <a:extLst>
              <a:ext uri="{FF2B5EF4-FFF2-40B4-BE49-F238E27FC236}">
                <a16:creationId xmlns:a16="http://schemas.microsoft.com/office/drawing/2014/main" id="{57C14B28-467E-9240-8CC3-03FBD986B649}"/>
              </a:ext>
            </a:extLst>
          </p:cNvPr>
          <p:cNvGrpSpPr>
            <a:grpSpLocks/>
          </p:cNvGrpSpPr>
          <p:nvPr/>
        </p:nvGrpSpPr>
        <p:grpSpPr bwMode="auto">
          <a:xfrm>
            <a:off x="2528473" y="5276920"/>
            <a:ext cx="1616075" cy="487362"/>
            <a:chOff x="-4079003" y="2717403"/>
            <a:chExt cx="1616718" cy="488475"/>
          </a:xfrm>
        </p:grpSpPr>
        <p:sp>
          <p:nvSpPr>
            <p:cNvPr id="453" name="Rectangle 98">
              <a:extLst>
                <a:ext uri="{FF2B5EF4-FFF2-40B4-BE49-F238E27FC236}">
                  <a16:creationId xmlns:a16="http://schemas.microsoft.com/office/drawing/2014/main" id="{693A8054-41EF-F147-A07F-2F6F499255AB}"/>
                </a:ext>
              </a:extLst>
            </p:cNvPr>
            <p:cNvSpPr>
              <a:spLocks noChangeArrowheads="1"/>
            </p:cNvSpPr>
            <p:nvPr/>
          </p:nvSpPr>
          <p:spPr bwMode="auto">
            <a:xfrm>
              <a:off x="-4079003" y="2985994"/>
              <a:ext cx="1281675" cy="208750"/>
            </a:xfrm>
            <a:prstGeom prst="rect">
              <a:avLst/>
            </a:prstGeom>
            <a:solidFill>
              <a:srgbClr val="3333CC"/>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4" name="Line 99">
              <a:extLst>
                <a:ext uri="{FF2B5EF4-FFF2-40B4-BE49-F238E27FC236}">
                  <a16:creationId xmlns:a16="http://schemas.microsoft.com/office/drawing/2014/main" id="{F72989E1-2AE2-724E-BB5A-C3EDBBB6AF66}"/>
                </a:ext>
              </a:extLst>
            </p:cNvPr>
            <p:cNvSpPr>
              <a:spLocks noChangeShapeType="1"/>
            </p:cNvSpPr>
            <p:nvPr/>
          </p:nvSpPr>
          <p:spPr bwMode="auto">
            <a:xfrm>
              <a:off x="-2933828" y="3101502"/>
              <a:ext cx="471543"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5" name="Rectangle 104">
              <a:extLst>
                <a:ext uri="{FF2B5EF4-FFF2-40B4-BE49-F238E27FC236}">
                  <a16:creationId xmlns:a16="http://schemas.microsoft.com/office/drawing/2014/main" id="{5AC95A09-8057-7147-9F57-6EFF2A5E5336}"/>
                </a:ext>
              </a:extLst>
            </p:cNvPr>
            <p:cNvSpPr>
              <a:spLocks noChangeArrowheads="1"/>
            </p:cNvSpPr>
            <p:nvPr/>
          </p:nvSpPr>
          <p:spPr bwMode="auto">
            <a:xfrm>
              <a:off x="-3377007" y="2988777"/>
              <a:ext cx="476861" cy="210142"/>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6" name="Text Box 105">
              <a:extLst>
                <a:ext uri="{FF2B5EF4-FFF2-40B4-BE49-F238E27FC236}">
                  <a16:creationId xmlns:a16="http://schemas.microsoft.com/office/drawing/2014/main" id="{47FDF11B-1F9E-D148-996F-69ECC9F11F21}"/>
                </a:ext>
              </a:extLst>
            </p:cNvPr>
            <p:cNvSpPr txBox="1">
              <a:spLocks noChangeArrowheads="1"/>
            </p:cNvSpPr>
            <p:nvPr/>
          </p:nvSpPr>
          <p:spPr bwMode="auto">
            <a:xfrm>
              <a:off x="-3430189" y="2965119"/>
              <a:ext cx="581451" cy="24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0111</a:t>
              </a:r>
            </a:p>
          </p:txBody>
        </p:sp>
        <p:sp>
          <p:nvSpPr>
            <p:cNvPr id="457" name="Line 119">
              <a:extLst>
                <a:ext uri="{FF2B5EF4-FFF2-40B4-BE49-F238E27FC236}">
                  <a16:creationId xmlns:a16="http://schemas.microsoft.com/office/drawing/2014/main" id="{CD73CAA3-C367-7049-8128-3C09B270BBE7}"/>
                </a:ext>
              </a:extLst>
            </p:cNvPr>
            <p:cNvSpPr>
              <a:spLocks noChangeShapeType="1"/>
            </p:cNvSpPr>
            <p:nvPr/>
          </p:nvSpPr>
          <p:spPr bwMode="auto">
            <a:xfrm>
              <a:off x="-3621642" y="2717403"/>
              <a:ext cx="405953" cy="30060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58" name="Freeform 120">
            <a:extLst>
              <a:ext uri="{FF2B5EF4-FFF2-40B4-BE49-F238E27FC236}">
                <a16:creationId xmlns:a16="http://schemas.microsoft.com/office/drawing/2014/main" id="{9B17F469-9813-DD46-ADCC-A6A37DCBE4CD}"/>
              </a:ext>
            </a:extLst>
          </p:cNvPr>
          <p:cNvSpPr>
            <a:spLocks/>
          </p:cNvSpPr>
          <p:nvPr/>
        </p:nvSpPr>
        <p:spPr bwMode="auto">
          <a:xfrm>
            <a:off x="4084223" y="5708720"/>
            <a:ext cx="982662" cy="233362"/>
          </a:xfrm>
          <a:custGeom>
            <a:avLst/>
            <a:gdLst>
              <a:gd name="T0" fmla="*/ 0 w 554"/>
              <a:gd name="T1" fmla="*/ 2147483647 h 167"/>
              <a:gd name="T2" fmla="*/ 2147483647 w 554"/>
              <a:gd name="T3" fmla="*/ 2147483647 h 167"/>
              <a:gd name="T4" fmla="*/ 2147483647 w 554"/>
              <a:gd name="T5" fmla="*/ 214748364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59" name="Group 357">
            <a:extLst>
              <a:ext uri="{FF2B5EF4-FFF2-40B4-BE49-F238E27FC236}">
                <a16:creationId xmlns:a16="http://schemas.microsoft.com/office/drawing/2014/main" id="{F5E5FC5C-1765-2446-9583-0A67B919000D}"/>
              </a:ext>
            </a:extLst>
          </p:cNvPr>
          <p:cNvGrpSpPr>
            <a:grpSpLocks/>
          </p:cNvGrpSpPr>
          <p:nvPr/>
        </p:nvGrpSpPr>
        <p:grpSpPr bwMode="auto">
          <a:xfrm>
            <a:off x="4304885" y="5699195"/>
            <a:ext cx="565150" cy="293687"/>
            <a:chOff x="1871277" y="1576300"/>
            <a:chExt cx="1128371" cy="437861"/>
          </a:xfrm>
        </p:grpSpPr>
        <p:sp>
          <p:nvSpPr>
            <p:cNvPr id="460" name="Oval 459">
              <a:extLst>
                <a:ext uri="{FF2B5EF4-FFF2-40B4-BE49-F238E27FC236}">
                  <a16:creationId xmlns:a16="http://schemas.microsoft.com/office/drawing/2014/main" id="{BE27647C-3DCE-C848-8559-90456AA1A4C1}"/>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461" name="Rectangle 460">
              <a:extLst>
                <a:ext uri="{FF2B5EF4-FFF2-40B4-BE49-F238E27FC236}">
                  <a16:creationId xmlns:a16="http://schemas.microsoft.com/office/drawing/2014/main" id="{59B28033-FF2E-0D49-AE8B-150A3DAC870E}"/>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62" name="Oval 461">
              <a:extLst>
                <a:ext uri="{FF2B5EF4-FFF2-40B4-BE49-F238E27FC236}">
                  <a16:creationId xmlns:a16="http://schemas.microsoft.com/office/drawing/2014/main" id="{90E87BE2-8DD5-F949-9609-CEE42558EC64}"/>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463" name="Freeform 462">
              <a:extLst>
                <a:ext uri="{FF2B5EF4-FFF2-40B4-BE49-F238E27FC236}">
                  <a16:creationId xmlns:a16="http://schemas.microsoft.com/office/drawing/2014/main" id="{E67E4AB2-89E6-9547-93D2-34CED5D46ECE}"/>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64" name="Freeform 463">
              <a:extLst>
                <a:ext uri="{FF2B5EF4-FFF2-40B4-BE49-F238E27FC236}">
                  <a16:creationId xmlns:a16="http://schemas.microsoft.com/office/drawing/2014/main" id="{E0013E89-2E09-C94F-888A-0764BFC4C3DF}"/>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5" name="Freeform 464">
              <a:extLst>
                <a:ext uri="{FF2B5EF4-FFF2-40B4-BE49-F238E27FC236}">
                  <a16:creationId xmlns:a16="http://schemas.microsoft.com/office/drawing/2014/main" id="{D4D31051-3F76-8D4A-A94B-F0DCA0AFF250}"/>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6" name="Freeform 465">
              <a:extLst>
                <a:ext uri="{FF2B5EF4-FFF2-40B4-BE49-F238E27FC236}">
                  <a16:creationId xmlns:a16="http://schemas.microsoft.com/office/drawing/2014/main" id="{DFC93EA6-DE5D-3E40-831C-1084B477EA4E}"/>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467" name="Straight Connector 466">
              <a:extLst>
                <a:ext uri="{FF2B5EF4-FFF2-40B4-BE49-F238E27FC236}">
                  <a16:creationId xmlns:a16="http://schemas.microsoft.com/office/drawing/2014/main" id="{4C149BB2-DFC7-984A-98E9-3C4AA2DDC501}"/>
                </a:ext>
              </a:extLst>
            </p:cNvPr>
            <p:cNvCxnSpPr>
              <a:cxnSpLocks noChangeShapeType="1"/>
              <a:endCxn id="462"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468" name="Straight Connector 467">
              <a:extLst>
                <a:ext uri="{FF2B5EF4-FFF2-40B4-BE49-F238E27FC236}">
                  <a16:creationId xmlns:a16="http://schemas.microsoft.com/office/drawing/2014/main" id="{7AD8C9C3-3ED3-FC4C-9678-8E0AF3B54004}"/>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469" name="TextBox 6">
            <a:extLst>
              <a:ext uri="{FF2B5EF4-FFF2-40B4-BE49-F238E27FC236}">
                <a16:creationId xmlns:a16="http://schemas.microsoft.com/office/drawing/2014/main" id="{EED866B1-9598-C54F-A0E0-D641030E1752}"/>
              </a:ext>
            </a:extLst>
          </p:cNvPr>
          <p:cNvSpPr txBox="1">
            <a:spLocks noChangeArrowheads="1"/>
          </p:cNvSpPr>
          <p:nvPr/>
        </p:nvSpPr>
        <p:spPr bwMode="auto">
          <a:xfrm>
            <a:off x="1787110" y="4943545"/>
            <a:ext cx="19923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values in arriving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header</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0" name="TextBox 282">
            <a:extLst>
              <a:ext uri="{FF2B5EF4-FFF2-40B4-BE49-F238E27FC236}">
                <a16:creationId xmlns:a16="http://schemas.microsoft.com/office/drawing/2014/main" id="{CE2B3699-263C-CA42-8354-6E8A61868F04}"/>
              </a:ext>
            </a:extLst>
          </p:cNvPr>
          <p:cNvSpPr txBox="1">
            <a:spLocks noChangeArrowheads="1"/>
          </p:cNvSpPr>
          <p:nvPr/>
        </p:nvSpPr>
        <p:spPr bwMode="auto">
          <a:xfrm>
            <a:off x="4658898" y="5902395"/>
            <a:ext cx="26193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a:t>
            </a:r>
          </a:p>
        </p:txBody>
      </p:sp>
      <p:sp>
        <p:nvSpPr>
          <p:cNvPr id="236" name="Slide Number Placeholder 4">
            <a:extLst>
              <a:ext uri="{FF2B5EF4-FFF2-40B4-BE49-F238E27FC236}">
                <a16:creationId xmlns:a16="http://schemas.microsoft.com/office/drawing/2014/main" id="{ED6517D9-F18B-5447-8ABE-90D9847B304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a:t>
            </a:fld>
            <a:endParaRPr lang="en-US" dirty="0"/>
          </a:p>
        </p:txBody>
      </p:sp>
    </p:spTree>
    <p:extLst>
      <p:ext uri="{BB962C8B-B14F-4D97-AF65-F5344CB8AC3E}">
        <p14:creationId xmlns:p14="http://schemas.microsoft.com/office/powerpoint/2010/main" val="9049534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287"/>
                                        </p:tgtEl>
                                        <p:attrNameLst>
                                          <p:attrName>style.visibility</p:attrName>
                                        </p:attrNameLst>
                                      </p:cBhvr>
                                      <p:to>
                                        <p:strVal val="visible"/>
                                      </p:to>
                                    </p:set>
                                    <p:animEffect transition="in" filter="wipe(down)">
                                      <p:cBhvr>
                                        <p:cTn id="7" dur="1000"/>
                                        <p:tgtEl>
                                          <p:spTgt spid="28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19"/>
                                        </p:tgtEl>
                                        <p:attrNameLst>
                                          <p:attrName>style.visibility</p:attrName>
                                        </p:attrNameLst>
                                      </p:cBhvr>
                                      <p:to>
                                        <p:strVal val="visible"/>
                                      </p:to>
                                    </p:set>
                                    <p:animEffect transition="in" filter="dissolve">
                                      <p:cBhvr>
                                        <p:cTn id="12" dur="500"/>
                                        <p:tgtEl>
                                          <p:spTgt spid="419"/>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400"/>
                                        </p:tgtEl>
                                        <p:attrNameLst>
                                          <p:attrName>style.visibility</p:attrName>
                                        </p:attrNameLst>
                                      </p:cBhvr>
                                      <p:to>
                                        <p:strVal val="visible"/>
                                      </p:to>
                                    </p:set>
                                    <p:animEffect transition="in" filter="dissolve">
                                      <p:cBhvr>
                                        <p:cTn id="17" dur="500"/>
                                        <p:tgtEl>
                                          <p:spTgt spid="400"/>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nodeType="clickEffect">
                                  <p:stCondLst>
                                    <p:cond delay="0"/>
                                  </p:stCondLst>
                                  <p:childTnLst>
                                    <p:set>
                                      <p:cBhvr>
                                        <p:cTn id="21" dur="1" fill="hold">
                                          <p:stCondLst>
                                            <p:cond delay="0"/>
                                          </p:stCondLst>
                                        </p:cTn>
                                        <p:tgtEl>
                                          <p:spTgt spid="442"/>
                                        </p:tgtEl>
                                        <p:attrNameLst>
                                          <p:attrName>style.visibility</p:attrName>
                                        </p:attrNameLst>
                                      </p:cBhvr>
                                      <p:to>
                                        <p:strVal val="visible"/>
                                      </p:to>
                                    </p:set>
                                    <p:animEffect transition="in" filter="wipe(up)">
                                      <p:cBhvr>
                                        <p:cTn id="22" dur="500"/>
                                        <p:tgtEl>
                                          <p:spTgt spid="442"/>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415"/>
                                        </p:tgtEl>
                                        <p:attrNameLst>
                                          <p:attrName>style.visibility</p:attrName>
                                        </p:attrNameLst>
                                      </p:cBhvr>
                                      <p:to>
                                        <p:strVal val="visible"/>
                                      </p:to>
                                    </p:set>
                                    <p:animEffect transition="in" filter="dissolve">
                                      <p:cBhvr>
                                        <p:cTn id="27" dur="500"/>
                                        <p:tgtEl>
                                          <p:spTgt spid="4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3B46D7-DEDF-364B-99E9-3FB1F889B8A9}"/>
              </a:ext>
            </a:extLst>
          </p:cNvPr>
          <p:cNvSpPr>
            <a:spLocks noGrp="1"/>
          </p:cNvSpPr>
          <p:nvPr>
            <p:ph type="title"/>
          </p:nvPr>
        </p:nvSpPr>
        <p:spPr>
          <a:xfrm>
            <a:off x="417576" y="261255"/>
            <a:ext cx="11213592" cy="894622"/>
          </a:xfrm>
        </p:spPr>
        <p:txBody>
          <a:bodyPr>
            <a:normAutofit fontScale="90000"/>
          </a:bodyPr>
          <a:lstStyle/>
          <a:p>
            <a:r>
              <a:rPr lang="en-US" sz="4800" dirty="0"/>
              <a:t>Software-Defined Networking (SDN) control plane</a:t>
            </a:r>
          </a:p>
        </p:txBody>
      </p:sp>
      <p:sp>
        <p:nvSpPr>
          <p:cNvPr id="4" name="TextBox 257">
            <a:extLst>
              <a:ext uri="{FF2B5EF4-FFF2-40B4-BE49-F238E27FC236}">
                <a16:creationId xmlns:a16="http://schemas.microsoft.com/office/drawing/2014/main" id="{8EB40520-A927-A94E-975A-4093319F1CF3}"/>
              </a:ext>
            </a:extLst>
          </p:cNvPr>
          <p:cNvSpPr txBox="1">
            <a:spLocks noChangeArrowheads="1"/>
          </p:cNvSpPr>
          <p:nvPr/>
        </p:nvSpPr>
        <p:spPr bwMode="auto">
          <a:xfrm>
            <a:off x="292609" y="1064529"/>
            <a:ext cx="1131073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Remote controller computes, installs forwarding tables in routers</a:t>
            </a:r>
          </a:p>
        </p:txBody>
      </p:sp>
      <p:grpSp>
        <p:nvGrpSpPr>
          <p:cNvPr id="817" name="Group 816">
            <a:extLst>
              <a:ext uri="{FF2B5EF4-FFF2-40B4-BE49-F238E27FC236}">
                <a16:creationId xmlns:a16="http://schemas.microsoft.com/office/drawing/2014/main" id="{0035B262-335A-2042-8F0A-4D25C5CCAA4C}"/>
              </a:ext>
            </a:extLst>
          </p:cNvPr>
          <p:cNvGrpSpPr>
            <a:grpSpLocks/>
          </p:cNvGrpSpPr>
          <p:nvPr/>
        </p:nvGrpSpPr>
        <p:grpSpPr bwMode="auto">
          <a:xfrm>
            <a:off x="3203430" y="1967880"/>
            <a:ext cx="6027738" cy="1439862"/>
            <a:chOff x="1492879" y="2061336"/>
            <a:chExt cx="6027737" cy="1440135"/>
          </a:xfrm>
        </p:grpSpPr>
        <p:sp>
          <p:nvSpPr>
            <p:cNvPr id="818" name="Rectangle 817">
              <a:extLst>
                <a:ext uri="{FF2B5EF4-FFF2-40B4-BE49-F238E27FC236}">
                  <a16:creationId xmlns:a16="http://schemas.microsoft.com/office/drawing/2014/main" id="{2911F90D-6E6D-8D44-A029-2BB47782B47E}"/>
                </a:ext>
              </a:extLst>
            </p:cNvPr>
            <p:cNvSpPr/>
            <p:nvPr/>
          </p:nvSpPr>
          <p:spPr bwMode="auto">
            <a:xfrm>
              <a:off x="1929442" y="2064512"/>
              <a:ext cx="5043486" cy="1017780"/>
            </a:xfrm>
            <a:prstGeom prst="rect">
              <a:avLst/>
            </a:prstGeom>
            <a:solidFill>
              <a:srgbClr val="2D2DB9">
                <a:lumMod val="20000"/>
                <a:lumOff val="80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819" name="Freeform 818">
              <a:extLst>
                <a:ext uri="{FF2B5EF4-FFF2-40B4-BE49-F238E27FC236}">
                  <a16:creationId xmlns:a16="http://schemas.microsoft.com/office/drawing/2014/main" id="{24B8DF14-13D1-7B4D-AA8E-6D4B866768A6}"/>
                </a:ext>
              </a:extLst>
            </p:cNvPr>
            <p:cNvSpPr/>
            <p:nvPr/>
          </p:nvSpPr>
          <p:spPr bwMode="auto">
            <a:xfrm>
              <a:off x="1740529" y="2067687"/>
              <a:ext cx="198438" cy="1386150"/>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 fmla="*/ 0 w 199855"/>
                <a:gd name="connsiteY0" fmla="*/ 733787 h 1367693"/>
                <a:gd name="connsiteX1" fmla="*/ 199855 w 199855"/>
                <a:gd name="connsiteY1" fmla="*/ 0 h 1367693"/>
                <a:gd name="connsiteX2" fmla="*/ 199855 w 199855"/>
                <a:gd name="connsiteY2" fmla="*/ 1016000 h 1367693"/>
                <a:gd name="connsiteX3" fmla="*/ 4470 w 199855"/>
                <a:gd name="connsiteY3" fmla="*/ 1367693 h 1367693"/>
                <a:gd name="connsiteX4" fmla="*/ 0 w 199855"/>
                <a:gd name="connsiteY4" fmla="*/ 733787 h 1367693"/>
                <a:gd name="connsiteX0" fmla="*/ 25203 w 225058"/>
                <a:gd name="connsiteY0" fmla="*/ 733787 h 1361758"/>
                <a:gd name="connsiteX1" fmla="*/ 225058 w 225058"/>
                <a:gd name="connsiteY1" fmla="*/ 0 h 1361758"/>
                <a:gd name="connsiteX2" fmla="*/ 225058 w 225058"/>
                <a:gd name="connsiteY2" fmla="*/ 1016000 h 1361758"/>
                <a:gd name="connsiteX3" fmla="*/ 0 w 225058"/>
                <a:gd name="connsiteY3" fmla="*/ 1361758 h 1361758"/>
                <a:gd name="connsiteX4" fmla="*/ 25203 w 225058"/>
                <a:gd name="connsiteY4" fmla="*/ 733787 h 1361758"/>
                <a:gd name="connsiteX0" fmla="*/ 25203 w 230992"/>
                <a:gd name="connsiteY0" fmla="*/ 787197 h 1415168"/>
                <a:gd name="connsiteX1" fmla="*/ 230992 w 230992"/>
                <a:gd name="connsiteY1" fmla="*/ 0 h 1415168"/>
                <a:gd name="connsiteX2" fmla="*/ 225058 w 230992"/>
                <a:gd name="connsiteY2" fmla="*/ 1069410 h 1415168"/>
                <a:gd name="connsiteX3" fmla="*/ 0 w 230992"/>
                <a:gd name="connsiteY3" fmla="*/ 1415168 h 1415168"/>
                <a:gd name="connsiteX4" fmla="*/ 25203 w 230992"/>
                <a:gd name="connsiteY4" fmla="*/ 787197 h 1415168"/>
                <a:gd name="connsiteX0" fmla="*/ 0 w 205789"/>
                <a:gd name="connsiteY0" fmla="*/ 787197 h 1427037"/>
                <a:gd name="connsiteX1" fmla="*/ 205789 w 205789"/>
                <a:gd name="connsiteY1" fmla="*/ 0 h 1427037"/>
                <a:gd name="connsiteX2" fmla="*/ 199855 w 205789"/>
                <a:gd name="connsiteY2" fmla="*/ 1069410 h 1427037"/>
                <a:gd name="connsiteX3" fmla="*/ 4471 w 205789"/>
                <a:gd name="connsiteY3" fmla="*/ 1427037 h 1427037"/>
                <a:gd name="connsiteX4" fmla="*/ 0 w 205789"/>
                <a:gd name="connsiteY4" fmla="*/ 787197 h 1427037"/>
                <a:gd name="connsiteX0" fmla="*/ 0 w 199855"/>
                <a:gd name="connsiteY0" fmla="*/ 745656 h 1385496"/>
                <a:gd name="connsiteX1" fmla="*/ 193920 w 199855"/>
                <a:gd name="connsiteY1" fmla="*/ 0 h 1385496"/>
                <a:gd name="connsiteX2" fmla="*/ 199855 w 199855"/>
                <a:gd name="connsiteY2" fmla="*/ 1027869 h 1385496"/>
                <a:gd name="connsiteX3" fmla="*/ 4471 w 199855"/>
                <a:gd name="connsiteY3" fmla="*/ 1385496 h 1385496"/>
                <a:gd name="connsiteX4" fmla="*/ 0 w 199855"/>
                <a:gd name="connsiteY4" fmla="*/ 745656 h 1385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855" h="1385496">
                  <a:moveTo>
                    <a:pt x="0" y="745656"/>
                  </a:moveTo>
                  <a:lnTo>
                    <a:pt x="193920" y="0"/>
                  </a:lnTo>
                  <a:cubicBezTo>
                    <a:pt x="195898" y="342623"/>
                    <a:pt x="197877" y="685246"/>
                    <a:pt x="199855" y="1027869"/>
                  </a:cubicBezTo>
                  <a:lnTo>
                    <a:pt x="4471" y="1385496"/>
                  </a:lnTo>
                  <a:cubicBezTo>
                    <a:pt x="2981" y="1172216"/>
                    <a:pt x="1490" y="958936"/>
                    <a:pt x="0" y="745656"/>
                  </a:cubicBezTo>
                  <a:close/>
                </a:path>
              </a:pathLst>
            </a:custGeom>
            <a:gradFill rotWithShape="1">
              <a:gsLst>
                <a:gs pos="0">
                  <a:srgbClr val="FFFFFF">
                    <a:lumMod val="95000"/>
                  </a:srgbClr>
                </a:gs>
                <a:gs pos="100000">
                  <a:srgbClr val="2D2DB9">
                    <a:lumMod val="20000"/>
                    <a:lumOff val="80000"/>
                  </a:srgbClr>
                </a:gs>
              </a:gsLst>
              <a:lin ang="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820" name="Freeform 819">
              <a:extLst>
                <a:ext uri="{FF2B5EF4-FFF2-40B4-BE49-F238E27FC236}">
                  <a16:creationId xmlns:a16="http://schemas.microsoft.com/office/drawing/2014/main" id="{B3477997-2171-D144-8F62-1363F13885FD}"/>
                </a:ext>
              </a:extLst>
            </p:cNvPr>
            <p:cNvSpPr/>
            <p:nvPr/>
          </p:nvSpPr>
          <p:spPr bwMode="auto">
            <a:xfrm flipH="1">
              <a:off x="6969753" y="2061336"/>
              <a:ext cx="219075" cy="1370272"/>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 fmla="*/ 0 w 199855"/>
                <a:gd name="connsiteY0" fmla="*/ 733787 h 1367693"/>
                <a:gd name="connsiteX1" fmla="*/ 199855 w 199855"/>
                <a:gd name="connsiteY1" fmla="*/ 0 h 1367693"/>
                <a:gd name="connsiteX2" fmla="*/ 199855 w 199855"/>
                <a:gd name="connsiteY2" fmla="*/ 1016000 h 1367693"/>
                <a:gd name="connsiteX3" fmla="*/ 4470 w 199855"/>
                <a:gd name="connsiteY3" fmla="*/ 1367693 h 1367693"/>
                <a:gd name="connsiteX4" fmla="*/ 0 w 199855"/>
                <a:gd name="connsiteY4" fmla="*/ 733787 h 1367693"/>
                <a:gd name="connsiteX0" fmla="*/ 25203 w 225058"/>
                <a:gd name="connsiteY0" fmla="*/ 733787 h 1361758"/>
                <a:gd name="connsiteX1" fmla="*/ 225058 w 225058"/>
                <a:gd name="connsiteY1" fmla="*/ 0 h 1361758"/>
                <a:gd name="connsiteX2" fmla="*/ 225058 w 225058"/>
                <a:gd name="connsiteY2" fmla="*/ 1016000 h 1361758"/>
                <a:gd name="connsiteX3" fmla="*/ 0 w 225058"/>
                <a:gd name="connsiteY3" fmla="*/ 1361758 h 1361758"/>
                <a:gd name="connsiteX4" fmla="*/ 25203 w 225058"/>
                <a:gd name="connsiteY4" fmla="*/ 733787 h 1361758"/>
                <a:gd name="connsiteX0" fmla="*/ 25203 w 230992"/>
                <a:gd name="connsiteY0" fmla="*/ 787197 h 1415168"/>
                <a:gd name="connsiteX1" fmla="*/ 230992 w 230992"/>
                <a:gd name="connsiteY1" fmla="*/ 0 h 1415168"/>
                <a:gd name="connsiteX2" fmla="*/ 225058 w 230992"/>
                <a:gd name="connsiteY2" fmla="*/ 1069410 h 1415168"/>
                <a:gd name="connsiteX3" fmla="*/ 0 w 230992"/>
                <a:gd name="connsiteY3" fmla="*/ 1415168 h 1415168"/>
                <a:gd name="connsiteX4" fmla="*/ 25203 w 230992"/>
                <a:gd name="connsiteY4" fmla="*/ 787197 h 1415168"/>
                <a:gd name="connsiteX0" fmla="*/ 0 w 205789"/>
                <a:gd name="connsiteY0" fmla="*/ 787197 h 1427037"/>
                <a:gd name="connsiteX1" fmla="*/ 205789 w 205789"/>
                <a:gd name="connsiteY1" fmla="*/ 0 h 1427037"/>
                <a:gd name="connsiteX2" fmla="*/ 199855 w 205789"/>
                <a:gd name="connsiteY2" fmla="*/ 1069410 h 1427037"/>
                <a:gd name="connsiteX3" fmla="*/ 4471 w 205789"/>
                <a:gd name="connsiteY3" fmla="*/ 1427037 h 1427037"/>
                <a:gd name="connsiteX4" fmla="*/ 0 w 205789"/>
                <a:gd name="connsiteY4" fmla="*/ 787197 h 1427037"/>
                <a:gd name="connsiteX0" fmla="*/ 0 w 199855"/>
                <a:gd name="connsiteY0" fmla="*/ 745656 h 1385496"/>
                <a:gd name="connsiteX1" fmla="*/ 193920 w 199855"/>
                <a:gd name="connsiteY1" fmla="*/ 0 h 1385496"/>
                <a:gd name="connsiteX2" fmla="*/ 199855 w 199855"/>
                <a:gd name="connsiteY2" fmla="*/ 1027869 h 1385496"/>
                <a:gd name="connsiteX3" fmla="*/ 4471 w 199855"/>
                <a:gd name="connsiteY3" fmla="*/ 1385496 h 1385496"/>
                <a:gd name="connsiteX4" fmla="*/ 0 w 199855"/>
                <a:gd name="connsiteY4" fmla="*/ 745656 h 1385496"/>
                <a:gd name="connsiteX0" fmla="*/ 0 w 219519"/>
                <a:gd name="connsiteY0" fmla="*/ 730359 h 1370199"/>
                <a:gd name="connsiteX1" fmla="*/ 219401 w 219519"/>
                <a:gd name="connsiteY1" fmla="*/ 0 h 1370199"/>
                <a:gd name="connsiteX2" fmla="*/ 199855 w 219519"/>
                <a:gd name="connsiteY2" fmla="*/ 1012572 h 1370199"/>
                <a:gd name="connsiteX3" fmla="*/ 4471 w 219519"/>
                <a:gd name="connsiteY3" fmla="*/ 1370199 h 1370199"/>
                <a:gd name="connsiteX4" fmla="*/ 0 w 219519"/>
                <a:gd name="connsiteY4" fmla="*/ 730359 h 1370199"/>
                <a:gd name="connsiteX0" fmla="*/ 0 w 219602"/>
                <a:gd name="connsiteY0" fmla="*/ 730359 h 1370199"/>
                <a:gd name="connsiteX1" fmla="*/ 219401 w 219602"/>
                <a:gd name="connsiteY1" fmla="*/ 0 h 1370199"/>
                <a:gd name="connsiteX2" fmla="*/ 210047 w 219602"/>
                <a:gd name="connsiteY2" fmla="*/ 1007473 h 1370199"/>
                <a:gd name="connsiteX3" fmla="*/ 4471 w 219602"/>
                <a:gd name="connsiteY3" fmla="*/ 1370199 h 1370199"/>
                <a:gd name="connsiteX4" fmla="*/ 0 w 219602"/>
                <a:gd name="connsiteY4" fmla="*/ 730359 h 1370199"/>
                <a:gd name="connsiteX0" fmla="*/ 0 w 220239"/>
                <a:gd name="connsiteY0" fmla="*/ 730359 h 1370199"/>
                <a:gd name="connsiteX1" fmla="*/ 219401 w 220239"/>
                <a:gd name="connsiteY1" fmla="*/ 0 h 1370199"/>
                <a:gd name="connsiteX2" fmla="*/ 220239 w 220239"/>
                <a:gd name="connsiteY2" fmla="*/ 1007473 h 1370199"/>
                <a:gd name="connsiteX3" fmla="*/ 4471 w 220239"/>
                <a:gd name="connsiteY3" fmla="*/ 1370199 h 1370199"/>
                <a:gd name="connsiteX4" fmla="*/ 0 w 220239"/>
                <a:gd name="connsiteY4" fmla="*/ 730359 h 1370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239" h="1370199">
                  <a:moveTo>
                    <a:pt x="0" y="730359"/>
                  </a:moveTo>
                  <a:cubicBezTo>
                    <a:pt x="64640" y="481807"/>
                    <a:pt x="154761" y="248552"/>
                    <a:pt x="219401" y="0"/>
                  </a:cubicBezTo>
                  <a:cubicBezTo>
                    <a:pt x="221379" y="342623"/>
                    <a:pt x="218261" y="664850"/>
                    <a:pt x="220239" y="1007473"/>
                  </a:cubicBezTo>
                  <a:lnTo>
                    <a:pt x="4471" y="1370199"/>
                  </a:lnTo>
                  <a:cubicBezTo>
                    <a:pt x="2981" y="1156919"/>
                    <a:pt x="1490" y="943639"/>
                    <a:pt x="0" y="730359"/>
                  </a:cubicBezTo>
                  <a:close/>
                </a:path>
              </a:pathLst>
            </a:custGeom>
            <a:gradFill rotWithShape="1">
              <a:gsLst>
                <a:gs pos="0">
                  <a:srgbClr val="2D2DB9">
                    <a:lumMod val="20000"/>
                    <a:lumOff val="80000"/>
                  </a:srgbClr>
                </a:gs>
                <a:gs pos="100000">
                  <a:srgbClr val="FFFFFF"/>
                </a:gs>
              </a:gsLst>
              <a:lin ang="108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821" name="Group 950">
              <a:extLst>
                <a:ext uri="{FF2B5EF4-FFF2-40B4-BE49-F238E27FC236}">
                  <a16:creationId xmlns:a16="http://schemas.microsoft.com/office/drawing/2014/main" id="{DB6AE1A4-24E9-664C-A51D-C17F6021B3EC}"/>
                </a:ext>
              </a:extLst>
            </p:cNvPr>
            <p:cNvGrpSpPr>
              <a:grpSpLocks/>
            </p:cNvGrpSpPr>
            <p:nvPr/>
          </p:nvGrpSpPr>
          <p:grpSpPr bwMode="auto">
            <a:xfrm>
              <a:off x="1492879" y="2820676"/>
              <a:ext cx="338137" cy="653816"/>
              <a:chOff x="4140" y="429"/>
              <a:chExt cx="1425" cy="2396"/>
            </a:xfrm>
          </p:grpSpPr>
          <p:sp>
            <p:nvSpPr>
              <p:cNvPr id="855" name="Freeform 951">
                <a:extLst>
                  <a:ext uri="{FF2B5EF4-FFF2-40B4-BE49-F238E27FC236}">
                    <a16:creationId xmlns:a16="http://schemas.microsoft.com/office/drawing/2014/main" id="{BFB37BD8-4427-2A47-AE85-B992137B4E8C}"/>
                  </a:ext>
                </a:extLst>
              </p:cNvPr>
              <p:cNvSpPr>
                <a:spLocks/>
              </p:cNvSpPr>
              <p:nvPr/>
            </p:nvSpPr>
            <p:spPr bwMode="auto">
              <a:xfrm>
                <a:off x="5268" y="433"/>
                <a:ext cx="283" cy="2286"/>
              </a:xfrm>
              <a:custGeom>
                <a:avLst/>
                <a:gdLst>
                  <a:gd name="T0" fmla="*/ 2 w 354"/>
                  <a:gd name="T1" fmla="*/ 0 h 2742"/>
                  <a:gd name="T2" fmla="*/ 8 w 354"/>
                  <a:gd name="T3" fmla="*/ 16 h 2742"/>
                  <a:gd name="T4" fmla="*/ 8 w 354"/>
                  <a:gd name="T5" fmla="*/ 119 h 2742"/>
                  <a:gd name="T6" fmla="*/ 0 w 354"/>
                  <a:gd name="T7" fmla="*/ 124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6" name="Rectangle 952">
                <a:extLst>
                  <a:ext uri="{FF2B5EF4-FFF2-40B4-BE49-F238E27FC236}">
                    <a16:creationId xmlns:a16="http://schemas.microsoft.com/office/drawing/2014/main" id="{D33ED3AE-893B-0641-B3D0-6332B98270D9}"/>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7" name="Freeform 953">
                <a:extLst>
                  <a:ext uri="{FF2B5EF4-FFF2-40B4-BE49-F238E27FC236}">
                    <a16:creationId xmlns:a16="http://schemas.microsoft.com/office/drawing/2014/main" id="{7F8B5734-537E-2D40-ABC5-1153CA76F023}"/>
                  </a:ext>
                </a:extLst>
              </p:cNvPr>
              <p:cNvSpPr>
                <a:spLocks/>
              </p:cNvSpPr>
              <p:nvPr/>
            </p:nvSpPr>
            <p:spPr bwMode="auto">
              <a:xfrm>
                <a:off x="5321" y="570"/>
                <a:ext cx="169" cy="2115"/>
              </a:xfrm>
              <a:custGeom>
                <a:avLst/>
                <a:gdLst>
                  <a:gd name="T0" fmla="*/ 2 w 211"/>
                  <a:gd name="T1" fmla="*/ 0 h 2537"/>
                  <a:gd name="T2" fmla="*/ 5 w 211"/>
                  <a:gd name="T3" fmla="*/ 11 h 2537"/>
                  <a:gd name="T4" fmla="*/ 2 w 211"/>
                  <a:gd name="T5" fmla="*/ 11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8" name="Freeform 954">
                <a:extLst>
                  <a:ext uri="{FF2B5EF4-FFF2-40B4-BE49-F238E27FC236}">
                    <a16:creationId xmlns:a16="http://schemas.microsoft.com/office/drawing/2014/main" id="{A27CC3E2-8472-FE49-B22C-8BAD36D3F1D7}"/>
                  </a:ext>
                </a:extLst>
              </p:cNvPr>
              <p:cNvSpPr>
                <a:spLocks/>
              </p:cNvSpPr>
              <p:nvPr/>
            </p:nvSpPr>
            <p:spPr bwMode="auto">
              <a:xfrm>
                <a:off x="5284" y="1640"/>
                <a:ext cx="263" cy="189"/>
              </a:xfrm>
              <a:custGeom>
                <a:avLst/>
                <a:gdLst>
                  <a:gd name="T0" fmla="*/ 2 w 328"/>
                  <a:gd name="T1" fmla="*/ 0 h 226"/>
                  <a:gd name="T2" fmla="*/ 7 w 328"/>
                  <a:gd name="T3" fmla="*/ 7 h 226"/>
                  <a:gd name="T4" fmla="*/ 7 w 328"/>
                  <a:gd name="T5" fmla="*/ 11 h 226"/>
                  <a:gd name="T6" fmla="*/ 0 w 328"/>
                  <a:gd name="T7" fmla="*/ 5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9" name="Rectangle 955">
                <a:extLst>
                  <a:ext uri="{FF2B5EF4-FFF2-40B4-BE49-F238E27FC236}">
                    <a16:creationId xmlns:a16="http://schemas.microsoft.com/office/drawing/2014/main" id="{11CD015D-401B-EC42-A713-37F4F580649A}"/>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60" name="Group 956">
                <a:extLst>
                  <a:ext uri="{FF2B5EF4-FFF2-40B4-BE49-F238E27FC236}">
                    <a16:creationId xmlns:a16="http://schemas.microsoft.com/office/drawing/2014/main" id="{A208DF6A-EF9F-044D-8302-1B9476D1841A}"/>
                  </a:ext>
                </a:extLst>
              </p:cNvPr>
              <p:cNvGrpSpPr>
                <a:grpSpLocks/>
              </p:cNvGrpSpPr>
              <p:nvPr/>
            </p:nvGrpSpPr>
            <p:grpSpPr bwMode="auto">
              <a:xfrm>
                <a:off x="4749" y="668"/>
                <a:ext cx="581" cy="145"/>
                <a:chOff x="614" y="2568"/>
                <a:chExt cx="725" cy="139"/>
              </a:xfrm>
            </p:grpSpPr>
            <p:sp>
              <p:nvSpPr>
                <p:cNvPr id="885" name="AutoShape 957">
                  <a:extLst>
                    <a:ext uri="{FF2B5EF4-FFF2-40B4-BE49-F238E27FC236}">
                      <a16:creationId xmlns:a16="http://schemas.microsoft.com/office/drawing/2014/main" id="{FCC50AD6-31B9-FD4A-9D12-E293AC79E312}"/>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6" name="AutoShape 958">
                  <a:extLst>
                    <a:ext uri="{FF2B5EF4-FFF2-40B4-BE49-F238E27FC236}">
                      <a16:creationId xmlns:a16="http://schemas.microsoft.com/office/drawing/2014/main" id="{9515A907-A38B-AC46-9351-9821F9262FDC}"/>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61" name="Rectangle 959">
                <a:extLst>
                  <a:ext uri="{FF2B5EF4-FFF2-40B4-BE49-F238E27FC236}">
                    <a16:creationId xmlns:a16="http://schemas.microsoft.com/office/drawing/2014/main" id="{DA74175D-E323-954D-B321-A525406F9D7F}"/>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62" name="Group 960">
                <a:extLst>
                  <a:ext uri="{FF2B5EF4-FFF2-40B4-BE49-F238E27FC236}">
                    <a16:creationId xmlns:a16="http://schemas.microsoft.com/office/drawing/2014/main" id="{28DE356C-C6F7-BA40-87C6-C5B5BE6C2BFE}"/>
                  </a:ext>
                </a:extLst>
              </p:cNvPr>
              <p:cNvGrpSpPr>
                <a:grpSpLocks/>
              </p:cNvGrpSpPr>
              <p:nvPr/>
            </p:nvGrpSpPr>
            <p:grpSpPr bwMode="auto">
              <a:xfrm>
                <a:off x="4747" y="994"/>
                <a:ext cx="581" cy="134"/>
                <a:chOff x="614" y="2568"/>
                <a:chExt cx="725" cy="139"/>
              </a:xfrm>
            </p:grpSpPr>
            <p:sp>
              <p:nvSpPr>
                <p:cNvPr id="883" name="AutoShape 961">
                  <a:extLst>
                    <a:ext uri="{FF2B5EF4-FFF2-40B4-BE49-F238E27FC236}">
                      <a16:creationId xmlns:a16="http://schemas.microsoft.com/office/drawing/2014/main" id="{9643844A-45E6-7443-A468-4BC3D1762A71}"/>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4" name="AutoShape 962">
                  <a:extLst>
                    <a:ext uri="{FF2B5EF4-FFF2-40B4-BE49-F238E27FC236}">
                      <a16:creationId xmlns:a16="http://schemas.microsoft.com/office/drawing/2014/main" id="{60C84F35-0A59-8349-91F6-D5FECFED7428}"/>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63" name="Rectangle 963">
                <a:extLst>
                  <a:ext uri="{FF2B5EF4-FFF2-40B4-BE49-F238E27FC236}">
                    <a16:creationId xmlns:a16="http://schemas.microsoft.com/office/drawing/2014/main" id="{92014399-9751-FC4F-9035-A395245BCD44}"/>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4" name="Rectangle 964">
                <a:extLst>
                  <a:ext uri="{FF2B5EF4-FFF2-40B4-BE49-F238E27FC236}">
                    <a16:creationId xmlns:a16="http://schemas.microsoft.com/office/drawing/2014/main" id="{9B818A3E-FD1D-F04D-8158-62E78EE4B0DC}"/>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65" name="Group 965">
                <a:extLst>
                  <a:ext uri="{FF2B5EF4-FFF2-40B4-BE49-F238E27FC236}">
                    <a16:creationId xmlns:a16="http://schemas.microsoft.com/office/drawing/2014/main" id="{4CE95AA0-C88F-3D48-98E7-F3E038739D8B}"/>
                  </a:ext>
                </a:extLst>
              </p:cNvPr>
              <p:cNvGrpSpPr>
                <a:grpSpLocks/>
              </p:cNvGrpSpPr>
              <p:nvPr/>
            </p:nvGrpSpPr>
            <p:grpSpPr bwMode="auto">
              <a:xfrm>
                <a:off x="4735" y="1627"/>
                <a:ext cx="582" cy="151"/>
                <a:chOff x="614" y="2568"/>
                <a:chExt cx="725" cy="139"/>
              </a:xfrm>
            </p:grpSpPr>
            <p:sp>
              <p:nvSpPr>
                <p:cNvPr id="881" name="AutoShape 966">
                  <a:extLst>
                    <a:ext uri="{FF2B5EF4-FFF2-40B4-BE49-F238E27FC236}">
                      <a16:creationId xmlns:a16="http://schemas.microsoft.com/office/drawing/2014/main" id="{5B978760-D630-664D-941B-E0517C2034E6}"/>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2" name="AutoShape 967">
                  <a:extLst>
                    <a:ext uri="{FF2B5EF4-FFF2-40B4-BE49-F238E27FC236}">
                      <a16:creationId xmlns:a16="http://schemas.microsoft.com/office/drawing/2014/main" id="{66581CC6-E163-4349-98BB-7B8F11B58428}"/>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66" name="Freeform 968">
                <a:extLst>
                  <a:ext uri="{FF2B5EF4-FFF2-40B4-BE49-F238E27FC236}">
                    <a16:creationId xmlns:a16="http://schemas.microsoft.com/office/drawing/2014/main" id="{0C578B43-7341-984A-8E2E-758C1FE627B0}"/>
                  </a:ext>
                </a:extLst>
              </p:cNvPr>
              <p:cNvSpPr>
                <a:spLocks/>
              </p:cNvSpPr>
              <p:nvPr/>
            </p:nvSpPr>
            <p:spPr bwMode="auto">
              <a:xfrm>
                <a:off x="5288" y="1354"/>
                <a:ext cx="263" cy="188"/>
              </a:xfrm>
              <a:custGeom>
                <a:avLst/>
                <a:gdLst>
                  <a:gd name="T0" fmla="*/ 2 w 328"/>
                  <a:gd name="T1" fmla="*/ 0 h 226"/>
                  <a:gd name="T2" fmla="*/ 7 w 328"/>
                  <a:gd name="T3" fmla="*/ 6 h 226"/>
                  <a:gd name="T4" fmla="*/ 7 w 328"/>
                  <a:gd name="T5" fmla="*/ 10 h 226"/>
                  <a:gd name="T6" fmla="*/ 0 w 328"/>
                  <a:gd name="T7" fmla="*/ 4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67" name="Group 969">
                <a:extLst>
                  <a:ext uri="{FF2B5EF4-FFF2-40B4-BE49-F238E27FC236}">
                    <a16:creationId xmlns:a16="http://schemas.microsoft.com/office/drawing/2014/main" id="{00F4A952-5D56-894B-BE04-57FD8D9A8FC1}"/>
                  </a:ext>
                </a:extLst>
              </p:cNvPr>
              <p:cNvGrpSpPr>
                <a:grpSpLocks/>
              </p:cNvGrpSpPr>
              <p:nvPr/>
            </p:nvGrpSpPr>
            <p:grpSpPr bwMode="auto">
              <a:xfrm>
                <a:off x="4739" y="1327"/>
                <a:ext cx="582" cy="139"/>
                <a:chOff x="614" y="2568"/>
                <a:chExt cx="725" cy="139"/>
              </a:xfrm>
            </p:grpSpPr>
            <p:sp>
              <p:nvSpPr>
                <p:cNvPr id="879" name="AutoShape 970">
                  <a:extLst>
                    <a:ext uri="{FF2B5EF4-FFF2-40B4-BE49-F238E27FC236}">
                      <a16:creationId xmlns:a16="http://schemas.microsoft.com/office/drawing/2014/main" id="{C6D2E1F8-9BE6-1340-A97F-25C96F4EA328}"/>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0" name="AutoShape 971">
                  <a:extLst>
                    <a:ext uri="{FF2B5EF4-FFF2-40B4-BE49-F238E27FC236}">
                      <a16:creationId xmlns:a16="http://schemas.microsoft.com/office/drawing/2014/main" id="{076B7F4B-58FD-394A-A7D1-825421A0DDC3}"/>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68" name="Rectangle 972">
                <a:extLst>
                  <a:ext uri="{FF2B5EF4-FFF2-40B4-BE49-F238E27FC236}">
                    <a16:creationId xmlns:a16="http://schemas.microsoft.com/office/drawing/2014/main" id="{9CF6079F-A485-B34F-BAE1-E461B27BC01A}"/>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9" name="Freeform 973">
                <a:extLst>
                  <a:ext uri="{FF2B5EF4-FFF2-40B4-BE49-F238E27FC236}">
                    <a16:creationId xmlns:a16="http://schemas.microsoft.com/office/drawing/2014/main" id="{4D22F667-50F0-554D-A2A3-06E318F9206C}"/>
                  </a:ext>
                </a:extLst>
              </p:cNvPr>
              <p:cNvSpPr>
                <a:spLocks/>
              </p:cNvSpPr>
              <p:nvPr/>
            </p:nvSpPr>
            <p:spPr bwMode="auto">
              <a:xfrm>
                <a:off x="5312" y="1007"/>
                <a:ext cx="237" cy="213"/>
              </a:xfrm>
              <a:custGeom>
                <a:avLst/>
                <a:gdLst>
                  <a:gd name="T0" fmla="*/ 2 w 296"/>
                  <a:gd name="T1" fmla="*/ 0 h 256"/>
                  <a:gd name="T2" fmla="*/ 7 w 296"/>
                  <a:gd name="T3" fmla="*/ 6 h 256"/>
                  <a:gd name="T4" fmla="*/ 7 w 296"/>
                  <a:gd name="T5" fmla="*/ 11 h 256"/>
                  <a:gd name="T6" fmla="*/ 0 w 296"/>
                  <a:gd name="T7" fmla="*/ 4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0" name="Freeform 974">
                <a:extLst>
                  <a:ext uri="{FF2B5EF4-FFF2-40B4-BE49-F238E27FC236}">
                    <a16:creationId xmlns:a16="http://schemas.microsoft.com/office/drawing/2014/main" id="{FEA6AA77-7341-EC44-9A1C-8FF6D3429B9A}"/>
                  </a:ext>
                </a:extLst>
              </p:cNvPr>
              <p:cNvSpPr>
                <a:spLocks/>
              </p:cNvSpPr>
              <p:nvPr/>
            </p:nvSpPr>
            <p:spPr bwMode="auto">
              <a:xfrm>
                <a:off x="5315" y="680"/>
                <a:ext cx="244" cy="240"/>
              </a:xfrm>
              <a:custGeom>
                <a:avLst/>
                <a:gdLst>
                  <a:gd name="T0" fmla="*/ 0 w 304"/>
                  <a:gd name="T1" fmla="*/ 0 h 288"/>
                  <a:gd name="T2" fmla="*/ 7 w 304"/>
                  <a:gd name="T3" fmla="*/ 8 h 288"/>
                  <a:gd name="T4" fmla="*/ 6 w 304"/>
                  <a:gd name="T5" fmla="*/ 13 h 288"/>
                  <a:gd name="T6" fmla="*/ 2 w 304"/>
                  <a:gd name="T7" fmla="*/ 6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1" name="Oval 975">
                <a:extLst>
                  <a:ext uri="{FF2B5EF4-FFF2-40B4-BE49-F238E27FC236}">
                    <a16:creationId xmlns:a16="http://schemas.microsoft.com/office/drawing/2014/main" id="{A02843C6-28FA-9945-9CEB-7717E68BC3D2}"/>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2" name="Freeform 976">
                <a:extLst>
                  <a:ext uri="{FF2B5EF4-FFF2-40B4-BE49-F238E27FC236}">
                    <a16:creationId xmlns:a16="http://schemas.microsoft.com/office/drawing/2014/main" id="{B41467ED-71ED-774D-B5B1-0E498264B3FE}"/>
                  </a:ext>
                </a:extLst>
              </p:cNvPr>
              <p:cNvSpPr>
                <a:spLocks/>
              </p:cNvSpPr>
              <p:nvPr/>
            </p:nvSpPr>
            <p:spPr bwMode="auto">
              <a:xfrm>
                <a:off x="5302" y="2614"/>
                <a:ext cx="245" cy="200"/>
              </a:xfrm>
              <a:custGeom>
                <a:avLst/>
                <a:gdLst>
                  <a:gd name="T0" fmla="*/ 0 w 306"/>
                  <a:gd name="T1" fmla="*/ 6 h 240"/>
                  <a:gd name="T2" fmla="*/ 2 w 306"/>
                  <a:gd name="T3" fmla="*/ 11 h 240"/>
                  <a:gd name="T4" fmla="*/ 7 w 306"/>
                  <a:gd name="T5" fmla="*/ 6 h 240"/>
                  <a:gd name="T6" fmla="*/ 7 w 306"/>
                  <a:gd name="T7" fmla="*/ 0 h 240"/>
                  <a:gd name="T8" fmla="*/ 0 w 306"/>
                  <a:gd name="T9" fmla="*/ 6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3" name="AutoShape 977">
                <a:extLst>
                  <a:ext uri="{FF2B5EF4-FFF2-40B4-BE49-F238E27FC236}">
                    <a16:creationId xmlns:a16="http://schemas.microsoft.com/office/drawing/2014/main" id="{9B5749F0-C743-D247-9288-DD5C4B670C67}"/>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4" name="AutoShape 978">
                <a:extLst>
                  <a:ext uri="{FF2B5EF4-FFF2-40B4-BE49-F238E27FC236}">
                    <a16:creationId xmlns:a16="http://schemas.microsoft.com/office/drawing/2014/main" id="{990B835A-E601-8B4A-913C-86C2C6F75DF1}"/>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5" name="Oval 979">
                <a:extLst>
                  <a:ext uri="{FF2B5EF4-FFF2-40B4-BE49-F238E27FC236}">
                    <a16:creationId xmlns:a16="http://schemas.microsoft.com/office/drawing/2014/main" id="{54D6634C-D1A9-6142-9854-19C444BA4C3C}"/>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6" name="Oval 980">
                <a:extLst>
                  <a:ext uri="{FF2B5EF4-FFF2-40B4-BE49-F238E27FC236}">
                    <a16:creationId xmlns:a16="http://schemas.microsoft.com/office/drawing/2014/main" id="{4B663C71-DBAC-684F-AC10-C3062136DE50}"/>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877" name="Oval 981">
                <a:extLst>
                  <a:ext uri="{FF2B5EF4-FFF2-40B4-BE49-F238E27FC236}">
                    <a16:creationId xmlns:a16="http://schemas.microsoft.com/office/drawing/2014/main" id="{89DA651A-7990-3046-B6A9-BDF3A76B185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8" name="Rectangle 982">
                <a:extLst>
                  <a:ext uri="{FF2B5EF4-FFF2-40B4-BE49-F238E27FC236}">
                    <a16:creationId xmlns:a16="http://schemas.microsoft.com/office/drawing/2014/main" id="{97BCC976-FD19-5C44-A0F3-970A14677F1F}"/>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22" name="Group 950">
              <a:extLst>
                <a:ext uri="{FF2B5EF4-FFF2-40B4-BE49-F238E27FC236}">
                  <a16:creationId xmlns:a16="http://schemas.microsoft.com/office/drawing/2014/main" id="{408FB985-1A5F-F147-891F-C6EE203F1727}"/>
                </a:ext>
              </a:extLst>
            </p:cNvPr>
            <p:cNvGrpSpPr>
              <a:grpSpLocks/>
            </p:cNvGrpSpPr>
            <p:nvPr/>
          </p:nvGrpSpPr>
          <p:grpSpPr bwMode="auto">
            <a:xfrm>
              <a:off x="7182479" y="2847655"/>
              <a:ext cx="338137" cy="653816"/>
              <a:chOff x="4140" y="429"/>
              <a:chExt cx="1425" cy="2396"/>
            </a:xfrm>
          </p:grpSpPr>
          <p:sp>
            <p:nvSpPr>
              <p:cNvPr id="823" name="Freeform 951">
                <a:extLst>
                  <a:ext uri="{FF2B5EF4-FFF2-40B4-BE49-F238E27FC236}">
                    <a16:creationId xmlns:a16="http://schemas.microsoft.com/office/drawing/2014/main" id="{E5433180-28F2-BE4A-AA7C-A7B21A6324C8}"/>
                  </a:ext>
                </a:extLst>
              </p:cNvPr>
              <p:cNvSpPr>
                <a:spLocks/>
              </p:cNvSpPr>
              <p:nvPr/>
            </p:nvSpPr>
            <p:spPr bwMode="auto">
              <a:xfrm>
                <a:off x="5268" y="433"/>
                <a:ext cx="283" cy="2286"/>
              </a:xfrm>
              <a:custGeom>
                <a:avLst/>
                <a:gdLst>
                  <a:gd name="T0" fmla="*/ 2 w 354"/>
                  <a:gd name="T1" fmla="*/ 0 h 2742"/>
                  <a:gd name="T2" fmla="*/ 8 w 354"/>
                  <a:gd name="T3" fmla="*/ 16 h 2742"/>
                  <a:gd name="T4" fmla="*/ 8 w 354"/>
                  <a:gd name="T5" fmla="*/ 119 h 2742"/>
                  <a:gd name="T6" fmla="*/ 0 w 354"/>
                  <a:gd name="T7" fmla="*/ 124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4" name="Rectangle 952">
                <a:extLst>
                  <a:ext uri="{FF2B5EF4-FFF2-40B4-BE49-F238E27FC236}">
                    <a16:creationId xmlns:a16="http://schemas.microsoft.com/office/drawing/2014/main" id="{8C5BD778-66FD-3945-B836-91E6ED4A0B3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5" name="Freeform 953">
                <a:extLst>
                  <a:ext uri="{FF2B5EF4-FFF2-40B4-BE49-F238E27FC236}">
                    <a16:creationId xmlns:a16="http://schemas.microsoft.com/office/drawing/2014/main" id="{2A91ACBD-8D41-DD4C-A2B1-048B348B9E49}"/>
                  </a:ext>
                </a:extLst>
              </p:cNvPr>
              <p:cNvSpPr>
                <a:spLocks/>
              </p:cNvSpPr>
              <p:nvPr/>
            </p:nvSpPr>
            <p:spPr bwMode="auto">
              <a:xfrm>
                <a:off x="5321" y="570"/>
                <a:ext cx="169" cy="2115"/>
              </a:xfrm>
              <a:custGeom>
                <a:avLst/>
                <a:gdLst>
                  <a:gd name="T0" fmla="*/ 2 w 211"/>
                  <a:gd name="T1" fmla="*/ 0 h 2537"/>
                  <a:gd name="T2" fmla="*/ 5 w 211"/>
                  <a:gd name="T3" fmla="*/ 11 h 2537"/>
                  <a:gd name="T4" fmla="*/ 2 w 211"/>
                  <a:gd name="T5" fmla="*/ 11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6" name="Freeform 954">
                <a:extLst>
                  <a:ext uri="{FF2B5EF4-FFF2-40B4-BE49-F238E27FC236}">
                    <a16:creationId xmlns:a16="http://schemas.microsoft.com/office/drawing/2014/main" id="{FD9AFB84-DB6D-6046-8467-AD372F41387B}"/>
                  </a:ext>
                </a:extLst>
              </p:cNvPr>
              <p:cNvSpPr>
                <a:spLocks/>
              </p:cNvSpPr>
              <p:nvPr/>
            </p:nvSpPr>
            <p:spPr bwMode="auto">
              <a:xfrm>
                <a:off x="5284" y="1640"/>
                <a:ext cx="263" cy="189"/>
              </a:xfrm>
              <a:custGeom>
                <a:avLst/>
                <a:gdLst>
                  <a:gd name="T0" fmla="*/ 2 w 328"/>
                  <a:gd name="T1" fmla="*/ 0 h 226"/>
                  <a:gd name="T2" fmla="*/ 7 w 328"/>
                  <a:gd name="T3" fmla="*/ 7 h 226"/>
                  <a:gd name="T4" fmla="*/ 7 w 328"/>
                  <a:gd name="T5" fmla="*/ 11 h 226"/>
                  <a:gd name="T6" fmla="*/ 0 w 328"/>
                  <a:gd name="T7" fmla="*/ 5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7" name="Rectangle 955">
                <a:extLst>
                  <a:ext uri="{FF2B5EF4-FFF2-40B4-BE49-F238E27FC236}">
                    <a16:creationId xmlns:a16="http://schemas.microsoft.com/office/drawing/2014/main" id="{77DBE4BA-8D67-5B43-8297-B9D264FE9BE2}"/>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28" name="Group 956">
                <a:extLst>
                  <a:ext uri="{FF2B5EF4-FFF2-40B4-BE49-F238E27FC236}">
                    <a16:creationId xmlns:a16="http://schemas.microsoft.com/office/drawing/2014/main" id="{F3DA3736-9C54-FD40-9182-376547A2AE83}"/>
                  </a:ext>
                </a:extLst>
              </p:cNvPr>
              <p:cNvGrpSpPr>
                <a:grpSpLocks/>
              </p:cNvGrpSpPr>
              <p:nvPr/>
            </p:nvGrpSpPr>
            <p:grpSpPr bwMode="auto">
              <a:xfrm>
                <a:off x="4749" y="668"/>
                <a:ext cx="581" cy="145"/>
                <a:chOff x="614" y="2568"/>
                <a:chExt cx="725" cy="139"/>
              </a:xfrm>
            </p:grpSpPr>
            <p:sp>
              <p:nvSpPr>
                <p:cNvPr id="853" name="AutoShape 957">
                  <a:extLst>
                    <a:ext uri="{FF2B5EF4-FFF2-40B4-BE49-F238E27FC236}">
                      <a16:creationId xmlns:a16="http://schemas.microsoft.com/office/drawing/2014/main" id="{AF6DA2C1-3BA8-9F42-8082-1828FAC4EDA9}"/>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4" name="AutoShape 958">
                  <a:extLst>
                    <a:ext uri="{FF2B5EF4-FFF2-40B4-BE49-F238E27FC236}">
                      <a16:creationId xmlns:a16="http://schemas.microsoft.com/office/drawing/2014/main" id="{7E65A1C9-4BD5-C648-BDA4-FE7A4B1268D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29" name="Rectangle 959">
                <a:extLst>
                  <a:ext uri="{FF2B5EF4-FFF2-40B4-BE49-F238E27FC236}">
                    <a16:creationId xmlns:a16="http://schemas.microsoft.com/office/drawing/2014/main" id="{EC0E4CD1-FF46-4441-8D14-832711884C57}"/>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30" name="Group 960">
                <a:extLst>
                  <a:ext uri="{FF2B5EF4-FFF2-40B4-BE49-F238E27FC236}">
                    <a16:creationId xmlns:a16="http://schemas.microsoft.com/office/drawing/2014/main" id="{E64F3582-6063-6041-8631-63DD7426A470}"/>
                  </a:ext>
                </a:extLst>
              </p:cNvPr>
              <p:cNvGrpSpPr>
                <a:grpSpLocks/>
              </p:cNvGrpSpPr>
              <p:nvPr/>
            </p:nvGrpSpPr>
            <p:grpSpPr bwMode="auto">
              <a:xfrm>
                <a:off x="4747" y="994"/>
                <a:ext cx="581" cy="134"/>
                <a:chOff x="614" y="2568"/>
                <a:chExt cx="725" cy="139"/>
              </a:xfrm>
            </p:grpSpPr>
            <p:sp>
              <p:nvSpPr>
                <p:cNvPr id="851" name="AutoShape 961">
                  <a:extLst>
                    <a:ext uri="{FF2B5EF4-FFF2-40B4-BE49-F238E27FC236}">
                      <a16:creationId xmlns:a16="http://schemas.microsoft.com/office/drawing/2014/main" id="{C34EAECD-E1EF-8646-9F61-922B7F0EA0BF}"/>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2" name="AutoShape 962">
                  <a:extLst>
                    <a:ext uri="{FF2B5EF4-FFF2-40B4-BE49-F238E27FC236}">
                      <a16:creationId xmlns:a16="http://schemas.microsoft.com/office/drawing/2014/main" id="{9D855FB6-3F8B-4F48-BB63-40E93ACB20A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31" name="Rectangle 963">
                <a:extLst>
                  <a:ext uri="{FF2B5EF4-FFF2-40B4-BE49-F238E27FC236}">
                    <a16:creationId xmlns:a16="http://schemas.microsoft.com/office/drawing/2014/main" id="{F062D5F9-755C-724B-955A-7A2BDC06D583}"/>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2" name="Rectangle 964">
                <a:extLst>
                  <a:ext uri="{FF2B5EF4-FFF2-40B4-BE49-F238E27FC236}">
                    <a16:creationId xmlns:a16="http://schemas.microsoft.com/office/drawing/2014/main" id="{177A8ED0-5EFF-1249-9487-CD3CEB431A85}"/>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33" name="Group 965">
                <a:extLst>
                  <a:ext uri="{FF2B5EF4-FFF2-40B4-BE49-F238E27FC236}">
                    <a16:creationId xmlns:a16="http://schemas.microsoft.com/office/drawing/2014/main" id="{A1DF88D1-CA38-D94A-B614-BF080EB38912}"/>
                  </a:ext>
                </a:extLst>
              </p:cNvPr>
              <p:cNvGrpSpPr>
                <a:grpSpLocks/>
              </p:cNvGrpSpPr>
              <p:nvPr/>
            </p:nvGrpSpPr>
            <p:grpSpPr bwMode="auto">
              <a:xfrm>
                <a:off x="4735" y="1627"/>
                <a:ext cx="582" cy="151"/>
                <a:chOff x="614" y="2568"/>
                <a:chExt cx="725" cy="139"/>
              </a:xfrm>
            </p:grpSpPr>
            <p:sp>
              <p:nvSpPr>
                <p:cNvPr id="849" name="AutoShape 966">
                  <a:extLst>
                    <a:ext uri="{FF2B5EF4-FFF2-40B4-BE49-F238E27FC236}">
                      <a16:creationId xmlns:a16="http://schemas.microsoft.com/office/drawing/2014/main" id="{F38F11ED-A8CE-5249-99B7-BC200E46CAC5}"/>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0" name="AutoShape 967">
                  <a:extLst>
                    <a:ext uri="{FF2B5EF4-FFF2-40B4-BE49-F238E27FC236}">
                      <a16:creationId xmlns:a16="http://schemas.microsoft.com/office/drawing/2014/main" id="{BE8854EE-7F90-844A-B45E-E7DD53A00DD1}"/>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34" name="Freeform 968">
                <a:extLst>
                  <a:ext uri="{FF2B5EF4-FFF2-40B4-BE49-F238E27FC236}">
                    <a16:creationId xmlns:a16="http://schemas.microsoft.com/office/drawing/2014/main" id="{C685DB2D-2CAC-9042-82A0-DF8A8A5C76FB}"/>
                  </a:ext>
                </a:extLst>
              </p:cNvPr>
              <p:cNvSpPr>
                <a:spLocks/>
              </p:cNvSpPr>
              <p:nvPr/>
            </p:nvSpPr>
            <p:spPr bwMode="auto">
              <a:xfrm>
                <a:off x="5288" y="1354"/>
                <a:ext cx="263" cy="188"/>
              </a:xfrm>
              <a:custGeom>
                <a:avLst/>
                <a:gdLst>
                  <a:gd name="T0" fmla="*/ 2 w 328"/>
                  <a:gd name="T1" fmla="*/ 0 h 226"/>
                  <a:gd name="T2" fmla="*/ 7 w 328"/>
                  <a:gd name="T3" fmla="*/ 6 h 226"/>
                  <a:gd name="T4" fmla="*/ 7 w 328"/>
                  <a:gd name="T5" fmla="*/ 10 h 226"/>
                  <a:gd name="T6" fmla="*/ 0 w 328"/>
                  <a:gd name="T7" fmla="*/ 4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35" name="Group 969">
                <a:extLst>
                  <a:ext uri="{FF2B5EF4-FFF2-40B4-BE49-F238E27FC236}">
                    <a16:creationId xmlns:a16="http://schemas.microsoft.com/office/drawing/2014/main" id="{17E8E7C0-53DA-9845-A7EC-5C2E647C9876}"/>
                  </a:ext>
                </a:extLst>
              </p:cNvPr>
              <p:cNvGrpSpPr>
                <a:grpSpLocks/>
              </p:cNvGrpSpPr>
              <p:nvPr/>
            </p:nvGrpSpPr>
            <p:grpSpPr bwMode="auto">
              <a:xfrm>
                <a:off x="4739" y="1327"/>
                <a:ext cx="582" cy="139"/>
                <a:chOff x="614" y="2568"/>
                <a:chExt cx="725" cy="139"/>
              </a:xfrm>
            </p:grpSpPr>
            <p:sp>
              <p:nvSpPr>
                <p:cNvPr id="847" name="AutoShape 970">
                  <a:extLst>
                    <a:ext uri="{FF2B5EF4-FFF2-40B4-BE49-F238E27FC236}">
                      <a16:creationId xmlns:a16="http://schemas.microsoft.com/office/drawing/2014/main" id="{B5CA9A5E-F11C-004B-9937-AD191292AEAD}"/>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8" name="AutoShape 971">
                  <a:extLst>
                    <a:ext uri="{FF2B5EF4-FFF2-40B4-BE49-F238E27FC236}">
                      <a16:creationId xmlns:a16="http://schemas.microsoft.com/office/drawing/2014/main" id="{96386543-71E7-1D42-9624-7949180883C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36" name="Rectangle 972">
                <a:extLst>
                  <a:ext uri="{FF2B5EF4-FFF2-40B4-BE49-F238E27FC236}">
                    <a16:creationId xmlns:a16="http://schemas.microsoft.com/office/drawing/2014/main" id="{C1AF9949-5911-9240-A6AD-91975A73F019}"/>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7" name="Freeform 973">
                <a:extLst>
                  <a:ext uri="{FF2B5EF4-FFF2-40B4-BE49-F238E27FC236}">
                    <a16:creationId xmlns:a16="http://schemas.microsoft.com/office/drawing/2014/main" id="{27BBB8ED-9D76-4E4F-BF4D-5A7FF5643591}"/>
                  </a:ext>
                </a:extLst>
              </p:cNvPr>
              <p:cNvSpPr>
                <a:spLocks/>
              </p:cNvSpPr>
              <p:nvPr/>
            </p:nvSpPr>
            <p:spPr bwMode="auto">
              <a:xfrm>
                <a:off x="5312" y="1007"/>
                <a:ext cx="237" cy="213"/>
              </a:xfrm>
              <a:custGeom>
                <a:avLst/>
                <a:gdLst>
                  <a:gd name="T0" fmla="*/ 2 w 296"/>
                  <a:gd name="T1" fmla="*/ 0 h 256"/>
                  <a:gd name="T2" fmla="*/ 7 w 296"/>
                  <a:gd name="T3" fmla="*/ 6 h 256"/>
                  <a:gd name="T4" fmla="*/ 7 w 296"/>
                  <a:gd name="T5" fmla="*/ 11 h 256"/>
                  <a:gd name="T6" fmla="*/ 0 w 296"/>
                  <a:gd name="T7" fmla="*/ 4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8" name="Freeform 974">
                <a:extLst>
                  <a:ext uri="{FF2B5EF4-FFF2-40B4-BE49-F238E27FC236}">
                    <a16:creationId xmlns:a16="http://schemas.microsoft.com/office/drawing/2014/main" id="{02E9A54F-05AA-404E-91E8-11085F7EBD45}"/>
                  </a:ext>
                </a:extLst>
              </p:cNvPr>
              <p:cNvSpPr>
                <a:spLocks/>
              </p:cNvSpPr>
              <p:nvPr/>
            </p:nvSpPr>
            <p:spPr bwMode="auto">
              <a:xfrm>
                <a:off x="5315" y="680"/>
                <a:ext cx="244" cy="240"/>
              </a:xfrm>
              <a:custGeom>
                <a:avLst/>
                <a:gdLst>
                  <a:gd name="T0" fmla="*/ 0 w 304"/>
                  <a:gd name="T1" fmla="*/ 0 h 288"/>
                  <a:gd name="T2" fmla="*/ 7 w 304"/>
                  <a:gd name="T3" fmla="*/ 8 h 288"/>
                  <a:gd name="T4" fmla="*/ 6 w 304"/>
                  <a:gd name="T5" fmla="*/ 13 h 288"/>
                  <a:gd name="T6" fmla="*/ 2 w 304"/>
                  <a:gd name="T7" fmla="*/ 6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9" name="Oval 975">
                <a:extLst>
                  <a:ext uri="{FF2B5EF4-FFF2-40B4-BE49-F238E27FC236}">
                    <a16:creationId xmlns:a16="http://schemas.microsoft.com/office/drawing/2014/main" id="{9AC3BA29-CFE0-7A41-866E-F884B95B87E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0" name="Freeform 976">
                <a:extLst>
                  <a:ext uri="{FF2B5EF4-FFF2-40B4-BE49-F238E27FC236}">
                    <a16:creationId xmlns:a16="http://schemas.microsoft.com/office/drawing/2014/main" id="{E7FFF245-8A0A-2749-A793-25B6F30E9636}"/>
                  </a:ext>
                </a:extLst>
              </p:cNvPr>
              <p:cNvSpPr>
                <a:spLocks/>
              </p:cNvSpPr>
              <p:nvPr/>
            </p:nvSpPr>
            <p:spPr bwMode="auto">
              <a:xfrm>
                <a:off x="5302" y="2614"/>
                <a:ext cx="245" cy="200"/>
              </a:xfrm>
              <a:custGeom>
                <a:avLst/>
                <a:gdLst>
                  <a:gd name="T0" fmla="*/ 0 w 306"/>
                  <a:gd name="T1" fmla="*/ 6 h 240"/>
                  <a:gd name="T2" fmla="*/ 2 w 306"/>
                  <a:gd name="T3" fmla="*/ 11 h 240"/>
                  <a:gd name="T4" fmla="*/ 7 w 306"/>
                  <a:gd name="T5" fmla="*/ 6 h 240"/>
                  <a:gd name="T6" fmla="*/ 7 w 306"/>
                  <a:gd name="T7" fmla="*/ 0 h 240"/>
                  <a:gd name="T8" fmla="*/ 0 w 306"/>
                  <a:gd name="T9" fmla="*/ 6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1" name="AutoShape 977">
                <a:extLst>
                  <a:ext uri="{FF2B5EF4-FFF2-40B4-BE49-F238E27FC236}">
                    <a16:creationId xmlns:a16="http://schemas.microsoft.com/office/drawing/2014/main" id="{774C1F7E-EF61-9041-A67B-B2D38BDB148F}"/>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2" name="AutoShape 978">
                <a:extLst>
                  <a:ext uri="{FF2B5EF4-FFF2-40B4-BE49-F238E27FC236}">
                    <a16:creationId xmlns:a16="http://schemas.microsoft.com/office/drawing/2014/main" id="{8321AD11-FD38-2140-803F-0861F460D9A8}"/>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3" name="Oval 979">
                <a:extLst>
                  <a:ext uri="{FF2B5EF4-FFF2-40B4-BE49-F238E27FC236}">
                    <a16:creationId xmlns:a16="http://schemas.microsoft.com/office/drawing/2014/main" id="{3B03DD16-3989-194B-BD6E-9FAE3F6CDAAC}"/>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4" name="Oval 980">
                <a:extLst>
                  <a:ext uri="{FF2B5EF4-FFF2-40B4-BE49-F238E27FC236}">
                    <a16:creationId xmlns:a16="http://schemas.microsoft.com/office/drawing/2014/main" id="{FB43C4D6-3355-2049-A335-F477077CE12E}"/>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845" name="Oval 981">
                <a:extLst>
                  <a:ext uri="{FF2B5EF4-FFF2-40B4-BE49-F238E27FC236}">
                    <a16:creationId xmlns:a16="http://schemas.microsoft.com/office/drawing/2014/main" id="{8045FE53-47F3-754E-922B-AF14C036060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6" name="Rectangle 982">
                <a:extLst>
                  <a:ext uri="{FF2B5EF4-FFF2-40B4-BE49-F238E27FC236}">
                    <a16:creationId xmlns:a16="http://schemas.microsoft.com/office/drawing/2014/main" id="{970F4A74-CE34-AE4C-A565-ABAC41470B99}"/>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887" name="Freeform 2">
            <a:extLst>
              <a:ext uri="{FF2B5EF4-FFF2-40B4-BE49-F238E27FC236}">
                <a16:creationId xmlns:a16="http://schemas.microsoft.com/office/drawing/2014/main" id="{73B896A4-C009-EC47-9EB3-507C0C7CCB88}"/>
              </a:ext>
            </a:extLst>
          </p:cNvPr>
          <p:cNvSpPr>
            <a:spLocks/>
          </p:cNvSpPr>
          <p:nvPr/>
        </p:nvSpPr>
        <p:spPr bwMode="auto">
          <a:xfrm>
            <a:off x="4341668" y="5696917"/>
            <a:ext cx="4027487" cy="939800"/>
          </a:xfrm>
          <a:custGeom>
            <a:avLst/>
            <a:gdLst>
              <a:gd name="T0" fmla="*/ 2147483647 w 10001"/>
              <a:gd name="T1" fmla="*/ 2147483647 h 10125"/>
              <a:gd name="T2" fmla="*/ 2147483647 w 10001"/>
              <a:gd name="T3" fmla="*/ 2147483647 h 10125"/>
              <a:gd name="T4" fmla="*/ 2147483647 w 10001"/>
              <a:gd name="T5" fmla="*/ 2147483647 h 10125"/>
              <a:gd name="T6" fmla="*/ 2147483647 w 10001"/>
              <a:gd name="T7" fmla="*/ 0 h 10125"/>
              <a:gd name="T8" fmla="*/ 2147483647 w 10001"/>
              <a:gd name="T9" fmla="*/ 2147483647 h 10125"/>
              <a:gd name="T10" fmla="*/ 2147483647 w 10001"/>
              <a:gd name="T11" fmla="*/ 2147483647 h 10125"/>
              <a:gd name="T12" fmla="*/ 2147483647 w 10001"/>
              <a:gd name="T13" fmla="*/ 2147483647 h 10125"/>
              <a:gd name="T14" fmla="*/ 2147483647 w 10001"/>
              <a:gd name="T15" fmla="*/ 2147483647 h 10125"/>
              <a:gd name="T16" fmla="*/ 2147483647 w 10001"/>
              <a:gd name="T17" fmla="*/ 2147483647 h 10125"/>
              <a:gd name="T18" fmla="*/ 2147483647 w 10001"/>
              <a:gd name="T19" fmla="*/ 2147483647 h 10125"/>
              <a:gd name="T20" fmla="*/ 2147483647 w 10001"/>
              <a:gd name="T21" fmla="*/ 2147483647 h 10125"/>
              <a:gd name="T22" fmla="*/ 2147483647 w 10001"/>
              <a:gd name="T23" fmla="*/ 2147483647 h 10125"/>
              <a:gd name="T24" fmla="*/ 2147483647 w 10001"/>
              <a:gd name="T25" fmla="*/ 2147483647 h 10125"/>
              <a:gd name="T26" fmla="*/ 2147483647 w 10001"/>
              <a:gd name="T27" fmla="*/ 2147483647 h 10125"/>
              <a:gd name="T28" fmla="*/ 2147483647 w 10001"/>
              <a:gd name="T29" fmla="*/ 2147483647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888" name="Straight Connector 887">
            <a:extLst>
              <a:ext uri="{FF2B5EF4-FFF2-40B4-BE49-F238E27FC236}">
                <a16:creationId xmlns:a16="http://schemas.microsoft.com/office/drawing/2014/main" id="{BFDE916B-AF97-DB4F-88E3-3211F74E07F5}"/>
              </a:ext>
            </a:extLst>
          </p:cNvPr>
          <p:cNvCxnSpPr/>
          <p:nvPr/>
        </p:nvCxnSpPr>
        <p:spPr>
          <a:xfrm flipV="1">
            <a:off x="5011593" y="5847730"/>
            <a:ext cx="1316037" cy="131762"/>
          </a:xfrm>
          <a:prstGeom prst="line">
            <a:avLst/>
          </a:prstGeom>
          <a:noFill/>
          <a:ln w="12700" cap="flat" cmpd="sng" algn="ctr">
            <a:solidFill>
              <a:srgbClr val="000000"/>
            </a:solidFill>
            <a:prstDash val="solid"/>
          </a:ln>
          <a:effectLst/>
        </p:spPr>
      </p:cxnSp>
      <p:cxnSp>
        <p:nvCxnSpPr>
          <p:cNvPr id="889" name="Straight Connector 888">
            <a:extLst>
              <a:ext uri="{FF2B5EF4-FFF2-40B4-BE49-F238E27FC236}">
                <a16:creationId xmlns:a16="http://schemas.microsoft.com/office/drawing/2014/main" id="{11A6A20F-5B1F-E34C-A889-7D7216BC52A6}"/>
              </a:ext>
            </a:extLst>
          </p:cNvPr>
          <p:cNvCxnSpPr/>
          <p:nvPr/>
        </p:nvCxnSpPr>
        <p:spPr>
          <a:xfrm>
            <a:off x="4900468" y="6035055"/>
            <a:ext cx="2259012" cy="298450"/>
          </a:xfrm>
          <a:prstGeom prst="line">
            <a:avLst/>
          </a:prstGeom>
          <a:noFill/>
          <a:ln w="12700" cap="flat" cmpd="sng" algn="ctr">
            <a:solidFill>
              <a:srgbClr val="000000"/>
            </a:solidFill>
            <a:prstDash val="solid"/>
          </a:ln>
          <a:effectLst/>
        </p:spPr>
      </p:cxnSp>
      <p:cxnSp>
        <p:nvCxnSpPr>
          <p:cNvPr id="890" name="Straight Connector 889">
            <a:extLst>
              <a:ext uri="{FF2B5EF4-FFF2-40B4-BE49-F238E27FC236}">
                <a16:creationId xmlns:a16="http://schemas.microsoft.com/office/drawing/2014/main" id="{EC3A188E-9403-584D-9DE4-BD063B6A9984}"/>
              </a:ext>
            </a:extLst>
          </p:cNvPr>
          <p:cNvCxnSpPr/>
          <p:nvPr/>
        </p:nvCxnSpPr>
        <p:spPr>
          <a:xfrm>
            <a:off x="4913168" y="6139830"/>
            <a:ext cx="714375" cy="276225"/>
          </a:xfrm>
          <a:prstGeom prst="line">
            <a:avLst/>
          </a:prstGeom>
          <a:noFill/>
          <a:ln w="12700" cap="flat" cmpd="sng" algn="ctr">
            <a:solidFill>
              <a:srgbClr val="000000"/>
            </a:solidFill>
            <a:prstDash val="solid"/>
          </a:ln>
          <a:effectLst/>
        </p:spPr>
      </p:cxnSp>
      <p:cxnSp>
        <p:nvCxnSpPr>
          <p:cNvPr id="891" name="Straight Connector 890">
            <a:extLst>
              <a:ext uri="{FF2B5EF4-FFF2-40B4-BE49-F238E27FC236}">
                <a16:creationId xmlns:a16="http://schemas.microsoft.com/office/drawing/2014/main" id="{CA8EFEA7-A8AA-F945-BA1D-4ACB721622E5}"/>
              </a:ext>
            </a:extLst>
          </p:cNvPr>
          <p:cNvCxnSpPr/>
          <p:nvPr/>
        </p:nvCxnSpPr>
        <p:spPr>
          <a:xfrm flipV="1">
            <a:off x="5930755" y="6333505"/>
            <a:ext cx="1247775" cy="82550"/>
          </a:xfrm>
          <a:prstGeom prst="line">
            <a:avLst/>
          </a:prstGeom>
          <a:noFill/>
          <a:ln w="12700" cap="flat" cmpd="sng" algn="ctr">
            <a:solidFill>
              <a:srgbClr val="000000"/>
            </a:solidFill>
            <a:prstDash val="solid"/>
          </a:ln>
          <a:effectLst/>
        </p:spPr>
      </p:cxnSp>
      <p:cxnSp>
        <p:nvCxnSpPr>
          <p:cNvPr id="892" name="Straight Connector 891">
            <a:extLst>
              <a:ext uri="{FF2B5EF4-FFF2-40B4-BE49-F238E27FC236}">
                <a16:creationId xmlns:a16="http://schemas.microsoft.com/office/drawing/2014/main" id="{B2D0340F-062D-4B43-ADB5-74954D542D1B}"/>
              </a:ext>
            </a:extLst>
          </p:cNvPr>
          <p:cNvCxnSpPr/>
          <p:nvPr/>
        </p:nvCxnSpPr>
        <p:spPr>
          <a:xfrm>
            <a:off x="6591155" y="5881067"/>
            <a:ext cx="1057275" cy="123825"/>
          </a:xfrm>
          <a:prstGeom prst="line">
            <a:avLst/>
          </a:prstGeom>
          <a:noFill/>
          <a:ln w="12700" cap="flat" cmpd="sng" algn="ctr">
            <a:solidFill>
              <a:srgbClr val="000000"/>
            </a:solidFill>
            <a:prstDash val="solid"/>
          </a:ln>
          <a:effectLst/>
        </p:spPr>
      </p:cxnSp>
      <p:cxnSp>
        <p:nvCxnSpPr>
          <p:cNvPr id="893" name="Straight Connector 892">
            <a:extLst>
              <a:ext uri="{FF2B5EF4-FFF2-40B4-BE49-F238E27FC236}">
                <a16:creationId xmlns:a16="http://schemas.microsoft.com/office/drawing/2014/main" id="{694966F7-E79E-AC42-A981-710223649ACC}"/>
              </a:ext>
            </a:extLst>
          </p:cNvPr>
          <p:cNvCxnSpPr/>
          <p:nvPr/>
        </p:nvCxnSpPr>
        <p:spPr>
          <a:xfrm flipV="1">
            <a:off x="5875193" y="6035055"/>
            <a:ext cx="1790700" cy="298450"/>
          </a:xfrm>
          <a:prstGeom prst="line">
            <a:avLst/>
          </a:prstGeom>
          <a:noFill/>
          <a:ln w="12700" cap="flat" cmpd="sng" algn="ctr">
            <a:solidFill>
              <a:srgbClr val="000000"/>
            </a:solidFill>
            <a:prstDash val="solid"/>
          </a:ln>
          <a:effectLst/>
        </p:spPr>
      </p:cxnSp>
      <p:cxnSp>
        <p:nvCxnSpPr>
          <p:cNvPr id="894" name="Straight Connector 893">
            <a:extLst>
              <a:ext uri="{FF2B5EF4-FFF2-40B4-BE49-F238E27FC236}">
                <a16:creationId xmlns:a16="http://schemas.microsoft.com/office/drawing/2014/main" id="{E084439A-562F-9047-916D-8BFA8D983C78}"/>
              </a:ext>
            </a:extLst>
          </p:cNvPr>
          <p:cNvCxnSpPr/>
          <p:nvPr/>
        </p:nvCxnSpPr>
        <p:spPr>
          <a:xfrm flipV="1">
            <a:off x="7202343" y="6063630"/>
            <a:ext cx="588962" cy="269875"/>
          </a:xfrm>
          <a:prstGeom prst="line">
            <a:avLst/>
          </a:prstGeom>
          <a:noFill/>
          <a:ln w="12700" cap="flat" cmpd="sng" algn="ctr">
            <a:solidFill>
              <a:srgbClr val="000000"/>
            </a:solidFill>
            <a:prstDash val="solid"/>
          </a:ln>
          <a:effectLst/>
        </p:spPr>
      </p:cxnSp>
      <p:cxnSp>
        <p:nvCxnSpPr>
          <p:cNvPr id="895" name="Straight Connector 894">
            <a:extLst>
              <a:ext uri="{FF2B5EF4-FFF2-40B4-BE49-F238E27FC236}">
                <a16:creationId xmlns:a16="http://schemas.microsoft.com/office/drawing/2014/main" id="{B834EF84-01CE-DB43-AA3A-31C4F6601F10}"/>
              </a:ext>
            </a:extLst>
          </p:cNvPr>
          <p:cNvCxnSpPr/>
          <p:nvPr/>
        </p:nvCxnSpPr>
        <p:spPr>
          <a:xfrm>
            <a:off x="6345093" y="5847730"/>
            <a:ext cx="814387" cy="401637"/>
          </a:xfrm>
          <a:prstGeom prst="line">
            <a:avLst/>
          </a:prstGeom>
          <a:noFill/>
          <a:ln w="12700" cap="flat" cmpd="sng" algn="ctr">
            <a:solidFill>
              <a:srgbClr val="000000"/>
            </a:solidFill>
            <a:prstDash val="solid"/>
          </a:ln>
          <a:effectLst/>
        </p:spPr>
      </p:cxnSp>
      <p:grpSp>
        <p:nvGrpSpPr>
          <p:cNvPr id="896" name="Group 895">
            <a:extLst>
              <a:ext uri="{FF2B5EF4-FFF2-40B4-BE49-F238E27FC236}">
                <a16:creationId xmlns:a16="http://schemas.microsoft.com/office/drawing/2014/main" id="{711F93EB-336F-294F-9B30-EC65C9DC0F9C}"/>
              </a:ext>
            </a:extLst>
          </p:cNvPr>
          <p:cNvGrpSpPr>
            <a:grpSpLocks/>
          </p:cNvGrpSpPr>
          <p:nvPr/>
        </p:nvGrpSpPr>
        <p:grpSpPr bwMode="auto">
          <a:xfrm>
            <a:off x="3274868" y="2950542"/>
            <a:ext cx="6978650" cy="1096963"/>
            <a:chOff x="1526216" y="3003498"/>
            <a:chExt cx="6978041" cy="1096962"/>
          </a:xfrm>
        </p:grpSpPr>
        <p:sp>
          <p:nvSpPr>
            <p:cNvPr id="897" name="TextBox 399">
              <a:extLst>
                <a:ext uri="{FF2B5EF4-FFF2-40B4-BE49-F238E27FC236}">
                  <a16:creationId xmlns:a16="http://schemas.microsoft.com/office/drawing/2014/main" id="{02C371D3-2C1E-5244-9747-22984982BA7B}"/>
                </a:ext>
              </a:extLst>
            </p:cNvPr>
            <p:cNvSpPr txBox="1">
              <a:spLocks noChangeArrowheads="1"/>
            </p:cNvSpPr>
            <p:nvPr/>
          </p:nvSpPr>
          <p:spPr bwMode="auto">
            <a:xfrm>
              <a:off x="7714291" y="3628973"/>
              <a:ext cx="595313" cy="4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data</a:t>
              </a:r>
            </a:p>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plane</a:t>
              </a:r>
            </a:p>
          </p:txBody>
        </p:sp>
        <p:sp>
          <p:nvSpPr>
            <p:cNvPr id="898" name="TextBox 400">
              <a:extLst>
                <a:ext uri="{FF2B5EF4-FFF2-40B4-BE49-F238E27FC236}">
                  <a16:creationId xmlns:a16="http://schemas.microsoft.com/office/drawing/2014/main" id="{E9FCEA42-739D-C647-B0B2-29DF6799176C}"/>
                </a:ext>
              </a:extLst>
            </p:cNvPr>
            <p:cNvSpPr txBox="1">
              <a:spLocks noChangeArrowheads="1"/>
            </p:cNvSpPr>
            <p:nvPr/>
          </p:nvSpPr>
          <p:spPr bwMode="auto">
            <a:xfrm>
              <a:off x="7728579" y="3003498"/>
              <a:ext cx="709612" cy="4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control</a:t>
              </a:r>
            </a:p>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plane</a:t>
              </a:r>
            </a:p>
          </p:txBody>
        </p:sp>
        <p:cxnSp>
          <p:nvCxnSpPr>
            <p:cNvPr id="899" name="Straight Connector 898">
              <a:extLst>
                <a:ext uri="{FF2B5EF4-FFF2-40B4-BE49-F238E27FC236}">
                  <a16:creationId xmlns:a16="http://schemas.microsoft.com/office/drawing/2014/main" id="{B4D02647-EB69-3549-8B8C-C214B4362D0C}"/>
                </a:ext>
              </a:extLst>
            </p:cNvPr>
            <p:cNvCxnSpPr/>
            <p:nvPr/>
          </p:nvCxnSpPr>
          <p:spPr bwMode="auto">
            <a:xfrm flipV="1">
              <a:off x="1526216" y="3579760"/>
              <a:ext cx="6978041" cy="11112"/>
            </a:xfrm>
            <a:prstGeom prst="line">
              <a:avLst/>
            </a:prstGeom>
            <a:noFill/>
            <a:ln w="25400" cap="flat" cmpd="sng" algn="ctr">
              <a:solidFill>
                <a:srgbClr val="000000"/>
              </a:solidFill>
              <a:prstDash val="dash"/>
            </a:ln>
            <a:effectLst/>
          </p:spPr>
        </p:cxnSp>
      </p:grpSp>
      <p:grpSp>
        <p:nvGrpSpPr>
          <p:cNvPr id="900" name="Group 899">
            <a:extLst>
              <a:ext uri="{FF2B5EF4-FFF2-40B4-BE49-F238E27FC236}">
                <a16:creationId xmlns:a16="http://schemas.microsoft.com/office/drawing/2014/main" id="{D1C980A1-7A81-E64E-86E7-AE4ADB468ED3}"/>
              </a:ext>
            </a:extLst>
          </p:cNvPr>
          <p:cNvGrpSpPr>
            <a:grpSpLocks/>
          </p:cNvGrpSpPr>
          <p:nvPr/>
        </p:nvGrpSpPr>
        <p:grpSpPr bwMode="auto">
          <a:xfrm>
            <a:off x="4186093" y="2682255"/>
            <a:ext cx="4295775" cy="320675"/>
            <a:chOff x="2433511" y="2792111"/>
            <a:chExt cx="4296530" cy="320561"/>
          </a:xfrm>
        </p:grpSpPr>
        <p:grpSp>
          <p:nvGrpSpPr>
            <p:cNvPr id="901" name="Group 401">
              <a:extLst>
                <a:ext uri="{FF2B5EF4-FFF2-40B4-BE49-F238E27FC236}">
                  <a16:creationId xmlns:a16="http://schemas.microsoft.com/office/drawing/2014/main" id="{0C7ACA51-7903-9B4D-A9BA-79FE11C0D1D4}"/>
                </a:ext>
              </a:extLst>
            </p:cNvPr>
            <p:cNvGrpSpPr>
              <a:grpSpLocks/>
            </p:cNvGrpSpPr>
            <p:nvPr/>
          </p:nvGrpSpPr>
          <p:grpSpPr bwMode="auto">
            <a:xfrm>
              <a:off x="2433511" y="2794083"/>
              <a:ext cx="349250" cy="317387"/>
              <a:chOff x="2931664" y="3912603"/>
              <a:chExt cx="430450" cy="329314"/>
            </a:xfrm>
          </p:grpSpPr>
          <p:sp>
            <p:nvSpPr>
              <p:cNvPr id="922" name="Rectangle 921">
                <a:extLst>
                  <a:ext uri="{FF2B5EF4-FFF2-40B4-BE49-F238E27FC236}">
                    <a16:creationId xmlns:a16="http://schemas.microsoft.com/office/drawing/2014/main" id="{4D33FA09-AAF7-044A-A5A8-F3F23C68AF3C}"/>
                  </a:ext>
                </a:extLst>
              </p:cNvPr>
              <p:cNvSpPr/>
              <p:nvPr/>
            </p:nvSpPr>
            <p:spPr>
              <a:xfrm>
                <a:off x="2937534" y="3912203"/>
                <a:ext cx="424655"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23" name="Straight Connector 922">
                <a:extLst>
                  <a:ext uri="{FF2B5EF4-FFF2-40B4-BE49-F238E27FC236}">
                    <a16:creationId xmlns:a16="http://schemas.microsoft.com/office/drawing/2014/main" id="{C201AD05-8A56-4949-B304-A2A9AB5DD587}"/>
                  </a:ext>
                </a:extLst>
              </p:cNvPr>
              <p:cNvCxnSpPr/>
              <p:nvPr/>
            </p:nvCxnSpPr>
            <p:spPr>
              <a:xfrm>
                <a:off x="2931664" y="4004411"/>
                <a:ext cx="424654" cy="0"/>
              </a:xfrm>
              <a:prstGeom prst="line">
                <a:avLst/>
              </a:prstGeom>
              <a:noFill/>
              <a:ln w="3175" cap="flat" cmpd="sng" algn="ctr">
                <a:solidFill>
                  <a:srgbClr val="CC0000"/>
                </a:solidFill>
                <a:prstDash val="solid"/>
              </a:ln>
              <a:effectLst/>
            </p:spPr>
          </p:cxnSp>
          <p:cxnSp>
            <p:nvCxnSpPr>
              <p:cNvPr id="924" name="Straight Connector 923">
                <a:extLst>
                  <a:ext uri="{FF2B5EF4-FFF2-40B4-BE49-F238E27FC236}">
                    <a16:creationId xmlns:a16="http://schemas.microsoft.com/office/drawing/2014/main" id="{ED7C9AD7-08A8-D942-BF3A-F53E94AF4B95}"/>
                  </a:ext>
                </a:extLst>
              </p:cNvPr>
              <p:cNvCxnSpPr/>
              <p:nvPr/>
            </p:nvCxnSpPr>
            <p:spPr>
              <a:xfrm>
                <a:off x="2931664" y="4066980"/>
                <a:ext cx="424654" cy="0"/>
              </a:xfrm>
              <a:prstGeom prst="line">
                <a:avLst/>
              </a:prstGeom>
              <a:noFill/>
              <a:ln w="3175" cap="flat" cmpd="sng" algn="ctr">
                <a:solidFill>
                  <a:srgbClr val="CC0000"/>
                </a:solidFill>
                <a:prstDash val="solid"/>
              </a:ln>
              <a:effectLst/>
            </p:spPr>
          </p:cxnSp>
          <p:cxnSp>
            <p:nvCxnSpPr>
              <p:cNvPr id="925" name="Straight Connector 924">
                <a:extLst>
                  <a:ext uri="{FF2B5EF4-FFF2-40B4-BE49-F238E27FC236}">
                    <a16:creationId xmlns:a16="http://schemas.microsoft.com/office/drawing/2014/main" id="{143A10B8-06CC-D647-AEF7-2670CD772003}"/>
                  </a:ext>
                </a:extLst>
              </p:cNvPr>
              <p:cNvCxnSpPr>
                <a:stCxn id="922" idx="2"/>
              </p:cNvCxnSpPr>
              <p:nvPr/>
            </p:nvCxnSpPr>
            <p:spPr>
              <a:xfrm flipH="1" flipV="1">
                <a:off x="3148883" y="4004411"/>
                <a:ext cx="0" cy="237106"/>
              </a:xfrm>
              <a:prstGeom prst="line">
                <a:avLst/>
              </a:prstGeom>
              <a:noFill/>
              <a:ln w="3175" cap="flat" cmpd="sng" algn="ctr">
                <a:solidFill>
                  <a:srgbClr val="CC0000"/>
                </a:solidFill>
                <a:prstDash val="solid"/>
              </a:ln>
              <a:effectLst/>
            </p:spPr>
          </p:cxnSp>
        </p:grpSp>
        <p:grpSp>
          <p:nvGrpSpPr>
            <p:cNvPr id="902" name="Group 406">
              <a:extLst>
                <a:ext uri="{FF2B5EF4-FFF2-40B4-BE49-F238E27FC236}">
                  <a16:creationId xmlns:a16="http://schemas.microsoft.com/office/drawing/2014/main" id="{508A07A5-EEA9-904C-A972-4C4DADB52684}"/>
                </a:ext>
              </a:extLst>
            </p:cNvPr>
            <p:cNvGrpSpPr>
              <a:grpSpLocks/>
            </p:cNvGrpSpPr>
            <p:nvPr/>
          </p:nvGrpSpPr>
          <p:grpSpPr bwMode="auto">
            <a:xfrm>
              <a:off x="3348666" y="2792111"/>
              <a:ext cx="350838" cy="317387"/>
              <a:chOff x="2931664" y="3912603"/>
              <a:chExt cx="430450" cy="329314"/>
            </a:xfrm>
          </p:grpSpPr>
          <p:sp>
            <p:nvSpPr>
              <p:cNvPr id="918" name="Rectangle 917">
                <a:extLst>
                  <a:ext uri="{FF2B5EF4-FFF2-40B4-BE49-F238E27FC236}">
                    <a16:creationId xmlns:a16="http://schemas.microsoft.com/office/drawing/2014/main" id="{3F286581-2453-1F47-8CC7-5657614015DB}"/>
                  </a:ext>
                </a:extLst>
              </p:cNvPr>
              <p:cNvSpPr/>
              <p:nvPr/>
            </p:nvSpPr>
            <p:spPr>
              <a:xfrm>
                <a:off x="2936779" y="3912603"/>
                <a:ext cx="424681"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19" name="Straight Connector 918">
                <a:extLst>
                  <a:ext uri="{FF2B5EF4-FFF2-40B4-BE49-F238E27FC236}">
                    <a16:creationId xmlns:a16="http://schemas.microsoft.com/office/drawing/2014/main" id="{30F55D65-689B-184E-A7EE-17D45743B000}"/>
                  </a:ext>
                </a:extLst>
              </p:cNvPr>
              <p:cNvCxnSpPr/>
              <p:nvPr/>
            </p:nvCxnSpPr>
            <p:spPr>
              <a:xfrm>
                <a:off x="2930935" y="4004811"/>
                <a:ext cx="424681" cy="0"/>
              </a:xfrm>
              <a:prstGeom prst="line">
                <a:avLst/>
              </a:prstGeom>
              <a:noFill/>
              <a:ln w="3175" cap="flat" cmpd="sng" algn="ctr">
                <a:solidFill>
                  <a:srgbClr val="CC0000"/>
                </a:solidFill>
                <a:prstDash val="solid"/>
              </a:ln>
              <a:effectLst/>
            </p:spPr>
          </p:cxnSp>
          <p:cxnSp>
            <p:nvCxnSpPr>
              <p:cNvPr id="920" name="Straight Connector 919">
                <a:extLst>
                  <a:ext uri="{FF2B5EF4-FFF2-40B4-BE49-F238E27FC236}">
                    <a16:creationId xmlns:a16="http://schemas.microsoft.com/office/drawing/2014/main" id="{076ADE22-2AEF-5040-9FA3-121B2C370E3A}"/>
                  </a:ext>
                </a:extLst>
              </p:cNvPr>
              <p:cNvCxnSpPr/>
              <p:nvPr/>
            </p:nvCxnSpPr>
            <p:spPr>
              <a:xfrm>
                <a:off x="2930935" y="4067381"/>
                <a:ext cx="424681" cy="0"/>
              </a:xfrm>
              <a:prstGeom prst="line">
                <a:avLst/>
              </a:prstGeom>
              <a:noFill/>
              <a:ln w="3175" cap="flat" cmpd="sng" algn="ctr">
                <a:solidFill>
                  <a:srgbClr val="CC0000"/>
                </a:solidFill>
                <a:prstDash val="solid"/>
              </a:ln>
              <a:effectLst/>
            </p:spPr>
          </p:cxnSp>
          <p:cxnSp>
            <p:nvCxnSpPr>
              <p:cNvPr id="921" name="Straight Connector 920">
                <a:extLst>
                  <a:ext uri="{FF2B5EF4-FFF2-40B4-BE49-F238E27FC236}">
                    <a16:creationId xmlns:a16="http://schemas.microsoft.com/office/drawing/2014/main" id="{F2B6C973-6DE4-2349-9A6A-64B1F7541845}"/>
                  </a:ext>
                </a:extLst>
              </p:cNvPr>
              <p:cNvCxnSpPr>
                <a:stCxn id="918" idx="2"/>
              </p:cNvCxnSpPr>
              <p:nvPr/>
            </p:nvCxnSpPr>
            <p:spPr>
              <a:xfrm flipH="1" flipV="1">
                <a:off x="3147171" y="4004811"/>
                <a:ext cx="1949" cy="237106"/>
              </a:xfrm>
              <a:prstGeom prst="line">
                <a:avLst/>
              </a:prstGeom>
              <a:noFill/>
              <a:ln w="3175" cap="flat" cmpd="sng" algn="ctr">
                <a:solidFill>
                  <a:srgbClr val="CC0000"/>
                </a:solidFill>
                <a:prstDash val="solid"/>
              </a:ln>
              <a:effectLst/>
            </p:spPr>
          </p:cxnSp>
        </p:grpSp>
        <p:grpSp>
          <p:nvGrpSpPr>
            <p:cNvPr id="903" name="Group 411">
              <a:extLst>
                <a:ext uri="{FF2B5EF4-FFF2-40B4-BE49-F238E27FC236}">
                  <a16:creationId xmlns:a16="http://schemas.microsoft.com/office/drawing/2014/main" id="{AB449866-D0BC-6B4F-801B-0FA210DD8325}"/>
                </a:ext>
              </a:extLst>
            </p:cNvPr>
            <p:cNvGrpSpPr>
              <a:grpSpLocks/>
            </p:cNvGrpSpPr>
            <p:nvPr/>
          </p:nvGrpSpPr>
          <p:grpSpPr bwMode="auto">
            <a:xfrm>
              <a:off x="4182104" y="2792111"/>
              <a:ext cx="350837" cy="317387"/>
              <a:chOff x="2931664" y="3912603"/>
              <a:chExt cx="430450" cy="329314"/>
            </a:xfrm>
          </p:grpSpPr>
          <p:sp>
            <p:nvSpPr>
              <p:cNvPr id="914" name="Rectangle 913">
                <a:extLst>
                  <a:ext uri="{FF2B5EF4-FFF2-40B4-BE49-F238E27FC236}">
                    <a16:creationId xmlns:a16="http://schemas.microsoft.com/office/drawing/2014/main" id="{4E4F9BC1-F5BE-B344-A249-E838C680C739}"/>
                  </a:ext>
                </a:extLst>
              </p:cNvPr>
              <p:cNvSpPr/>
              <p:nvPr/>
            </p:nvSpPr>
            <p:spPr>
              <a:xfrm>
                <a:off x="2936958" y="3912603"/>
                <a:ext cx="424682"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15" name="Straight Connector 914">
                <a:extLst>
                  <a:ext uri="{FF2B5EF4-FFF2-40B4-BE49-F238E27FC236}">
                    <a16:creationId xmlns:a16="http://schemas.microsoft.com/office/drawing/2014/main" id="{DB20F410-274B-C043-A0B4-75FDB2F514FF}"/>
                  </a:ext>
                </a:extLst>
              </p:cNvPr>
              <p:cNvCxnSpPr/>
              <p:nvPr/>
            </p:nvCxnSpPr>
            <p:spPr>
              <a:xfrm>
                <a:off x="2931113" y="4004811"/>
                <a:ext cx="424682" cy="0"/>
              </a:xfrm>
              <a:prstGeom prst="line">
                <a:avLst/>
              </a:prstGeom>
              <a:noFill/>
              <a:ln w="3175" cap="flat" cmpd="sng" algn="ctr">
                <a:solidFill>
                  <a:srgbClr val="CC0000"/>
                </a:solidFill>
                <a:prstDash val="solid"/>
              </a:ln>
              <a:effectLst/>
            </p:spPr>
          </p:cxnSp>
          <p:cxnSp>
            <p:nvCxnSpPr>
              <p:cNvPr id="916" name="Straight Connector 915">
                <a:extLst>
                  <a:ext uri="{FF2B5EF4-FFF2-40B4-BE49-F238E27FC236}">
                    <a16:creationId xmlns:a16="http://schemas.microsoft.com/office/drawing/2014/main" id="{7E028785-0101-4B45-BBD3-8308680B4792}"/>
                  </a:ext>
                </a:extLst>
              </p:cNvPr>
              <p:cNvCxnSpPr/>
              <p:nvPr/>
            </p:nvCxnSpPr>
            <p:spPr>
              <a:xfrm>
                <a:off x="2931113" y="4067381"/>
                <a:ext cx="424682" cy="0"/>
              </a:xfrm>
              <a:prstGeom prst="line">
                <a:avLst/>
              </a:prstGeom>
              <a:noFill/>
              <a:ln w="3175" cap="flat" cmpd="sng" algn="ctr">
                <a:solidFill>
                  <a:srgbClr val="CC0000"/>
                </a:solidFill>
                <a:prstDash val="solid"/>
              </a:ln>
              <a:effectLst/>
            </p:spPr>
          </p:cxnSp>
          <p:cxnSp>
            <p:nvCxnSpPr>
              <p:cNvPr id="917" name="Straight Connector 916">
                <a:extLst>
                  <a:ext uri="{FF2B5EF4-FFF2-40B4-BE49-F238E27FC236}">
                    <a16:creationId xmlns:a16="http://schemas.microsoft.com/office/drawing/2014/main" id="{A47B9AA0-7155-B643-A937-D99E939A959D}"/>
                  </a:ext>
                </a:extLst>
              </p:cNvPr>
              <p:cNvCxnSpPr>
                <a:stCxn id="914" idx="2"/>
              </p:cNvCxnSpPr>
              <p:nvPr/>
            </p:nvCxnSpPr>
            <p:spPr>
              <a:xfrm flipH="1" flipV="1">
                <a:off x="3147351" y="4004811"/>
                <a:ext cx="1947" cy="237106"/>
              </a:xfrm>
              <a:prstGeom prst="line">
                <a:avLst/>
              </a:prstGeom>
              <a:noFill/>
              <a:ln w="3175" cap="flat" cmpd="sng" algn="ctr">
                <a:solidFill>
                  <a:srgbClr val="CC0000"/>
                </a:solidFill>
                <a:prstDash val="solid"/>
              </a:ln>
              <a:effectLst/>
            </p:spPr>
          </p:cxnSp>
        </p:grpSp>
        <p:grpSp>
          <p:nvGrpSpPr>
            <p:cNvPr id="904" name="Group 416">
              <a:extLst>
                <a:ext uri="{FF2B5EF4-FFF2-40B4-BE49-F238E27FC236}">
                  <a16:creationId xmlns:a16="http://schemas.microsoft.com/office/drawing/2014/main" id="{6CFC219B-7363-534F-BBB9-2940C18F6DDC}"/>
                </a:ext>
              </a:extLst>
            </p:cNvPr>
            <p:cNvGrpSpPr>
              <a:grpSpLocks/>
            </p:cNvGrpSpPr>
            <p:nvPr/>
          </p:nvGrpSpPr>
          <p:grpSpPr bwMode="auto">
            <a:xfrm>
              <a:off x="5374316" y="2795285"/>
              <a:ext cx="349250" cy="317387"/>
              <a:chOff x="2931664" y="3912603"/>
              <a:chExt cx="430450" cy="329314"/>
            </a:xfrm>
          </p:grpSpPr>
          <p:sp>
            <p:nvSpPr>
              <p:cNvPr id="910" name="Rectangle 909">
                <a:extLst>
                  <a:ext uri="{FF2B5EF4-FFF2-40B4-BE49-F238E27FC236}">
                    <a16:creationId xmlns:a16="http://schemas.microsoft.com/office/drawing/2014/main" id="{A90F17FE-7DC7-C744-AC85-74012E165AB3}"/>
                  </a:ext>
                </a:extLst>
              </p:cNvPr>
              <p:cNvSpPr/>
              <p:nvPr/>
            </p:nvSpPr>
            <p:spPr>
              <a:xfrm>
                <a:off x="2937241" y="3912603"/>
                <a:ext cx="424655"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11" name="Straight Connector 910">
                <a:extLst>
                  <a:ext uri="{FF2B5EF4-FFF2-40B4-BE49-F238E27FC236}">
                    <a16:creationId xmlns:a16="http://schemas.microsoft.com/office/drawing/2014/main" id="{493DE14E-A2F1-A249-AD60-B96754D395E1}"/>
                  </a:ext>
                </a:extLst>
              </p:cNvPr>
              <p:cNvCxnSpPr/>
              <p:nvPr/>
            </p:nvCxnSpPr>
            <p:spPr>
              <a:xfrm>
                <a:off x="2931371" y="4004811"/>
                <a:ext cx="424654" cy="0"/>
              </a:xfrm>
              <a:prstGeom prst="line">
                <a:avLst/>
              </a:prstGeom>
              <a:noFill/>
              <a:ln w="3175" cap="flat" cmpd="sng" algn="ctr">
                <a:solidFill>
                  <a:srgbClr val="CC0000"/>
                </a:solidFill>
                <a:prstDash val="solid"/>
              </a:ln>
              <a:effectLst/>
            </p:spPr>
          </p:cxnSp>
          <p:cxnSp>
            <p:nvCxnSpPr>
              <p:cNvPr id="912" name="Straight Connector 911">
                <a:extLst>
                  <a:ext uri="{FF2B5EF4-FFF2-40B4-BE49-F238E27FC236}">
                    <a16:creationId xmlns:a16="http://schemas.microsoft.com/office/drawing/2014/main" id="{8DFE02DA-2A86-4844-B164-F4DC02A4123A}"/>
                  </a:ext>
                </a:extLst>
              </p:cNvPr>
              <p:cNvCxnSpPr/>
              <p:nvPr/>
            </p:nvCxnSpPr>
            <p:spPr>
              <a:xfrm>
                <a:off x="2931371" y="4067381"/>
                <a:ext cx="424654" cy="0"/>
              </a:xfrm>
              <a:prstGeom prst="line">
                <a:avLst/>
              </a:prstGeom>
              <a:noFill/>
              <a:ln w="3175" cap="flat" cmpd="sng" algn="ctr">
                <a:solidFill>
                  <a:srgbClr val="CC0000"/>
                </a:solidFill>
                <a:prstDash val="solid"/>
              </a:ln>
              <a:effectLst/>
            </p:spPr>
          </p:cxnSp>
          <p:cxnSp>
            <p:nvCxnSpPr>
              <p:cNvPr id="913" name="Straight Connector 912">
                <a:extLst>
                  <a:ext uri="{FF2B5EF4-FFF2-40B4-BE49-F238E27FC236}">
                    <a16:creationId xmlns:a16="http://schemas.microsoft.com/office/drawing/2014/main" id="{C4AA7EE7-5C2E-8D48-989F-F7194666A353}"/>
                  </a:ext>
                </a:extLst>
              </p:cNvPr>
              <p:cNvCxnSpPr>
                <a:stCxn id="910" idx="2"/>
              </p:cNvCxnSpPr>
              <p:nvPr/>
            </p:nvCxnSpPr>
            <p:spPr>
              <a:xfrm flipH="1" flipV="1">
                <a:off x="3148590" y="4004811"/>
                <a:ext cx="0" cy="237106"/>
              </a:xfrm>
              <a:prstGeom prst="line">
                <a:avLst/>
              </a:prstGeom>
              <a:noFill/>
              <a:ln w="3175" cap="flat" cmpd="sng" algn="ctr">
                <a:solidFill>
                  <a:srgbClr val="CC0000"/>
                </a:solidFill>
                <a:prstDash val="solid"/>
              </a:ln>
              <a:effectLst/>
            </p:spPr>
          </p:cxnSp>
        </p:grpSp>
        <p:grpSp>
          <p:nvGrpSpPr>
            <p:cNvPr id="905" name="Group 421">
              <a:extLst>
                <a:ext uri="{FF2B5EF4-FFF2-40B4-BE49-F238E27FC236}">
                  <a16:creationId xmlns:a16="http://schemas.microsoft.com/office/drawing/2014/main" id="{1FA36B18-95B0-CB4E-95BE-59E9718161E7}"/>
                </a:ext>
              </a:extLst>
            </p:cNvPr>
            <p:cNvGrpSpPr>
              <a:grpSpLocks/>
            </p:cNvGrpSpPr>
            <p:nvPr/>
          </p:nvGrpSpPr>
          <p:grpSpPr bwMode="auto">
            <a:xfrm>
              <a:off x="6379204" y="2792111"/>
              <a:ext cx="350837" cy="317387"/>
              <a:chOff x="2931664" y="3912603"/>
              <a:chExt cx="430450" cy="329314"/>
            </a:xfrm>
          </p:grpSpPr>
          <p:sp>
            <p:nvSpPr>
              <p:cNvPr id="906" name="Rectangle 905">
                <a:extLst>
                  <a:ext uri="{FF2B5EF4-FFF2-40B4-BE49-F238E27FC236}">
                    <a16:creationId xmlns:a16="http://schemas.microsoft.com/office/drawing/2014/main" id="{EE684161-8E76-E041-95F6-E692F09DB739}"/>
                  </a:ext>
                </a:extLst>
              </p:cNvPr>
              <p:cNvSpPr/>
              <p:nvPr/>
            </p:nvSpPr>
            <p:spPr>
              <a:xfrm>
                <a:off x="2937432" y="3912603"/>
                <a:ext cx="424682"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07" name="Straight Connector 906">
                <a:extLst>
                  <a:ext uri="{FF2B5EF4-FFF2-40B4-BE49-F238E27FC236}">
                    <a16:creationId xmlns:a16="http://schemas.microsoft.com/office/drawing/2014/main" id="{7927B3EE-2CC2-B44C-94F1-B69CA0A815A2}"/>
                  </a:ext>
                </a:extLst>
              </p:cNvPr>
              <p:cNvCxnSpPr/>
              <p:nvPr/>
            </p:nvCxnSpPr>
            <p:spPr>
              <a:xfrm>
                <a:off x="2931587" y="4004811"/>
                <a:ext cx="424682" cy="0"/>
              </a:xfrm>
              <a:prstGeom prst="line">
                <a:avLst/>
              </a:prstGeom>
              <a:noFill/>
              <a:ln w="3175" cap="flat" cmpd="sng" algn="ctr">
                <a:solidFill>
                  <a:srgbClr val="CC0000"/>
                </a:solidFill>
                <a:prstDash val="solid"/>
              </a:ln>
              <a:effectLst/>
            </p:spPr>
          </p:cxnSp>
          <p:cxnSp>
            <p:nvCxnSpPr>
              <p:cNvPr id="908" name="Straight Connector 907">
                <a:extLst>
                  <a:ext uri="{FF2B5EF4-FFF2-40B4-BE49-F238E27FC236}">
                    <a16:creationId xmlns:a16="http://schemas.microsoft.com/office/drawing/2014/main" id="{89B6595F-CFF0-3B40-B47C-ADB86E974281}"/>
                  </a:ext>
                </a:extLst>
              </p:cNvPr>
              <p:cNvCxnSpPr/>
              <p:nvPr/>
            </p:nvCxnSpPr>
            <p:spPr>
              <a:xfrm>
                <a:off x="2931587" y="4067381"/>
                <a:ext cx="424682" cy="0"/>
              </a:xfrm>
              <a:prstGeom prst="line">
                <a:avLst/>
              </a:prstGeom>
              <a:noFill/>
              <a:ln w="3175" cap="flat" cmpd="sng" algn="ctr">
                <a:solidFill>
                  <a:srgbClr val="CC0000"/>
                </a:solidFill>
                <a:prstDash val="solid"/>
              </a:ln>
              <a:effectLst/>
            </p:spPr>
          </p:cxnSp>
          <p:cxnSp>
            <p:nvCxnSpPr>
              <p:cNvPr id="909" name="Straight Connector 908">
                <a:extLst>
                  <a:ext uri="{FF2B5EF4-FFF2-40B4-BE49-F238E27FC236}">
                    <a16:creationId xmlns:a16="http://schemas.microsoft.com/office/drawing/2014/main" id="{C551D2B6-035F-CE4D-A43A-5FFB5AFCEED5}"/>
                  </a:ext>
                </a:extLst>
              </p:cNvPr>
              <p:cNvCxnSpPr>
                <a:stCxn id="906" idx="2"/>
              </p:cNvCxnSpPr>
              <p:nvPr/>
            </p:nvCxnSpPr>
            <p:spPr>
              <a:xfrm flipH="1" flipV="1">
                <a:off x="3147825" y="4004811"/>
                <a:ext cx="1947" cy="237106"/>
              </a:xfrm>
              <a:prstGeom prst="line">
                <a:avLst/>
              </a:prstGeom>
              <a:noFill/>
              <a:ln w="3175" cap="flat" cmpd="sng" algn="ctr">
                <a:solidFill>
                  <a:srgbClr val="CC0000"/>
                </a:solidFill>
                <a:prstDash val="solid"/>
              </a:ln>
              <a:effectLst/>
            </p:spPr>
          </p:cxnSp>
        </p:grpSp>
      </p:grpSp>
      <p:grpSp>
        <p:nvGrpSpPr>
          <p:cNvPr id="926" name="Group 925">
            <a:extLst>
              <a:ext uri="{FF2B5EF4-FFF2-40B4-BE49-F238E27FC236}">
                <a16:creationId xmlns:a16="http://schemas.microsoft.com/office/drawing/2014/main" id="{A988FEAF-222E-2C4B-8C38-8B6C17D4D63D}"/>
              </a:ext>
            </a:extLst>
          </p:cNvPr>
          <p:cNvGrpSpPr>
            <a:grpSpLocks/>
          </p:cNvGrpSpPr>
          <p:nvPr/>
        </p:nvGrpSpPr>
        <p:grpSpPr bwMode="auto">
          <a:xfrm>
            <a:off x="3605068" y="3656980"/>
            <a:ext cx="5211762" cy="2740025"/>
            <a:chOff x="1856416" y="3709935"/>
            <a:chExt cx="5211763" cy="2739614"/>
          </a:xfrm>
        </p:grpSpPr>
        <p:sp>
          <p:nvSpPr>
            <p:cNvPr id="927" name="Freeform 926">
              <a:extLst>
                <a:ext uri="{FF2B5EF4-FFF2-40B4-BE49-F238E27FC236}">
                  <a16:creationId xmlns:a16="http://schemas.microsoft.com/office/drawing/2014/main" id="{875BCAC4-B573-D54B-BF32-094096F89D98}"/>
                </a:ext>
              </a:extLst>
            </p:cNvPr>
            <p:cNvSpPr/>
            <p:nvPr/>
          </p:nvSpPr>
          <p:spPr>
            <a:xfrm>
              <a:off x="1877053" y="5330529"/>
              <a:ext cx="1281113" cy="758711"/>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499" h="759828">
                  <a:moveTo>
                    <a:pt x="965179" y="759828"/>
                  </a:moveTo>
                  <a:cubicBezTo>
                    <a:pt x="301565" y="231725"/>
                    <a:pt x="628999" y="498939"/>
                    <a:pt x="0" y="0"/>
                  </a:cubicBezTo>
                  <a:lnTo>
                    <a:pt x="999231" y="13701"/>
                  </a:lnTo>
                  <a:cubicBezTo>
                    <a:pt x="1112985" y="379881"/>
                    <a:pt x="1055867" y="236107"/>
                    <a:pt x="1280499" y="723135"/>
                  </a:cubicBezTo>
                  <a:cubicBezTo>
                    <a:pt x="1186079" y="728668"/>
                    <a:pt x="1127207" y="701414"/>
                    <a:pt x="965179" y="759828"/>
                  </a:cubicBezTo>
                  <a:close/>
                </a:path>
              </a:pathLst>
            </a:custGeom>
            <a:gradFill rotWithShape="1">
              <a:gsLst>
                <a:gs pos="0">
                  <a:srgbClr val="FFFFFF">
                    <a:lumMod val="9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28" name="Freeform 927">
              <a:extLst>
                <a:ext uri="{FF2B5EF4-FFF2-40B4-BE49-F238E27FC236}">
                  <a16:creationId xmlns:a16="http://schemas.microsoft.com/office/drawing/2014/main" id="{0D857BEA-FC6F-1449-A5C0-C21CC8BC5CED}"/>
                </a:ext>
              </a:extLst>
            </p:cNvPr>
            <p:cNvSpPr/>
            <p:nvPr/>
          </p:nvSpPr>
          <p:spPr>
            <a:xfrm>
              <a:off x="6202992" y="5428939"/>
              <a:ext cx="865187" cy="553955"/>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3004 w 954755"/>
                <a:gd name="connsiteY0" fmla="*/ 943771 h 976186"/>
                <a:gd name="connsiteX1" fmla="*/ 455145 w 954755"/>
                <a:gd name="connsiteY1" fmla="*/ 11688 h 976186"/>
                <a:gd name="connsiteX2" fmla="*/ 954755 w 954755"/>
                <a:gd name="connsiteY2" fmla="*/ 0 h 976186"/>
                <a:gd name="connsiteX3" fmla="*/ 728484 w 954755"/>
                <a:gd name="connsiteY3" fmla="*/ 976186 h 976186"/>
                <a:gd name="connsiteX4" fmla="*/ 23004 w 954755"/>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56363"/>
                <a:gd name="connsiteY0" fmla="*/ 932083 h 954654"/>
                <a:gd name="connsiteX1" fmla="*/ 432141 w 956363"/>
                <a:gd name="connsiteY1" fmla="*/ 0 h 954654"/>
                <a:gd name="connsiteX2" fmla="*/ 956363 w 956363"/>
                <a:gd name="connsiteY2" fmla="*/ 12924 h 954654"/>
                <a:gd name="connsiteX3" fmla="*/ 183705 w 956363"/>
                <a:gd name="connsiteY3" fmla="*/ 954654 h 954654"/>
                <a:gd name="connsiteX4" fmla="*/ 0 w 956363"/>
                <a:gd name="connsiteY4" fmla="*/ 932083 h 954654"/>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1011379"/>
                <a:gd name="connsiteY0" fmla="*/ 605727 h 758185"/>
                <a:gd name="connsiteX1" fmla="*/ 490915 w 1011379"/>
                <a:gd name="connsiteY1" fmla="*/ 13939 h 758185"/>
                <a:gd name="connsiteX2" fmla="*/ 1011379 w 1011379"/>
                <a:gd name="connsiteY2" fmla="*/ 563 h 758185"/>
                <a:gd name="connsiteX3" fmla="*/ 268780 w 1011379"/>
                <a:gd name="connsiteY3" fmla="*/ 758185 h 758185"/>
                <a:gd name="connsiteX4" fmla="*/ 0 w 1011379"/>
                <a:gd name="connsiteY4" fmla="*/ 605727 h 758185"/>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05727"/>
                <a:gd name="connsiteX1" fmla="*/ 490915 w 1011379"/>
                <a:gd name="connsiteY1" fmla="*/ 13939 h 605727"/>
                <a:gd name="connsiteX2" fmla="*/ 1011379 w 1011379"/>
                <a:gd name="connsiteY2" fmla="*/ 563 h 605727"/>
                <a:gd name="connsiteX3" fmla="*/ 318823 w 1011379"/>
                <a:gd name="connsiteY3" fmla="*/ 553361 h 605727"/>
                <a:gd name="connsiteX4" fmla="*/ 0 w 1011379"/>
                <a:gd name="connsiteY4" fmla="*/ 605727 h 605727"/>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251" h="553361">
                  <a:moveTo>
                    <a:pt x="0" y="540783"/>
                  </a:moveTo>
                  <a:cubicBezTo>
                    <a:pt x="274887" y="134762"/>
                    <a:pt x="159176" y="337938"/>
                    <a:pt x="345787" y="13939"/>
                  </a:cubicBezTo>
                  <a:cubicBezTo>
                    <a:pt x="520528" y="18247"/>
                    <a:pt x="691510" y="-3745"/>
                    <a:pt x="866251" y="563"/>
                  </a:cubicBezTo>
                  <a:cubicBezTo>
                    <a:pt x="252709" y="502795"/>
                    <a:pt x="640047" y="209256"/>
                    <a:pt x="173695" y="553361"/>
                  </a:cubicBezTo>
                  <a:cubicBezTo>
                    <a:pt x="39410" y="524725"/>
                    <a:pt x="196198" y="539317"/>
                    <a:pt x="0" y="540783"/>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29" name="Freeform 928">
              <a:extLst>
                <a:ext uri="{FF2B5EF4-FFF2-40B4-BE49-F238E27FC236}">
                  <a16:creationId xmlns:a16="http://schemas.microsoft.com/office/drawing/2014/main" id="{218DF382-E11C-A94A-ABF5-F93EB0534196}"/>
                </a:ext>
              </a:extLst>
            </p:cNvPr>
            <p:cNvSpPr/>
            <p:nvPr/>
          </p:nvSpPr>
          <p:spPr>
            <a:xfrm>
              <a:off x="5377492" y="5449574"/>
              <a:ext cx="676275" cy="896802"/>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7977 w 802211"/>
                <a:gd name="connsiteY0" fmla="*/ 815791 h 976186"/>
                <a:gd name="connsiteX1" fmla="*/ 302601 w 802211"/>
                <a:gd name="connsiteY1" fmla="*/ 11688 h 976186"/>
                <a:gd name="connsiteX2" fmla="*/ 802211 w 802211"/>
                <a:gd name="connsiteY2" fmla="*/ 0 h 976186"/>
                <a:gd name="connsiteX3" fmla="*/ 575940 w 802211"/>
                <a:gd name="connsiteY3" fmla="*/ 976186 h 976186"/>
                <a:gd name="connsiteX4" fmla="*/ 27977 w 802211"/>
                <a:gd name="connsiteY4" fmla="*/ 815791 h 976186"/>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28714 h 828714"/>
                <a:gd name="connsiteX1" fmla="*/ 302601 w 802211"/>
                <a:gd name="connsiteY1" fmla="*/ 0 h 828714"/>
                <a:gd name="connsiteX2" fmla="*/ 802211 w 802211"/>
                <a:gd name="connsiteY2" fmla="*/ 12923 h 828714"/>
                <a:gd name="connsiteX3" fmla="*/ 236294 w 802211"/>
                <a:gd name="connsiteY3" fmla="*/ 821751 h 828714"/>
                <a:gd name="connsiteX4" fmla="*/ 27977 w 802211"/>
                <a:gd name="connsiteY4" fmla="*/ 828714 h 828714"/>
                <a:gd name="connsiteX0" fmla="*/ 56213 w 830447"/>
                <a:gd name="connsiteY0" fmla="*/ 828714 h 828714"/>
                <a:gd name="connsiteX1" fmla="*/ 330837 w 830447"/>
                <a:gd name="connsiteY1" fmla="*/ 0 h 828714"/>
                <a:gd name="connsiteX2" fmla="*/ 830447 w 830447"/>
                <a:gd name="connsiteY2" fmla="*/ 12923 h 828714"/>
                <a:gd name="connsiteX3" fmla="*/ 264530 w 830447"/>
                <a:gd name="connsiteY3" fmla="*/ 821751 h 828714"/>
                <a:gd name="connsiteX4" fmla="*/ 56213 w 830447"/>
                <a:gd name="connsiteY4" fmla="*/ 828714 h 828714"/>
                <a:gd name="connsiteX0" fmla="*/ 64130 w 789139"/>
                <a:gd name="connsiteY0" fmla="*/ 794258 h 821751"/>
                <a:gd name="connsiteX1" fmla="*/ 289529 w 789139"/>
                <a:gd name="connsiteY1" fmla="*/ 0 h 821751"/>
                <a:gd name="connsiteX2" fmla="*/ 789139 w 789139"/>
                <a:gd name="connsiteY2" fmla="*/ 12923 h 821751"/>
                <a:gd name="connsiteX3" fmla="*/ 223222 w 789139"/>
                <a:gd name="connsiteY3" fmla="*/ 821751 h 821751"/>
                <a:gd name="connsiteX4" fmla="*/ 64130 w 789139"/>
                <a:gd name="connsiteY4" fmla="*/ 794258 h 821751"/>
                <a:gd name="connsiteX0" fmla="*/ 0 w 725009"/>
                <a:gd name="connsiteY0" fmla="*/ 794258 h 821751"/>
                <a:gd name="connsiteX1" fmla="*/ 225399 w 725009"/>
                <a:gd name="connsiteY1" fmla="*/ 0 h 821751"/>
                <a:gd name="connsiteX2" fmla="*/ 725009 w 725009"/>
                <a:gd name="connsiteY2" fmla="*/ 12923 h 821751"/>
                <a:gd name="connsiteX3" fmla="*/ 159092 w 725009"/>
                <a:gd name="connsiteY3" fmla="*/ 821751 h 821751"/>
                <a:gd name="connsiteX4" fmla="*/ 0 w 725009"/>
                <a:gd name="connsiteY4" fmla="*/ 794258 h 821751"/>
                <a:gd name="connsiteX0" fmla="*/ 0 w 725009"/>
                <a:gd name="connsiteY0" fmla="*/ 1203768 h 1231261"/>
                <a:gd name="connsiteX1" fmla="*/ 225399 w 725009"/>
                <a:gd name="connsiteY1" fmla="*/ 0 h 1231261"/>
                <a:gd name="connsiteX2" fmla="*/ 725009 w 725009"/>
                <a:gd name="connsiteY2" fmla="*/ 422433 h 1231261"/>
                <a:gd name="connsiteX3" fmla="*/ 159092 w 725009"/>
                <a:gd name="connsiteY3" fmla="*/ 1231261 h 1231261"/>
                <a:gd name="connsiteX4" fmla="*/ 0 w 725009"/>
                <a:gd name="connsiteY4" fmla="*/ 1203768 h 1231261"/>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497"/>
                <a:gd name="connsiteY0" fmla="*/ 1279028 h 1306521"/>
                <a:gd name="connsiteX1" fmla="*/ 225399 w 725497"/>
                <a:gd name="connsiteY1" fmla="*/ 75260 h 1306521"/>
                <a:gd name="connsiteX2" fmla="*/ 396193 w 725497"/>
                <a:gd name="connsiteY2" fmla="*/ 156799 h 1306521"/>
                <a:gd name="connsiteX3" fmla="*/ 725009 w 725497"/>
                <a:gd name="connsiteY3" fmla="*/ 205042 h 1306521"/>
                <a:gd name="connsiteX4" fmla="*/ 159092 w 725497"/>
                <a:gd name="connsiteY4" fmla="*/ 1306521 h 1306521"/>
                <a:gd name="connsiteX5" fmla="*/ 0 w 725497"/>
                <a:gd name="connsiteY5" fmla="*/ 1279028 h 1306521"/>
                <a:gd name="connsiteX0" fmla="*/ 0 w 725239"/>
                <a:gd name="connsiteY0" fmla="*/ 1295668 h 1323161"/>
                <a:gd name="connsiteX1" fmla="*/ 225399 w 725239"/>
                <a:gd name="connsiteY1" fmla="*/ 91900 h 1323161"/>
                <a:gd name="connsiteX2" fmla="*/ 725009 w 725239"/>
                <a:gd name="connsiteY2" fmla="*/ 221682 h 1323161"/>
                <a:gd name="connsiteX3" fmla="*/ 159092 w 725239"/>
                <a:gd name="connsiteY3" fmla="*/ 1323161 h 1323161"/>
                <a:gd name="connsiteX4" fmla="*/ 0 w 725239"/>
                <a:gd name="connsiteY4" fmla="*/ 1295668 h 1323161"/>
                <a:gd name="connsiteX0" fmla="*/ 0 w 725221"/>
                <a:gd name="connsiteY0" fmla="*/ 1210552 h 1238045"/>
                <a:gd name="connsiteX1" fmla="*/ 191583 w 725221"/>
                <a:gd name="connsiteY1" fmla="*/ 153319 h 1238045"/>
                <a:gd name="connsiteX2" fmla="*/ 725009 w 725221"/>
                <a:gd name="connsiteY2" fmla="*/ 136566 h 1238045"/>
                <a:gd name="connsiteX3" fmla="*/ 159092 w 725221"/>
                <a:gd name="connsiteY3" fmla="*/ 1238045 h 1238045"/>
                <a:gd name="connsiteX4" fmla="*/ 0 w 725221"/>
                <a:gd name="connsiteY4" fmla="*/ 1210552 h 1238045"/>
                <a:gd name="connsiteX0" fmla="*/ 0 w 725305"/>
                <a:gd name="connsiteY0" fmla="*/ 1158512 h 1186005"/>
                <a:gd name="connsiteX1" fmla="*/ 191583 w 725305"/>
                <a:gd name="connsiteY1" fmla="*/ 101279 h 1186005"/>
                <a:gd name="connsiteX2" fmla="*/ 725009 w 725305"/>
                <a:gd name="connsiteY2" fmla="*/ 84526 h 1186005"/>
                <a:gd name="connsiteX3" fmla="*/ 159092 w 725305"/>
                <a:gd name="connsiteY3" fmla="*/ 1186005 h 1186005"/>
                <a:gd name="connsiteX4" fmla="*/ 0 w 725305"/>
                <a:gd name="connsiteY4" fmla="*/ 1158512 h 1186005"/>
                <a:gd name="connsiteX0" fmla="*/ 0 w 725009"/>
                <a:gd name="connsiteY0" fmla="*/ 1073986 h 1101479"/>
                <a:gd name="connsiteX1" fmla="*/ 191583 w 725009"/>
                <a:gd name="connsiteY1" fmla="*/ 16753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675040"/>
                <a:gd name="connsiteY0" fmla="*/ 894029 h 896577"/>
                <a:gd name="connsiteX1" fmla="*/ 15664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 name="connsiteX0" fmla="*/ 0 w 675040"/>
                <a:gd name="connsiteY0" fmla="*/ 894029 h 896577"/>
                <a:gd name="connsiteX1" fmla="*/ 18662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5040" h="896577">
                  <a:moveTo>
                    <a:pt x="0" y="894029"/>
                  </a:moveTo>
                  <a:cubicBezTo>
                    <a:pt x="95638" y="409857"/>
                    <a:pt x="76811" y="618448"/>
                    <a:pt x="186623" y="1724"/>
                  </a:cubicBezTo>
                  <a:cubicBezTo>
                    <a:pt x="431451" y="14348"/>
                    <a:pt x="449377" y="35256"/>
                    <a:pt x="675040" y="0"/>
                  </a:cubicBezTo>
                  <a:cubicBezTo>
                    <a:pt x="276172" y="749497"/>
                    <a:pt x="462801" y="344746"/>
                    <a:pt x="179079" y="886531"/>
                  </a:cubicBezTo>
                  <a:cubicBezTo>
                    <a:pt x="44794" y="857895"/>
                    <a:pt x="92525" y="908114"/>
                    <a:pt x="0" y="894029"/>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30" name="Freeform 929">
              <a:extLst>
                <a:ext uri="{FF2B5EF4-FFF2-40B4-BE49-F238E27FC236}">
                  <a16:creationId xmlns:a16="http://schemas.microsoft.com/office/drawing/2014/main" id="{BD4E8E8A-5281-2546-8825-0786245B15DA}"/>
                </a:ext>
              </a:extLst>
            </p:cNvPr>
            <p:cNvSpPr/>
            <p:nvPr/>
          </p:nvSpPr>
          <p:spPr>
            <a:xfrm>
              <a:off x="4340853" y="5470208"/>
              <a:ext cx="514350" cy="40157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503138"/>
                <a:gd name="connsiteY0" fmla="*/ 961687 h 964568"/>
                <a:gd name="connsiteX1" fmla="*/ 0 w 503138"/>
                <a:gd name="connsiteY1" fmla="*/ 70 h 964568"/>
                <a:gd name="connsiteX2" fmla="*/ 503138 w 503138"/>
                <a:gd name="connsiteY2" fmla="*/ 154187 h 964568"/>
                <a:gd name="connsiteX3" fmla="*/ 273339 w 503138"/>
                <a:gd name="connsiteY3" fmla="*/ 964568 h 964568"/>
                <a:gd name="connsiteX4" fmla="*/ 197928 w 503138"/>
                <a:gd name="connsiteY4" fmla="*/ 961687 h 964568"/>
                <a:gd name="connsiteX0" fmla="*/ 201456 w 506666"/>
                <a:gd name="connsiteY0" fmla="*/ 807500 h 810381"/>
                <a:gd name="connsiteX1" fmla="*/ 0 w 506666"/>
                <a:gd name="connsiteY1" fmla="*/ 15216 h 810381"/>
                <a:gd name="connsiteX2" fmla="*/ 506666 w 506666"/>
                <a:gd name="connsiteY2" fmla="*/ 0 h 810381"/>
                <a:gd name="connsiteX3" fmla="*/ 276867 w 506666"/>
                <a:gd name="connsiteY3" fmla="*/ 810381 h 810381"/>
                <a:gd name="connsiteX4" fmla="*/ 201456 w 506666"/>
                <a:gd name="connsiteY4" fmla="*/ 807500 h 810381"/>
                <a:gd name="connsiteX0" fmla="*/ 201456 w 506666"/>
                <a:gd name="connsiteY0" fmla="*/ 807500 h 811593"/>
                <a:gd name="connsiteX1" fmla="*/ 0 w 506666"/>
                <a:gd name="connsiteY1" fmla="*/ 15216 h 811593"/>
                <a:gd name="connsiteX2" fmla="*/ 506666 w 506666"/>
                <a:gd name="connsiteY2" fmla="*/ 0 h 811593"/>
                <a:gd name="connsiteX3" fmla="*/ 276867 w 506666"/>
                <a:gd name="connsiteY3" fmla="*/ 810381 h 811593"/>
                <a:gd name="connsiteX4" fmla="*/ 201456 w 506666"/>
                <a:gd name="connsiteY4" fmla="*/ 807500 h 811593"/>
                <a:gd name="connsiteX0" fmla="*/ 135576 w 506666"/>
                <a:gd name="connsiteY0" fmla="*/ 818480 h 818480"/>
                <a:gd name="connsiteX1" fmla="*/ 0 w 506666"/>
                <a:gd name="connsiteY1" fmla="*/ 15216 h 818480"/>
                <a:gd name="connsiteX2" fmla="*/ 506666 w 506666"/>
                <a:gd name="connsiteY2" fmla="*/ 0 h 818480"/>
                <a:gd name="connsiteX3" fmla="*/ 276867 w 506666"/>
                <a:gd name="connsiteY3" fmla="*/ 81038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45472 w 559302"/>
                <a:gd name="connsiteY0" fmla="*/ 807500 h 807500"/>
                <a:gd name="connsiteX1" fmla="*/ 52636 w 559302"/>
                <a:gd name="connsiteY1" fmla="*/ 7896 h 807500"/>
                <a:gd name="connsiteX2" fmla="*/ 559302 w 559302"/>
                <a:gd name="connsiteY2" fmla="*/ 0 h 807500"/>
                <a:gd name="connsiteX3" fmla="*/ 384402 w 559302"/>
                <a:gd name="connsiteY3" fmla="*/ 803061 h 807500"/>
                <a:gd name="connsiteX4" fmla="*/ 45472 w 559302"/>
                <a:gd name="connsiteY4" fmla="*/ 807500 h 807500"/>
                <a:gd name="connsiteX0" fmla="*/ 21974 w 535804"/>
                <a:gd name="connsiteY0" fmla="*/ 807500 h 807500"/>
                <a:gd name="connsiteX1" fmla="*/ 29138 w 535804"/>
                <a:gd name="connsiteY1" fmla="*/ 7896 h 807500"/>
                <a:gd name="connsiteX2" fmla="*/ 535804 w 535804"/>
                <a:gd name="connsiteY2" fmla="*/ 0 h 807500"/>
                <a:gd name="connsiteX3" fmla="*/ 360904 w 535804"/>
                <a:gd name="connsiteY3" fmla="*/ 803061 h 807500"/>
                <a:gd name="connsiteX4" fmla="*/ 21974 w 535804"/>
                <a:gd name="connsiteY4" fmla="*/ 807500 h 807500"/>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7341"/>
                <a:gd name="connsiteX1" fmla="*/ 0 w 514180"/>
                <a:gd name="connsiteY1" fmla="*/ 0 h 577341"/>
                <a:gd name="connsiteX2" fmla="*/ 514180 w 514180"/>
                <a:gd name="connsiteY2" fmla="*/ 10891 h 577341"/>
                <a:gd name="connsiteX3" fmla="*/ 404259 w 514180"/>
                <a:gd name="connsiteY3" fmla="*/ 386400 h 577341"/>
                <a:gd name="connsiteX4" fmla="*/ 135770 w 514180"/>
                <a:gd name="connsiteY4" fmla="*/ 577341 h 577341"/>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02193 h 402193"/>
                <a:gd name="connsiteX1" fmla="*/ 0 w 514180"/>
                <a:gd name="connsiteY1" fmla="*/ 0 h 402193"/>
                <a:gd name="connsiteX2" fmla="*/ 514180 w 514180"/>
                <a:gd name="connsiteY2" fmla="*/ 10891 h 402193"/>
                <a:gd name="connsiteX3" fmla="*/ 404259 w 514180"/>
                <a:gd name="connsiteY3" fmla="*/ 386400 h 402193"/>
                <a:gd name="connsiteX4" fmla="*/ 100781 w 514180"/>
                <a:gd name="connsiteY4" fmla="*/ 402193 h 4021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180" h="402193">
                  <a:moveTo>
                    <a:pt x="100781" y="402193"/>
                  </a:moveTo>
                  <a:cubicBezTo>
                    <a:pt x="60584" y="194221"/>
                    <a:pt x="96631" y="442038"/>
                    <a:pt x="0" y="0"/>
                  </a:cubicBezTo>
                  <a:lnTo>
                    <a:pt x="514180" y="10891"/>
                  </a:lnTo>
                  <a:cubicBezTo>
                    <a:pt x="417353" y="348331"/>
                    <a:pt x="491637" y="89943"/>
                    <a:pt x="404259" y="386400"/>
                  </a:cubicBezTo>
                  <a:cubicBezTo>
                    <a:pt x="357814" y="390704"/>
                    <a:pt x="168880" y="400727"/>
                    <a:pt x="100781" y="402193"/>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31" name="Freeform 930">
              <a:extLst>
                <a:ext uri="{FF2B5EF4-FFF2-40B4-BE49-F238E27FC236}">
                  <a16:creationId xmlns:a16="http://schemas.microsoft.com/office/drawing/2014/main" id="{E78920D8-D684-1642-B41B-2CC538B9202E}"/>
                </a:ext>
              </a:extLst>
            </p:cNvPr>
            <p:cNvSpPr/>
            <p:nvPr/>
          </p:nvSpPr>
          <p:spPr>
            <a:xfrm>
              <a:off x="3561391" y="5433701"/>
              <a:ext cx="573087" cy="101584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621064"/>
                <a:gd name="connsiteY0" fmla="*/ 973305 h 973305"/>
                <a:gd name="connsiteX1" fmla="*/ 0 w 621064"/>
                <a:gd name="connsiteY1" fmla="*/ 11688 h 973305"/>
                <a:gd name="connsiteX2" fmla="*/ 499610 w 621064"/>
                <a:gd name="connsiteY2" fmla="*/ 0 h 973305"/>
                <a:gd name="connsiteX3" fmla="*/ 558839 w 621064"/>
                <a:gd name="connsiteY3" fmla="*/ 754682 h 973305"/>
                <a:gd name="connsiteX4" fmla="*/ 197928 w 621064"/>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1315828 h 1315828"/>
                <a:gd name="connsiteX1" fmla="*/ 0 w 558839"/>
                <a:gd name="connsiteY1" fmla="*/ 531414 h 1315828"/>
                <a:gd name="connsiteX2" fmla="*/ 506930 w 558839"/>
                <a:gd name="connsiteY2" fmla="*/ 0 h 1315828"/>
                <a:gd name="connsiteX3" fmla="*/ 558839 w 558839"/>
                <a:gd name="connsiteY3" fmla="*/ 1274408 h 1315828"/>
                <a:gd name="connsiteX4" fmla="*/ 370213 w 558839"/>
                <a:gd name="connsiteY4" fmla="*/ 1315828 h 1315828"/>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94113"/>
                <a:gd name="connsiteY0" fmla="*/ 1097905 h 1179971"/>
                <a:gd name="connsiteX1" fmla="*/ 0 w 594113"/>
                <a:gd name="connsiteY1" fmla="*/ 4757 h 1179971"/>
                <a:gd name="connsiteX2" fmla="*/ 502783 w 594113"/>
                <a:gd name="connsiteY2" fmla="*/ 0 h 1179971"/>
                <a:gd name="connsiteX3" fmla="*/ 594113 w 594113"/>
                <a:gd name="connsiteY3" fmla="*/ 1179818 h 1179971"/>
                <a:gd name="connsiteX4" fmla="*/ 366066 w 594113"/>
                <a:gd name="connsiteY4" fmla="*/ 1097905 h 1179971"/>
                <a:gd name="connsiteX0" fmla="*/ 403236 w 594113"/>
                <a:gd name="connsiteY0" fmla="*/ 1215612 h 1215612"/>
                <a:gd name="connsiteX1" fmla="*/ 0 w 594113"/>
                <a:gd name="connsiteY1" fmla="*/ 4757 h 1215612"/>
                <a:gd name="connsiteX2" fmla="*/ 502783 w 594113"/>
                <a:gd name="connsiteY2" fmla="*/ 0 h 1215612"/>
                <a:gd name="connsiteX3" fmla="*/ 594113 w 594113"/>
                <a:gd name="connsiteY3" fmla="*/ 1179818 h 1215612"/>
                <a:gd name="connsiteX4" fmla="*/ 403236 w 594113"/>
                <a:gd name="connsiteY4" fmla="*/ 1215612 h 1215612"/>
                <a:gd name="connsiteX0" fmla="*/ 403236 w 574100"/>
                <a:gd name="connsiteY0" fmla="*/ 1215612 h 1215612"/>
                <a:gd name="connsiteX1" fmla="*/ 0 w 574100"/>
                <a:gd name="connsiteY1" fmla="*/ 4757 h 1215612"/>
                <a:gd name="connsiteX2" fmla="*/ 502783 w 574100"/>
                <a:gd name="connsiteY2" fmla="*/ 0 h 1215612"/>
                <a:gd name="connsiteX3" fmla="*/ 574100 w 574100"/>
                <a:gd name="connsiteY3" fmla="*/ 1014877 h 1215612"/>
                <a:gd name="connsiteX4" fmla="*/ 403236 w 574100"/>
                <a:gd name="connsiteY4" fmla="*/ 1215612 h 1215612"/>
                <a:gd name="connsiteX0" fmla="*/ 333190 w 574100"/>
                <a:gd name="connsiteY0" fmla="*/ 985695 h 1015244"/>
                <a:gd name="connsiteX1" fmla="*/ 0 w 574100"/>
                <a:gd name="connsiteY1" fmla="*/ 4757 h 1015244"/>
                <a:gd name="connsiteX2" fmla="*/ 502783 w 574100"/>
                <a:gd name="connsiteY2" fmla="*/ 0 h 1015244"/>
                <a:gd name="connsiteX3" fmla="*/ 574100 w 574100"/>
                <a:gd name="connsiteY3" fmla="*/ 1014877 h 1015244"/>
                <a:gd name="connsiteX4" fmla="*/ 333190 w 574100"/>
                <a:gd name="connsiteY4" fmla="*/ 985695 h 10152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4100" h="1015244">
                  <a:moveTo>
                    <a:pt x="333190" y="985695"/>
                  </a:moveTo>
                  <a:cubicBezTo>
                    <a:pt x="153901" y="433090"/>
                    <a:pt x="295574" y="908506"/>
                    <a:pt x="0" y="4757"/>
                  </a:cubicBezTo>
                  <a:cubicBezTo>
                    <a:pt x="166537" y="861"/>
                    <a:pt x="336246" y="3896"/>
                    <a:pt x="502783" y="0"/>
                  </a:cubicBezTo>
                  <a:cubicBezTo>
                    <a:pt x="555943" y="995541"/>
                    <a:pt x="537473" y="350120"/>
                    <a:pt x="574100" y="1014877"/>
                  </a:cubicBezTo>
                  <a:cubicBezTo>
                    <a:pt x="476415" y="1019182"/>
                    <a:pt x="529388" y="984229"/>
                    <a:pt x="333190" y="985695"/>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932" name="Group 28">
              <a:extLst>
                <a:ext uri="{FF2B5EF4-FFF2-40B4-BE49-F238E27FC236}">
                  <a16:creationId xmlns:a16="http://schemas.microsoft.com/office/drawing/2014/main" id="{088ACE2A-7A5D-4F42-921C-CF157C288095}"/>
                </a:ext>
              </a:extLst>
            </p:cNvPr>
            <p:cNvGrpSpPr>
              <a:grpSpLocks/>
            </p:cNvGrpSpPr>
            <p:nvPr/>
          </p:nvGrpSpPr>
          <p:grpSpPr bwMode="auto">
            <a:xfrm>
              <a:off x="1856416" y="3709935"/>
              <a:ext cx="1049338" cy="1739900"/>
              <a:chOff x="1856416" y="3709935"/>
              <a:chExt cx="1049338" cy="1739900"/>
            </a:xfrm>
          </p:grpSpPr>
          <p:sp>
            <p:nvSpPr>
              <p:cNvPr id="1017" name="Rectangle 1016">
                <a:extLst>
                  <a:ext uri="{FF2B5EF4-FFF2-40B4-BE49-F238E27FC236}">
                    <a16:creationId xmlns:a16="http://schemas.microsoft.com/office/drawing/2014/main" id="{F031C840-E404-B943-9DD7-6487F36B8BC7}"/>
                  </a:ext>
                </a:extLst>
              </p:cNvPr>
              <p:cNvSpPr/>
              <p:nvPr/>
            </p:nvSpPr>
            <p:spPr bwMode="auto">
              <a:xfrm rot="10800000">
                <a:off x="1867528" y="3957548"/>
                <a:ext cx="1027113" cy="61109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1018" name="Group 498">
                <a:extLst>
                  <a:ext uri="{FF2B5EF4-FFF2-40B4-BE49-F238E27FC236}">
                    <a16:creationId xmlns:a16="http://schemas.microsoft.com/office/drawing/2014/main" id="{11E4B476-A94C-6141-A48C-F22AAD7C573A}"/>
                  </a:ext>
                </a:extLst>
              </p:cNvPr>
              <p:cNvGrpSpPr>
                <a:grpSpLocks/>
              </p:cNvGrpSpPr>
              <p:nvPr/>
            </p:nvGrpSpPr>
            <p:grpSpPr bwMode="auto">
              <a:xfrm>
                <a:off x="1858805" y="5088863"/>
                <a:ext cx="1035373" cy="360972"/>
                <a:chOff x="4128636" y="3606589"/>
                <a:chExt cx="568145" cy="338667"/>
              </a:xfrm>
            </p:grpSpPr>
            <p:sp>
              <p:nvSpPr>
                <p:cNvPr id="1032" name="Oval 1031">
                  <a:extLst>
                    <a:ext uri="{FF2B5EF4-FFF2-40B4-BE49-F238E27FC236}">
                      <a16:creationId xmlns:a16="http://schemas.microsoft.com/office/drawing/2014/main" id="{6285E922-4389-6747-873A-ED742F93B7B8}"/>
                    </a:ext>
                  </a:extLst>
                </p:cNvPr>
                <p:cNvSpPr/>
                <p:nvPr/>
              </p:nvSpPr>
              <p:spPr>
                <a:xfrm>
                  <a:off x="4129067" y="3720144"/>
                  <a:ext cx="567968" cy="224867"/>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33" name="Rectangle 1032">
                  <a:extLst>
                    <a:ext uri="{FF2B5EF4-FFF2-40B4-BE49-F238E27FC236}">
                      <a16:creationId xmlns:a16="http://schemas.microsoft.com/office/drawing/2014/main" id="{681399F7-9F7D-8247-A86B-B0C42C17B7BD}"/>
                    </a:ext>
                  </a:extLst>
                </p:cNvPr>
                <p:cNvSpPr/>
                <p:nvPr/>
              </p:nvSpPr>
              <p:spPr>
                <a:xfrm>
                  <a:off x="4129067" y="3720144"/>
                  <a:ext cx="567968" cy="111689"/>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34" name="Oval 1033">
                  <a:extLst>
                    <a:ext uri="{FF2B5EF4-FFF2-40B4-BE49-F238E27FC236}">
                      <a16:creationId xmlns:a16="http://schemas.microsoft.com/office/drawing/2014/main" id="{22EC9AA8-544A-8B4A-88A6-2074F49F53D4}"/>
                    </a:ext>
                  </a:extLst>
                </p:cNvPr>
                <p:cNvSpPr/>
                <p:nvPr/>
              </p:nvSpPr>
              <p:spPr>
                <a:xfrm>
                  <a:off x="4129067" y="3606966"/>
                  <a:ext cx="567968" cy="224867"/>
                </a:xfrm>
                <a:prstGeom prst="ellipse">
                  <a:avLst/>
                </a:prstGeom>
                <a:solidFill>
                  <a:srgbClr val="3333CC">
                    <a:lumMod val="60000"/>
                    <a:lumOff val="40000"/>
                    <a:alpha val="7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35" name="Straight Connector 1034">
                  <a:extLst>
                    <a:ext uri="{FF2B5EF4-FFF2-40B4-BE49-F238E27FC236}">
                      <a16:creationId xmlns:a16="http://schemas.microsoft.com/office/drawing/2014/main" id="{C98CC5A1-6137-AD47-8DAD-1CE3995E4F4E}"/>
                    </a:ext>
                  </a:extLst>
                </p:cNvPr>
                <p:cNvCxnSpPr/>
                <p:nvPr/>
              </p:nvCxnSpPr>
              <p:spPr>
                <a:xfrm>
                  <a:off x="4697035" y="3720144"/>
                  <a:ext cx="0" cy="111689"/>
                </a:xfrm>
                <a:prstGeom prst="line">
                  <a:avLst/>
                </a:prstGeom>
                <a:noFill/>
                <a:ln w="6350" cap="flat" cmpd="sng" algn="ctr">
                  <a:solidFill>
                    <a:srgbClr val="000000"/>
                  </a:solidFill>
                  <a:prstDash val="solid"/>
                </a:ln>
                <a:effectLst/>
              </p:spPr>
            </p:cxnSp>
            <p:cxnSp>
              <p:nvCxnSpPr>
                <p:cNvPr id="1036" name="Straight Connector 1035">
                  <a:extLst>
                    <a:ext uri="{FF2B5EF4-FFF2-40B4-BE49-F238E27FC236}">
                      <a16:creationId xmlns:a16="http://schemas.microsoft.com/office/drawing/2014/main" id="{D6DBD6DE-4277-6E43-8F0F-101EA88CC186}"/>
                    </a:ext>
                  </a:extLst>
                </p:cNvPr>
                <p:cNvCxnSpPr/>
                <p:nvPr/>
              </p:nvCxnSpPr>
              <p:spPr>
                <a:xfrm>
                  <a:off x="4129067" y="3720144"/>
                  <a:ext cx="0" cy="111689"/>
                </a:xfrm>
                <a:prstGeom prst="line">
                  <a:avLst/>
                </a:prstGeom>
                <a:noFill/>
                <a:ln w="6350" cap="flat" cmpd="sng" algn="ctr">
                  <a:solidFill>
                    <a:srgbClr val="000000"/>
                  </a:solidFill>
                  <a:prstDash val="solid"/>
                </a:ln>
                <a:effectLst/>
              </p:spPr>
            </p:cxnSp>
          </p:grpSp>
          <p:sp>
            <p:nvSpPr>
              <p:cNvPr id="1019" name="Rectangle 1018">
                <a:extLst>
                  <a:ext uri="{FF2B5EF4-FFF2-40B4-BE49-F238E27FC236}">
                    <a16:creationId xmlns:a16="http://schemas.microsoft.com/office/drawing/2014/main" id="{511198B5-F79E-C74D-B56E-01ADB1EAA4C1}"/>
                  </a:ext>
                </a:extLst>
              </p:cNvPr>
              <p:cNvSpPr/>
              <p:nvPr/>
            </p:nvSpPr>
            <p:spPr bwMode="auto">
              <a:xfrm>
                <a:off x="1877053" y="4705148"/>
                <a:ext cx="1028700" cy="522210"/>
              </a:xfrm>
              <a:prstGeom prst="rect">
                <a:avLst/>
              </a:prstGeom>
              <a:gradFill rotWithShape="1">
                <a:gsLst>
                  <a:gs pos="0">
                    <a:srgbClr val="3333CC">
                      <a:lumMod val="40000"/>
                      <a:lumOff val="6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20" name="Straight Connector 1019">
                <a:extLst>
                  <a:ext uri="{FF2B5EF4-FFF2-40B4-BE49-F238E27FC236}">
                    <a16:creationId xmlns:a16="http://schemas.microsoft.com/office/drawing/2014/main" id="{D3ADC60A-D45A-1346-84AC-B4714AE1CB27}"/>
                  </a:ext>
                </a:extLst>
              </p:cNvPr>
              <p:cNvCxnSpPr/>
              <p:nvPr/>
            </p:nvCxnSpPr>
            <p:spPr bwMode="auto">
              <a:xfrm>
                <a:off x="1861178" y="3981356"/>
                <a:ext cx="17463" cy="1301555"/>
              </a:xfrm>
              <a:prstGeom prst="line">
                <a:avLst/>
              </a:prstGeom>
              <a:noFill/>
              <a:ln w="3175" cap="flat" cmpd="sng" algn="ctr">
                <a:solidFill>
                  <a:srgbClr val="000000"/>
                </a:solidFill>
                <a:prstDash val="sysDash"/>
              </a:ln>
              <a:effectLst/>
            </p:spPr>
          </p:cxnSp>
          <p:cxnSp>
            <p:nvCxnSpPr>
              <p:cNvPr id="1021" name="Straight Connector 1020">
                <a:extLst>
                  <a:ext uri="{FF2B5EF4-FFF2-40B4-BE49-F238E27FC236}">
                    <a16:creationId xmlns:a16="http://schemas.microsoft.com/office/drawing/2014/main" id="{8C732665-0AF3-514A-8491-058D584AA66C}"/>
                  </a:ext>
                </a:extLst>
              </p:cNvPr>
              <p:cNvCxnSpPr/>
              <p:nvPr/>
            </p:nvCxnSpPr>
            <p:spPr bwMode="auto">
              <a:xfrm flipH="1">
                <a:off x="2894641" y="3971833"/>
                <a:ext cx="6350" cy="1269810"/>
              </a:xfrm>
              <a:prstGeom prst="line">
                <a:avLst/>
              </a:prstGeom>
              <a:noFill/>
              <a:ln w="3175" cap="flat" cmpd="sng" algn="ctr">
                <a:solidFill>
                  <a:srgbClr val="000000"/>
                </a:solidFill>
                <a:prstDash val="sysDash"/>
              </a:ln>
              <a:effectLst/>
            </p:spPr>
          </p:cxnSp>
          <p:grpSp>
            <p:nvGrpSpPr>
              <p:cNvPr id="1022" name="Group 504">
                <a:extLst>
                  <a:ext uri="{FF2B5EF4-FFF2-40B4-BE49-F238E27FC236}">
                    <a16:creationId xmlns:a16="http://schemas.microsoft.com/office/drawing/2014/main" id="{87E38306-3DC6-B044-991D-BEE6F6FD2E77}"/>
                  </a:ext>
                </a:extLst>
              </p:cNvPr>
              <p:cNvGrpSpPr>
                <a:grpSpLocks/>
              </p:cNvGrpSpPr>
              <p:nvPr/>
            </p:nvGrpSpPr>
            <p:grpSpPr bwMode="auto">
              <a:xfrm>
                <a:off x="1856416" y="3709935"/>
                <a:ext cx="1044712" cy="399063"/>
                <a:chOff x="2183302" y="1574638"/>
                <a:chExt cx="1200154" cy="430218"/>
              </a:xfrm>
            </p:grpSpPr>
            <p:sp>
              <p:nvSpPr>
                <p:cNvPr id="1023" name="Oval 1022">
                  <a:extLst>
                    <a:ext uri="{FF2B5EF4-FFF2-40B4-BE49-F238E27FC236}">
                      <a16:creationId xmlns:a16="http://schemas.microsoft.com/office/drawing/2014/main" id="{55E5FA1C-CAB4-8341-8DAA-EDAE9CFD84E2}"/>
                    </a:ext>
                  </a:extLst>
                </p:cNvPr>
                <p:cNvSpPr/>
                <p:nvPr/>
              </p:nvSpPr>
              <p:spPr bwMode="auto">
                <a:xfrm flipV="1">
                  <a:off x="2185125" y="1689286"/>
                  <a:ext cx="1196349" cy="314857"/>
                </a:xfrm>
                <a:prstGeom prst="ellipse">
                  <a:avLst/>
                </a:prstGeom>
                <a:gradFill flip="none" rotWithShape="1">
                  <a:gsLst>
                    <a:gs pos="0">
                      <a:srgbClr val="3333CC">
                        <a:lumMod val="75000"/>
                      </a:srgbClr>
                    </a:gs>
                    <a:gs pos="31000">
                      <a:srgbClr val="3333CC">
                        <a:lumMod val="60000"/>
                        <a:lumOff val="40000"/>
                      </a:srgbClr>
                    </a:gs>
                    <a:gs pos="100000">
                      <a:srgbClr val="3333CC">
                        <a:lumMod val="20000"/>
                        <a:lumOff val="80000"/>
                      </a:srgbClr>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24" name="Rectangle 1023">
                  <a:extLst>
                    <a:ext uri="{FF2B5EF4-FFF2-40B4-BE49-F238E27FC236}">
                      <a16:creationId xmlns:a16="http://schemas.microsoft.com/office/drawing/2014/main" id="{44108165-9E65-5F4A-BAAB-C6ACE38D3C65}"/>
                    </a:ext>
                  </a:extLst>
                </p:cNvPr>
                <p:cNvSpPr/>
                <p:nvPr/>
              </p:nvSpPr>
              <p:spPr bwMode="auto">
                <a:xfrm>
                  <a:off x="2183302" y="1735489"/>
                  <a:ext cx="1198172" cy="112938"/>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25" name="Oval 1024">
                  <a:extLst>
                    <a:ext uri="{FF2B5EF4-FFF2-40B4-BE49-F238E27FC236}">
                      <a16:creationId xmlns:a16="http://schemas.microsoft.com/office/drawing/2014/main" id="{5220D9A0-FC71-C848-AA4B-AC3EAD73DB6B}"/>
                    </a:ext>
                  </a:extLst>
                </p:cNvPr>
                <p:cNvSpPr>
                  <a:spLocks noChangeArrowheads="1"/>
                </p:cNvSpPr>
                <p:nvPr/>
              </p:nvSpPr>
              <p:spPr bwMode="auto">
                <a:xfrm flipV="1">
                  <a:off x="2183302" y="1574638"/>
                  <a:ext cx="1196349" cy="31485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26" name="Freeform 1025">
                  <a:extLst>
                    <a:ext uri="{FF2B5EF4-FFF2-40B4-BE49-F238E27FC236}">
                      <a16:creationId xmlns:a16="http://schemas.microsoft.com/office/drawing/2014/main" id="{0E8501FC-8102-1648-8958-E425AC1A0FB8}"/>
                    </a:ext>
                  </a:extLst>
                </p:cNvPr>
                <p:cNvSpPr/>
                <p:nvPr/>
              </p:nvSpPr>
              <p:spPr bwMode="auto">
                <a:xfrm>
                  <a:off x="2489684" y="1670464"/>
                  <a:ext cx="581761" cy="157429"/>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27" name="Freeform 1026">
                  <a:extLst>
                    <a:ext uri="{FF2B5EF4-FFF2-40B4-BE49-F238E27FC236}">
                      <a16:creationId xmlns:a16="http://schemas.microsoft.com/office/drawing/2014/main" id="{AF49A14A-FE33-EB4B-ADEA-BA7B348615CA}"/>
                    </a:ext>
                  </a:extLst>
                </p:cNvPr>
                <p:cNvSpPr>
                  <a:spLocks/>
                </p:cNvSpPr>
                <p:nvPr/>
              </p:nvSpPr>
              <p:spPr bwMode="auto">
                <a:xfrm>
                  <a:off x="2429501" y="1629396"/>
                  <a:ext cx="703949" cy="111226"/>
                </a:xfrm>
                <a:custGeom>
                  <a:avLst/>
                  <a:gdLst>
                    <a:gd name="T0" fmla="*/ 0 w 3723451"/>
                    <a:gd name="T1" fmla="*/ 27211 h 932950"/>
                    <a:gd name="T2" fmla="*/ 123865 w 3723451"/>
                    <a:gd name="T3" fmla="*/ 321 h 932950"/>
                    <a:gd name="T4" fmla="*/ 350850 w 3723451"/>
                    <a:gd name="T5" fmla="*/ 62061 h 932950"/>
                    <a:gd name="T6" fmla="*/ 567397 w 3723451"/>
                    <a:gd name="T7" fmla="*/ 0 h 932950"/>
                    <a:gd name="T8" fmla="*/ 703949 w 3723451"/>
                    <a:gd name="T9" fmla="*/ 24696 h 932950"/>
                    <a:gd name="T10" fmla="*/ 602354 w 3723451"/>
                    <a:gd name="T11" fmla="*/ 55064 h 932950"/>
                    <a:gd name="T12" fmla="*/ 569645 w 3723451"/>
                    <a:gd name="T13" fmla="*/ 46877 h 932950"/>
                    <a:gd name="T14" fmla="*/ 354838 w 3723451"/>
                    <a:gd name="T15" fmla="*/ 111226 h 932950"/>
                    <a:gd name="T16" fmla="*/ 134536 w 3723451"/>
                    <a:gd name="T17" fmla="*/ 49244 h 932950"/>
                    <a:gd name="T18" fmla="*/ 98918 w 3723451"/>
                    <a:gd name="T19" fmla="*/ 55934 h 932950"/>
                    <a:gd name="T20" fmla="*/ 0 w 3723451"/>
                    <a:gd name="T21" fmla="*/ 27211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8" name="Freeform 1027">
                  <a:extLst>
                    <a:ext uri="{FF2B5EF4-FFF2-40B4-BE49-F238E27FC236}">
                      <a16:creationId xmlns:a16="http://schemas.microsoft.com/office/drawing/2014/main" id="{FEBE179E-02E9-C64E-89FC-F45503783F7D}"/>
                    </a:ext>
                  </a:extLst>
                </p:cNvPr>
                <p:cNvSpPr>
                  <a:spLocks/>
                </p:cNvSpPr>
                <p:nvPr/>
              </p:nvSpPr>
              <p:spPr bwMode="auto">
                <a:xfrm>
                  <a:off x="2892722" y="1723510"/>
                  <a:ext cx="257143" cy="95826"/>
                </a:xfrm>
                <a:custGeom>
                  <a:avLst/>
                  <a:gdLst>
                    <a:gd name="T0" fmla="*/ 0 w 1366596"/>
                    <a:gd name="T1" fmla="*/ 0 h 809868"/>
                    <a:gd name="T2" fmla="*/ 257143 w 1366596"/>
                    <a:gd name="T3" fmla="*/ 74047 h 809868"/>
                    <a:gd name="T4" fmla="*/ 162771 w 1366596"/>
                    <a:gd name="T5" fmla="*/ 95826 h 809868"/>
                    <a:gd name="T6" fmla="*/ 866 w 1366596"/>
                    <a:gd name="T7" fmla="*/ 5063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9" name="Freeform 1028">
                  <a:extLst>
                    <a:ext uri="{FF2B5EF4-FFF2-40B4-BE49-F238E27FC236}">
                      <a16:creationId xmlns:a16="http://schemas.microsoft.com/office/drawing/2014/main" id="{56DF1AAD-D538-1C44-A286-465AD81A046E}"/>
                    </a:ext>
                  </a:extLst>
                </p:cNvPr>
                <p:cNvSpPr>
                  <a:spLocks/>
                </p:cNvSpPr>
                <p:nvPr/>
              </p:nvSpPr>
              <p:spPr bwMode="auto">
                <a:xfrm>
                  <a:off x="2416736" y="1725222"/>
                  <a:ext cx="255318" cy="94114"/>
                </a:xfrm>
                <a:custGeom>
                  <a:avLst/>
                  <a:gdLst>
                    <a:gd name="T0" fmla="*/ 251832 w 1348191"/>
                    <a:gd name="T1" fmla="*/ 0 h 791462"/>
                    <a:gd name="T2" fmla="*/ 255318 w 1348191"/>
                    <a:gd name="T3" fmla="*/ 45415 h 791462"/>
                    <a:gd name="T4" fmla="*/ 92368 w 1348191"/>
                    <a:gd name="T5" fmla="*/ 94114 h 791462"/>
                    <a:gd name="T6" fmla="*/ 0 w 1348191"/>
                    <a:gd name="T7" fmla="*/ 72774 h 791462"/>
                    <a:gd name="T8" fmla="*/ 25183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30" name="Straight Connector 1029">
                  <a:extLst>
                    <a:ext uri="{FF2B5EF4-FFF2-40B4-BE49-F238E27FC236}">
                      <a16:creationId xmlns:a16="http://schemas.microsoft.com/office/drawing/2014/main" id="{60701F8E-3F5A-734C-A498-AA55BCD5CFE1}"/>
                    </a:ext>
                  </a:extLst>
                </p:cNvPr>
                <p:cNvCxnSpPr>
                  <a:cxnSpLocks noChangeShapeType="1"/>
                  <a:endCxn id="1025" idx="2"/>
                </p:cNvCxnSpPr>
                <p:nvPr/>
              </p:nvCxnSpPr>
              <p:spPr bwMode="auto">
                <a:xfrm flipH="1" flipV="1">
                  <a:off x="2183302" y="1732067"/>
                  <a:ext cx="1823"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31" name="Straight Connector 1030">
                  <a:extLst>
                    <a:ext uri="{FF2B5EF4-FFF2-40B4-BE49-F238E27FC236}">
                      <a16:creationId xmlns:a16="http://schemas.microsoft.com/office/drawing/2014/main" id="{299ED768-B7C5-C447-A0CA-015C1D4D47F2}"/>
                    </a:ext>
                  </a:extLst>
                </p:cNvPr>
                <p:cNvCxnSpPr>
                  <a:cxnSpLocks noChangeShapeType="1"/>
                </p:cNvCxnSpPr>
                <p:nvPr/>
              </p:nvCxnSpPr>
              <p:spPr bwMode="auto">
                <a:xfrm flipH="1" flipV="1">
                  <a:off x="3381474" y="1728644"/>
                  <a:ext cx="1824"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933" name="Group 29">
              <a:extLst>
                <a:ext uri="{FF2B5EF4-FFF2-40B4-BE49-F238E27FC236}">
                  <a16:creationId xmlns:a16="http://schemas.microsoft.com/office/drawing/2014/main" id="{BE1E7CEF-FBEC-2040-A3E0-0EBB60746AF9}"/>
                </a:ext>
              </a:extLst>
            </p:cNvPr>
            <p:cNvGrpSpPr>
              <a:grpSpLocks/>
            </p:cNvGrpSpPr>
            <p:nvPr/>
          </p:nvGrpSpPr>
          <p:grpSpPr bwMode="auto">
            <a:xfrm>
              <a:off x="3566154" y="3862335"/>
              <a:ext cx="514350" cy="1670050"/>
              <a:chOff x="3566154" y="3862335"/>
              <a:chExt cx="514350" cy="1670050"/>
            </a:xfrm>
          </p:grpSpPr>
          <p:sp>
            <p:nvSpPr>
              <p:cNvPr id="997" name="Rectangle 996">
                <a:extLst>
                  <a:ext uri="{FF2B5EF4-FFF2-40B4-BE49-F238E27FC236}">
                    <a16:creationId xmlns:a16="http://schemas.microsoft.com/office/drawing/2014/main" id="{7F242236-8B77-9144-8038-81B9BCAB1509}"/>
                  </a:ext>
                </a:extLst>
              </p:cNvPr>
              <p:cNvSpPr/>
              <p:nvPr/>
            </p:nvSpPr>
            <p:spPr bwMode="auto">
              <a:xfrm rot="10800000">
                <a:off x="3569201" y="3946092"/>
                <a:ext cx="498084" cy="628647"/>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98" name="Straight Connector 997">
                <a:extLst>
                  <a:ext uri="{FF2B5EF4-FFF2-40B4-BE49-F238E27FC236}">
                    <a16:creationId xmlns:a16="http://schemas.microsoft.com/office/drawing/2014/main" id="{855E433C-9E28-D243-A7F8-5DC166631717}"/>
                  </a:ext>
                </a:extLst>
              </p:cNvPr>
              <p:cNvCxnSpPr/>
              <p:nvPr/>
            </p:nvCxnSpPr>
            <p:spPr bwMode="auto">
              <a:xfrm flipH="1">
                <a:off x="4078916" y="4019450"/>
                <a:ext cx="1587" cy="1365045"/>
              </a:xfrm>
              <a:prstGeom prst="line">
                <a:avLst/>
              </a:prstGeom>
              <a:noFill/>
              <a:ln w="3175" cap="flat" cmpd="sng" algn="ctr">
                <a:solidFill>
                  <a:srgbClr val="000000"/>
                </a:solidFill>
                <a:prstDash val="sysDash"/>
              </a:ln>
              <a:effectLst/>
            </p:spPr>
          </p:cxnSp>
          <p:grpSp>
            <p:nvGrpSpPr>
              <p:cNvPr id="999" name="Group 552">
                <a:extLst>
                  <a:ext uri="{FF2B5EF4-FFF2-40B4-BE49-F238E27FC236}">
                    <a16:creationId xmlns:a16="http://schemas.microsoft.com/office/drawing/2014/main" id="{2095E3B0-B1DF-9747-A4B6-739AFCB17CA7}"/>
                  </a:ext>
                </a:extLst>
              </p:cNvPr>
              <p:cNvGrpSpPr>
                <a:grpSpLocks/>
              </p:cNvGrpSpPr>
              <p:nvPr/>
            </p:nvGrpSpPr>
            <p:grpSpPr bwMode="auto">
              <a:xfrm>
                <a:off x="3571302" y="5310688"/>
                <a:ext cx="507588" cy="221697"/>
                <a:chOff x="4128636" y="3606589"/>
                <a:chExt cx="568145" cy="338667"/>
              </a:xfrm>
            </p:grpSpPr>
            <p:sp>
              <p:nvSpPr>
                <p:cNvPr id="1012" name="Oval 1011">
                  <a:extLst>
                    <a:ext uri="{FF2B5EF4-FFF2-40B4-BE49-F238E27FC236}">
                      <a16:creationId xmlns:a16="http://schemas.microsoft.com/office/drawing/2014/main" id="{77BE98D0-B8F8-0542-81BA-550DCDDBED58}"/>
                    </a:ext>
                  </a:extLst>
                </p:cNvPr>
                <p:cNvSpPr/>
                <p:nvPr/>
              </p:nvSpPr>
              <p:spPr>
                <a:xfrm>
                  <a:off x="4128204" y="3719337"/>
                  <a:ext cx="568606" cy="2255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13" name="Rectangle 1012">
                  <a:extLst>
                    <a:ext uri="{FF2B5EF4-FFF2-40B4-BE49-F238E27FC236}">
                      <a16:creationId xmlns:a16="http://schemas.microsoft.com/office/drawing/2014/main" id="{FF81DF11-B403-0242-9BBF-4028E5002511}"/>
                    </a:ext>
                  </a:extLst>
                </p:cNvPr>
                <p:cNvSpPr/>
                <p:nvPr/>
              </p:nvSpPr>
              <p:spPr>
                <a:xfrm>
                  <a:off x="4128204" y="3719337"/>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14" name="Oval 1013">
                  <a:extLst>
                    <a:ext uri="{FF2B5EF4-FFF2-40B4-BE49-F238E27FC236}">
                      <a16:creationId xmlns:a16="http://schemas.microsoft.com/office/drawing/2014/main" id="{DA7CD07E-7BFA-EA40-A63C-19BD545F9FBB}"/>
                    </a:ext>
                  </a:extLst>
                </p:cNvPr>
                <p:cNvSpPr/>
                <p:nvPr/>
              </p:nvSpPr>
              <p:spPr>
                <a:xfrm>
                  <a:off x="4128204" y="3600527"/>
                  <a:ext cx="568606" cy="23034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15" name="Straight Connector 1014">
                  <a:extLst>
                    <a:ext uri="{FF2B5EF4-FFF2-40B4-BE49-F238E27FC236}">
                      <a16:creationId xmlns:a16="http://schemas.microsoft.com/office/drawing/2014/main" id="{B2F8B11B-A555-1F4E-A7E6-540E16F7A0A8}"/>
                    </a:ext>
                  </a:extLst>
                </p:cNvPr>
                <p:cNvCxnSpPr/>
                <p:nvPr/>
              </p:nvCxnSpPr>
              <p:spPr>
                <a:xfrm>
                  <a:off x="4696810" y="3719337"/>
                  <a:ext cx="0" cy="111537"/>
                </a:xfrm>
                <a:prstGeom prst="line">
                  <a:avLst/>
                </a:prstGeom>
                <a:noFill/>
                <a:ln w="6350" cap="flat" cmpd="sng" algn="ctr">
                  <a:solidFill>
                    <a:srgbClr val="000000"/>
                  </a:solidFill>
                  <a:prstDash val="solid"/>
                </a:ln>
                <a:effectLst/>
              </p:spPr>
            </p:cxnSp>
            <p:cxnSp>
              <p:nvCxnSpPr>
                <p:cNvPr id="1016" name="Straight Connector 1015">
                  <a:extLst>
                    <a:ext uri="{FF2B5EF4-FFF2-40B4-BE49-F238E27FC236}">
                      <a16:creationId xmlns:a16="http://schemas.microsoft.com/office/drawing/2014/main" id="{DC5D2573-EDE8-D044-BD08-61DD678EC15B}"/>
                    </a:ext>
                  </a:extLst>
                </p:cNvPr>
                <p:cNvCxnSpPr/>
                <p:nvPr/>
              </p:nvCxnSpPr>
              <p:spPr>
                <a:xfrm>
                  <a:off x="4128204" y="3719337"/>
                  <a:ext cx="0" cy="111537"/>
                </a:xfrm>
                <a:prstGeom prst="line">
                  <a:avLst/>
                </a:prstGeom>
                <a:noFill/>
                <a:ln w="6350" cap="flat" cmpd="sng" algn="ctr">
                  <a:solidFill>
                    <a:srgbClr val="000000"/>
                  </a:solidFill>
                  <a:prstDash val="solid"/>
                </a:ln>
                <a:effectLst/>
              </p:spPr>
            </p:cxnSp>
          </p:grpSp>
          <p:sp>
            <p:nvSpPr>
              <p:cNvPr id="1000" name="Rectangle 999">
                <a:extLst>
                  <a:ext uri="{FF2B5EF4-FFF2-40B4-BE49-F238E27FC236}">
                    <a16:creationId xmlns:a16="http://schemas.microsoft.com/office/drawing/2014/main" id="{1CD2ADDF-DE6E-274D-9173-D493921DFE9F}"/>
                  </a:ext>
                </a:extLst>
              </p:cNvPr>
              <p:cNvSpPr/>
              <p:nvPr/>
            </p:nvSpPr>
            <p:spPr bwMode="auto">
              <a:xfrm>
                <a:off x="3572503" y="4574992"/>
                <a:ext cx="496888" cy="812678"/>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01" name="Straight Connector 1000">
                <a:extLst>
                  <a:ext uri="{FF2B5EF4-FFF2-40B4-BE49-F238E27FC236}">
                    <a16:creationId xmlns:a16="http://schemas.microsoft.com/office/drawing/2014/main" id="{3926DE25-E9FB-D540-98B7-27C7DBB56A43}"/>
                  </a:ext>
                </a:extLst>
              </p:cNvPr>
              <p:cNvCxnSpPr/>
              <p:nvPr/>
            </p:nvCxnSpPr>
            <p:spPr bwMode="auto">
              <a:xfrm flipH="1">
                <a:off x="3566153" y="4027387"/>
                <a:ext cx="3175" cy="1450757"/>
              </a:xfrm>
              <a:prstGeom prst="line">
                <a:avLst/>
              </a:prstGeom>
              <a:noFill/>
              <a:ln w="3175" cap="flat" cmpd="sng" algn="ctr">
                <a:solidFill>
                  <a:srgbClr val="000000"/>
                </a:solidFill>
                <a:prstDash val="sysDash"/>
              </a:ln>
              <a:effectLst/>
            </p:spPr>
          </p:cxnSp>
          <p:grpSp>
            <p:nvGrpSpPr>
              <p:cNvPr id="1002" name="Group 538">
                <a:extLst>
                  <a:ext uri="{FF2B5EF4-FFF2-40B4-BE49-F238E27FC236}">
                    <a16:creationId xmlns:a16="http://schemas.microsoft.com/office/drawing/2014/main" id="{FA32E138-3569-9943-8F38-8BFBBEE94E0D}"/>
                  </a:ext>
                </a:extLst>
              </p:cNvPr>
              <p:cNvGrpSpPr>
                <a:grpSpLocks/>
              </p:cNvGrpSpPr>
              <p:nvPr/>
            </p:nvGrpSpPr>
            <p:grpSpPr bwMode="auto">
              <a:xfrm>
                <a:off x="3568667" y="3862335"/>
                <a:ext cx="503828" cy="248249"/>
                <a:chOff x="2183302" y="1564542"/>
                <a:chExt cx="1200154" cy="440314"/>
              </a:xfrm>
            </p:grpSpPr>
            <p:sp>
              <p:nvSpPr>
                <p:cNvPr id="1003" name="Oval 1002">
                  <a:extLst>
                    <a:ext uri="{FF2B5EF4-FFF2-40B4-BE49-F238E27FC236}">
                      <a16:creationId xmlns:a16="http://schemas.microsoft.com/office/drawing/2014/main" id="{172BF76E-3582-364D-ACA4-688518FFF091}"/>
                    </a:ext>
                  </a:extLst>
                </p:cNvPr>
                <p:cNvSpPr/>
                <p:nvPr/>
              </p:nvSpPr>
              <p:spPr bwMode="auto">
                <a:xfrm flipV="1">
                  <a:off x="2188659" y="1691189"/>
                  <a:ext cx="1194966" cy="3124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04" name="Rectangle 1003">
                  <a:extLst>
                    <a:ext uri="{FF2B5EF4-FFF2-40B4-BE49-F238E27FC236}">
                      <a16:creationId xmlns:a16="http://schemas.microsoft.com/office/drawing/2014/main" id="{3A78A2F4-E393-6E42-BE3F-0FCA6714AEB4}"/>
                    </a:ext>
                  </a:extLst>
                </p:cNvPr>
                <p:cNvSpPr/>
                <p:nvPr/>
              </p:nvSpPr>
              <p:spPr bwMode="auto">
                <a:xfrm>
                  <a:off x="2184877" y="1736233"/>
                  <a:ext cx="1198749"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05" name="Oval 1004">
                  <a:extLst>
                    <a:ext uri="{FF2B5EF4-FFF2-40B4-BE49-F238E27FC236}">
                      <a16:creationId xmlns:a16="http://schemas.microsoft.com/office/drawing/2014/main" id="{940143FD-143D-914C-BE2C-37F2F665D24A}"/>
                    </a:ext>
                  </a:extLst>
                </p:cNvPr>
                <p:cNvSpPr>
                  <a:spLocks noChangeArrowheads="1"/>
                </p:cNvSpPr>
                <p:nvPr/>
              </p:nvSpPr>
              <p:spPr bwMode="auto">
                <a:xfrm flipV="1">
                  <a:off x="2184877" y="1564501"/>
                  <a:ext cx="1194966" cy="31249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06" name="Freeform 1005">
                  <a:extLst>
                    <a:ext uri="{FF2B5EF4-FFF2-40B4-BE49-F238E27FC236}">
                      <a16:creationId xmlns:a16="http://schemas.microsoft.com/office/drawing/2014/main" id="{E3E8B10C-6B82-EC4C-A959-82D1FA770D43}"/>
                    </a:ext>
                  </a:extLst>
                </p:cNvPr>
                <p:cNvSpPr/>
                <p:nvPr/>
              </p:nvSpPr>
              <p:spPr bwMode="auto">
                <a:xfrm>
                  <a:off x="2491182" y="1671482"/>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07" name="Freeform 1006">
                  <a:extLst>
                    <a:ext uri="{FF2B5EF4-FFF2-40B4-BE49-F238E27FC236}">
                      <a16:creationId xmlns:a16="http://schemas.microsoft.com/office/drawing/2014/main" id="{0B23900C-40C2-5447-A8A5-DB9E4C1FBD25}"/>
                    </a:ext>
                  </a:extLst>
                </p:cNvPr>
                <p:cNvSpPr>
                  <a:spLocks/>
                </p:cNvSpPr>
                <p:nvPr/>
              </p:nvSpPr>
              <p:spPr bwMode="auto">
                <a:xfrm>
                  <a:off x="2430678" y="1629252"/>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8" name="Freeform 1007">
                  <a:extLst>
                    <a:ext uri="{FF2B5EF4-FFF2-40B4-BE49-F238E27FC236}">
                      <a16:creationId xmlns:a16="http://schemas.microsoft.com/office/drawing/2014/main" id="{8EDB510B-0DD2-AE4F-82C5-7A7D8DC924A6}"/>
                    </a:ext>
                  </a:extLst>
                </p:cNvPr>
                <p:cNvSpPr>
                  <a:spLocks/>
                </p:cNvSpPr>
                <p:nvPr/>
              </p:nvSpPr>
              <p:spPr bwMode="auto">
                <a:xfrm>
                  <a:off x="2892025" y="1722158"/>
                  <a:ext cx="260925" cy="95720"/>
                </a:xfrm>
                <a:custGeom>
                  <a:avLst/>
                  <a:gdLst>
                    <a:gd name="T0" fmla="*/ 0 w 1366596"/>
                    <a:gd name="T1" fmla="*/ 0 h 809868"/>
                    <a:gd name="T2" fmla="*/ 260925 w 1366596"/>
                    <a:gd name="T3" fmla="*/ 73965 h 809868"/>
                    <a:gd name="T4" fmla="*/ 165165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9" name="Freeform 1008">
                  <a:extLst>
                    <a:ext uri="{FF2B5EF4-FFF2-40B4-BE49-F238E27FC236}">
                      <a16:creationId xmlns:a16="http://schemas.microsoft.com/office/drawing/2014/main" id="{8DBE17FA-57C2-EB4B-A9B7-514F4336E298}"/>
                    </a:ext>
                  </a:extLst>
                </p:cNvPr>
                <p:cNvSpPr>
                  <a:spLocks/>
                </p:cNvSpPr>
                <p:nvPr/>
              </p:nvSpPr>
              <p:spPr bwMode="auto">
                <a:xfrm>
                  <a:off x="2419332" y="1724972"/>
                  <a:ext cx="253364" cy="95720"/>
                </a:xfrm>
                <a:custGeom>
                  <a:avLst/>
                  <a:gdLst>
                    <a:gd name="T0" fmla="*/ 249905 w 1348191"/>
                    <a:gd name="T1" fmla="*/ 0 h 791462"/>
                    <a:gd name="T2" fmla="*/ 253364 w 1348191"/>
                    <a:gd name="T3" fmla="*/ 46190 h 791462"/>
                    <a:gd name="T4" fmla="*/ 91661 w 1348191"/>
                    <a:gd name="T5" fmla="*/ 95720 h 791462"/>
                    <a:gd name="T6" fmla="*/ 0 w 1348191"/>
                    <a:gd name="T7" fmla="*/ 74016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10" name="Straight Connector 1009">
                  <a:extLst>
                    <a:ext uri="{FF2B5EF4-FFF2-40B4-BE49-F238E27FC236}">
                      <a16:creationId xmlns:a16="http://schemas.microsoft.com/office/drawing/2014/main" id="{6D72BFF1-097B-E940-AAD0-E8A2E1D2A096}"/>
                    </a:ext>
                  </a:extLst>
                </p:cNvPr>
                <p:cNvCxnSpPr>
                  <a:cxnSpLocks noChangeShapeType="1"/>
                  <a:endCxn id="1005" idx="2"/>
                </p:cNvCxnSpPr>
                <p:nvPr/>
              </p:nvCxnSpPr>
              <p:spPr bwMode="auto">
                <a:xfrm flipH="1" flipV="1">
                  <a:off x="2184877" y="1722158"/>
                  <a:ext cx="3783"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11" name="Straight Connector 1010">
                  <a:extLst>
                    <a:ext uri="{FF2B5EF4-FFF2-40B4-BE49-F238E27FC236}">
                      <a16:creationId xmlns:a16="http://schemas.microsoft.com/office/drawing/2014/main" id="{088863E0-982B-8A4D-853F-851CE3F1F144}"/>
                    </a:ext>
                  </a:extLst>
                </p:cNvPr>
                <p:cNvCxnSpPr>
                  <a:cxnSpLocks noChangeShapeType="1"/>
                </p:cNvCxnSpPr>
                <p:nvPr/>
              </p:nvCxnSpPr>
              <p:spPr bwMode="auto">
                <a:xfrm flipH="1" flipV="1">
                  <a:off x="3379842" y="1727788"/>
                  <a:ext cx="3783"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934" name="Group 30">
              <a:extLst>
                <a:ext uri="{FF2B5EF4-FFF2-40B4-BE49-F238E27FC236}">
                  <a16:creationId xmlns:a16="http://schemas.microsoft.com/office/drawing/2014/main" id="{B108AACE-03DC-254D-AC34-727FF075B859}"/>
                </a:ext>
              </a:extLst>
            </p:cNvPr>
            <p:cNvGrpSpPr>
              <a:grpSpLocks/>
            </p:cNvGrpSpPr>
            <p:nvPr/>
          </p:nvGrpSpPr>
          <p:grpSpPr bwMode="auto">
            <a:xfrm>
              <a:off x="4348791" y="3867098"/>
              <a:ext cx="514350" cy="1670050"/>
              <a:chOff x="4348791" y="3867098"/>
              <a:chExt cx="514350" cy="1670050"/>
            </a:xfrm>
          </p:grpSpPr>
          <p:sp>
            <p:nvSpPr>
              <p:cNvPr id="977" name="Rectangle 976">
                <a:extLst>
                  <a:ext uri="{FF2B5EF4-FFF2-40B4-BE49-F238E27FC236}">
                    <a16:creationId xmlns:a16="http://schemas.microsoft.com/office/drawing/2014/main" id="{B0F9C3E9-A467-3F42-B81A-4399A9B977B8}"/>
                  </a:ext>
                </a:extLst>
              </p:cNvPr>
              <p:cNvSpPr/>
              <p:nvPr/>
            </p:nvSpPr>
            <p:spPr bwMode="auto">
              <a:xfrm rot="10800000">
                <a:off x="4351838" y="3950855"/>
                <a:ext cx="498084" cy="628647"/>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78" name="Straight Connector 977">
                <a:extLst>
                  <a:ext uri="{FF2B5EF4-FFF2-40B4-BE49-F238E27FC236}">
                    <a16:creationId xmlns:a16="http://schemas.microsoft.com/office/drawing/2014/main" id="{20B4E373-A127-2049-BBD2-5D8AFBDD7F00}"/>
                  </a:ext>
                </a:extLst>
              </p:cNvPr>
              <p:cNvCxnSpPr/>
              <p:nvPr/>
            </p:nvCxnSpPr>
            <p:spPr bwMode="auto">
              <a:xfrm flipH="1">
                <a:off x="4861553" y="4024212"/>
                <a:ext cx="1588" cy="1365045"/>
              </a:xfrm>
              <a:prstGeom prst="line">
                <a:avLst/>
              </a:prstGeom>
              <a:noFill/>
              <a:ln w="3175" cap="flat" cmpd="sng" algn="ctr">
                <a:solidFill>
                  <a:srgbClr val="000000"/>
                </a:solidFill>
                <a:prstDash val="sysDash"/>
              </a:ln>
              <a:effectLst/>
            </p:spPr>
          </p:cxnSp>
          <p:grpSp>
            <p:nvGrpSpPr>
              <p:cNvPr id="979" name="Group 580">
                <a:extLst>
                  <a:ext uri="{FF2B5EF4-FFF2-40B4-BE49-F238E27FC236}">
                    <a16:creationId xmlns:a16="http://schemas.microsoft.com/office/drawing/2014/main" id="{3A9D8F64-E0EA-B742-94C4-1BEB4135EA82}"/>
                  </a:ext>
                </a:extLst>
              </p:cNvPr>
              <p:cNvGrpSpPr>
                <a:grpSpLocks/>
              </p:cNvGrpSpPr>
              <p:nvPr/>
            </p:nvGrpSpPr>
            <p:grpSpPr bwMode="auto">
              <a:xfrm>
                <a:off x="4353939" y="5315451"/>
                <a:ext cx="507588" cy="221697"/>
                <a:chOff x="4128636" y="3606589"/>
                <a:chExt cx="568145" cy="338667"/>
              </a:xfrm>
            </p:grpSpPr>
            <p:sp>
              <p:nvSpPr>
                <p:cNvPr id="992" name="Oval 991">
                  <a:extLst>
                    <a:ext uri="{FF2B5EF4-FFF2-40B4-BE49-F238E27FC236}">
                      <a16:creationId xmlns:a16="http://schemas.microsoft.com/office/drawing/2014/main" id="{74425C53-433E-6F47-8B0C-9F4C8E916E2E}"/>
                    </a:ext>
                  </a:extLst>
                </p:cNvPr>
                <p:cNvSpPr/>
                <p:nvPr/>
              </p:nvSpPr>
              <p:spPr>
                <a:xfrm>
                  <a:off x="4128204" y="3719336"/>
                  <a:ext cx="568606" cy="225498"/>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93" name="Rectangle 992">
                  <a:extLst>
                    <a:ext uri="{FF2B5EF4-FFF2-40B4-BE49-F238E27FC236}">
                      <a16:creationId xmlns:a16="http://schemas.microsoft.com/office/drawing/2014/main" id="{A0400564-35E9-0947-9C64-641EDF9EEAFA}"/>
                    </a:ext>
                  </a:extLst>
                </p:cNvPr>
                <p:cNvSpPr/>
                <p:nvPr/>
              </p:nvSpPr>
              <p:spPr>
                <a:xfrm>
                  <a:off x="4128204" y="3719336"/>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94" name="Oval 993">
                  <a:extLst>
                    <a:ext uri="{FF2B5EF4-FFF2-40B4-BE49-F238E27FC236}">
                      <a16:creationId xmlns:a16="http://schemas.microsoft.com/office/drawing/2014/main" id="{56DE4CA9-0BD6-4744-AD30-73684267516E}"/>
                    </a:ext>
                  </a:extLst>
                </p:cNvPr>
                <p:cNvSpPr/>
                <p:nvPr/>
              </p:nvSpPr>
              <p:spPr>
                <a:xfrm>
                  <a:off x="4128204" y="3600524"/>
                  <a:ext cx="568606" cy="230349"/>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95" name="Straight Connector 994">
                  <a:extLst>
                    <a:ext uri="{FF2B5EF4-FFF2-40B4-BE49-F238E27FC236}">
                      <a16:creationId xmlns:a16="http://schemas.microsoft.com/office/drawing/2014/main" id="{0A9628A0-82B0-154A-AC0C-91A2584C6F9D}"/>
                    </a:ext>
                  </a:extLst>
                </p:cNvPr>
                <p:cNvCxnSpPr/>
                <p:nvPr/>
              </p:nvCxnSpPr>
              <p:spPr>
                <a:xfrm>
                  <a:off x="4696810" y="3719336"/>
                  <a:ext cx="0" cy="111537"/>
                </a:xfrm>
                <a:prstGeom prst="line">
                  <a:avLst/>
                </a:prstGeom>
                <a:noFill/>
                <a:ln w="6350" cap="flat" cmpd="sng" algn="ctr">
                  <a:solidFill>
                    <a:srgbClr val="000000"/>
                  </a:solidFill>
                  <a:prstDash val="solid"/>
                </a:ln>
                <a:effectLst/>
              </p:spPr>
            </p:cxnSp>
            <p:cxnSp>
              <p:nvCxnSpPr>
                <p:cNvPr id="996" name="Straight Connector 995">
                  <a:extLst>
                    <a:ext uri="{FF2B5EF4-FFF2-40B4-BE49-F238E27FC236}">
                      <a16:creationId xmlns:a16="http://schemas.microsoft.com/office/drawing/2014/main" id="{88F83DD9-96B0-3640-BF70-6737E76C9760}"/>
                    </a:ext>
                  </a:extLst>
                </p:cNvPr>
                <p:cNvCxnSpPr/>
                <p:nvPr/>
              </p:nvCxnSpPr>
              <p:spPr>
                <a:xfrm>
                  <a:off x="4128204" y="3719336"/>
                  <a:ext cx="0" cy="111537"/>
                </a:xfrm>
                <a:prstGeom prst="line">
                  <a:avLst/>
                </a:prstGeom>
                <a:noFill/>
                <a:ln w="6350" cap="flat" cmpd="sng" algn="ctr">
                  <a:solidFill>
                    <a:srgbClr val="000000"/>
                  </a:solidFill>
                  <a:prstDash val="solid"/>
                </a:ln>
                <a:effectLst/>
              </p:spPr>
            </p:cxnSp>
          </p:grpSp>
          <p:sp>
            <p:nvSpPr>
              <p:cNvPr id="980" name="Rectangle 979">
                <a:extLst>
                  <a:ext uri="{FF2B5EF4-FFF2-40B4-BE49-F238E27FC236}">
                    <a16:creationId xmlns:a16="http://schemas.microsoft.com/office/drawing/2014/main" id="{F00ED881-B944-FC48-9E88-0D81D2145925}"/>
                  </a:ext>
                </a:extLst>
              </p:cNvPr>
              <p:cNvSpPr/>
              <p:nvPr/>
            </p:nvSpPr>
            <p:spPr bwMode="auto">
              <a:xfrm>
                <a:off x="4355141" y="4579754"/>
                <a:ext cx="496887" cy="812678"/>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81" name="Straight Connector 980">
                <a:extLst>
                  <a:ext uri="{FF2B5EF4-FFF2-40B4-BE49-F238E27FC236}">
                    <a16:creationId xmlns:a16="http://schemas.microsoft.com/office/drawing/2014/main" id="{7CCAB184-9AE2-7B4C-80D2-9640964D0371}"/>
                  </a:ext>
                </a:extLst>
              </p:cNvPr>
              <p:cNvCxnSpPr/>
              <p:nvPr/>
            </p:nvCxnSpPr>
            <p:spPr bwMode="auto">
              <a:xfrm flipH="1">
                <a:off x="4348791" y="4032148"/>
                <a:ext cx="3175" cy="1450757"/>
              </a:xfrm>
              <a:prstGeom prst="line">
                <a:avLst/>
              </a:prstGeom>
              <a:noFill/>
              <a:ln w="3175" cap="flat" cmpd="sng" algn="ctr">
                <a:solidFill>
                  <a:srgbClr val="000000"/>
                </a:solidFill>
                <a:prstDash val="sysDash"/>
              </a:ln>
              <a:effectLst/>
            </p:spPr>
          </p:cxnSp>
          <p:grpSp>
            <p:nvGrpSpPr>
              <p:cNvPr id="982" name="Group 568">
                <a:extLst>
                  <a:ext uri="{FF2B5EF4-FFF2-40B4-BE49-F238E27FC236}">
                    <a16:creationId xmlns:a16="http://schemas.microsoft.com/office/drawing/2014/main" id="{2939B129-2D0A-934E-82CE-DFAE38C58EB2}"/>
                  </a:ext>
                </a:extLst>
              </p:cNvPr>
              <p:cNvGrpSpPr>
                <a:grpSpLocks/>
              </p:cNvGrpSpPr>
              <p:nvPr/>
            </p:nvGrpSpPr>
            <p:grpSpPr bwMode="auto">
              <a:xfrm>
                <a:off x="4351304" y="3867098"/>
                <a:ext cx="503828" cy="248249"/>
                <a:chOff x="2183302" y="1564542"/>
                <a:chExt cx="1200154" cy="440314"/>
              </a:xfrm>
            </p:grpSpPr>
            <p:sp>
              <p:nvSpPr>
                <p:cNvPr id="983" name="Oval 982">
                  <a:extLst>
                    <a:ext uri="{FF2B5EF4-FFF2-40B4-BE49-F238E27FC236}">
                      <a16:creationId xmlns:a16="http://schemas.microsoft.com/office/drawing/2014/main" id="{6A8F745B-1D4E-4F4F-BEFA-6144E5BDE2F6}"/>
                    </a:ext>
                  </a:extLst>
                </p:cNvPr>
                <p:cNvSpPr/>
                <p:nvPr/>
              </p:nvSpPr>
              <p:spPr bwMode="auto">
                <a:xfrm flipV="1">
                  <a:off x="2188659" y="1691187"/>
                  <a:ext cx="1194966" cy="312497"/>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84" name="Rectangle 983">
                  <a:extLst>
                    <a:ext uri="{FF2B5EF4-FFF2-40B4-BE49-F238E27FC236}">
                      <a16:creationId xmlns:a16="http://schemas.microsoft.com/office/drawing/2014/main" id="{9C90A1F3-B2A8-9548-8E8B-D7BD57307905}"/>
                    </a:ext>
                  </a:extLst>
                </p:cNvPr>
                <p:cNvSpPr/>
                <p:nvPr/>
              </p:nvSpPr>
              <p:spPr bwMode="auto">
                <a:xfrm>
                  <a:off x="2184879" y="1736232"/>
                  <a:ext cx="1198746"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85" name="Oval 984">
                  <a:extLst>
                    <a:ext uri="{FF2B5EF4-FFF2-40B4-BE49-F238E27FC236}">
                      <a16:creationId xmlns:a16="http://schemas.microsoft.com/office/drawing/2014/main" id="{629F401F-84D1-3A47-827D-8D943652DA3A}"/>
                    </a:ext>
                  </a:extLst>
                </p:cNvPr>
                <p:cNvSpPr>
                  <a:spLocks noChangeArrowheads="1"/>
                </p:cNvSpPr>
                <p:nvPr/>
              </p:nvSpPr>
              <p:spPr bwMode="auto">
                <a:xfrm flipV="1">
                  <a:off x="2184879" y="1564498"/>
                  <a:ext cx="1194966" cy="312499"/>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86" name="Freeform 985">
                  <a:extLst>
                    <a:ext uri="{FF2B5EF4-FFF2-40B4-BE49-F238E27FC236}">
                      <a16:creationId xmlns:a16="http://schemas.microsoft.com/office/drawing/2014/main" id="{FF593AC5-08BE-8844-905E-205731B1D7EF}"/>
                    </a:ext>
                  </a:extLst>
                </p:cNvPr>
                <p:cNvSpPr/>
                <p:nvPr/>
              </p:nvSpPr>
              <p:spPr bwMode="auto">
                <a:xfrm>
                  <a:off x="2491182" y="1671479"/>
                  <a:ext cx="582357" cy="154842"/>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87" name="Freeform 986">
                  <a:extLst>
                    <a:ext uri="{FF2B5EF4-FFF2-40B4-BE49-F238E27FC236}">
                      <a16:creationId xmlns:a16="http://schemas.microsoft.com/office/drawing/2014/main" id="{F0D77977-1A67-AA45-AB94-A8428B061207}"/>
                    </a:ext>
                  </a:extLst>
                </p:cNvPr>
                <p:cNvSpPr>
                  <a:spLocks/>
                </p:cNvSpPr>
                <p:nvPr/>
              </p:nvSpPr>
              <p:spPr bwMode="auto">
                <a:xfrm>
                  <a:off x="2430678" y="1629250"/>
                  <a:ext cx="703366" cy="109796"/>
                </a:xfrm>
                <a:custGeom>
                  <a:avLst/>
                  <a:gdLst>
                    <a:gd name="T0" fmla="*/ 0 w 3723451"/>
                    <a:gd name="T1" fmla="*/ 26862 h 932950"/>
                    <a:gd name="T2" fmla="*/ 123762 w 3723451"/>
                    <a:gd name="T3" fmla="*/ 317 h 932950"/>
                    <a:gd name="T4" fmla="*/ 350560 w 3723451"/>
                    <a:gd name="T5" fmla="*/ 61263 h 932950"/>
                    <a:gd name="T6" fmla="*/ 566927 w 3723451"/>
                    <a:gd name="T7" fmla="*/ 0 h 932950"/>
                    <a:gd name="T8" fmla="*/ 703366 w 3723451"/>
                    <a:gd name="T9" fmla="*/ 24379 h 932950"/>
                    <a:gd name="T10" fmla="*/ 601856 w 3723451"/>
                    <a:gd name="T11" fmla="*/ 54357 h 932950"/>
                    <a:gd name="T12" fmla="*/ 569173 w 3723451"/>
                    <a:gd name="T13" fmla="*/ 46274 h 932950"/>
                    <a:gd name="T14" fmla="*/ 354544 w 3723451"/>
                    <a:gd name="T15" fmla="*/ 109796 h 932950"/>
                    <a:gd name="T16" fmla="*/ 134425 w 3723451"/>
                    <a:gd name="T17" fmla="*/ 48611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8" name="Freeform 987">
                  <a:extLst>
                    <a:ext uri="{FF2B5EF4-FFF2-40B4-BE49-F238E27FC236}">
                      <a16:creationId xmlns:a16="http://schemas.microsoft.com/office/drawing/2014/main" id="{4A24255A-B649-9D44-AB80-CACD0B0D1B34}"/>
                    </a:ext>
                  </a:extLst>
                </p:cNvPr>
                <p:cNvSpPr>
                  <a:spLocks/>
                </p:cNvSpPr>
                <p:nvPr/>
              </p:nvSpPr>
              <p:spPr bwMode="auto">
                <a:xfrm>
                  <a:off x="2892025" y="1722154"/>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9" name="Freeform 988">
                  <a:extLst>
                    <a:ext uri="{FF2B5EF4-FFF2-40B4-BE49-F238E27FC236}">
                      <a16:creationId xmlns:a16="http://schemas.microsoft.com/office/drawing/2014/main" id="{21311582-6B5F-4441-B6D0-5D1DEBA1CB85}"/>
                    </a:ext>
                  </a:extLst>
                </p:cNvPr>
                <p:cNvSpPr>
                  <a:spLocks/>
                </p:cNvSpPr>
                <p:nvPr/>
              </p:nvSpPr>
              <p:spPr bwMode="auto">
                <a:xfrm>
                  <a:off x="2419334" y="1724970"/>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90" name="Straight Connector 989">
                  <a:extLst>
                    <a:ext uri="{FF2B5EF4-FFF2-40B4-BE49-F238E27FC236}">
                      <a16:creationId xmlns:a16="http://schemas.microsoft.com/office/drawing/2014/main" id="{C0FC5468-8C4C-AB42-AC33-6B20FED82305}"/>
                    </a:ext>
                  </a:extLst>
                </p:cNvPr>
                <p:cNvCxnSpPr>
                  <a:cxnSpLocks noChangeShapeType="1"/>
                  <a:endCxn id="985" idx="2"/>
                </p:cNvCxnSpPr>
                <p:nvPr/>
              </p:nvCxnSpPr>
              <p:spPr bwMode="auto">
                <a:xfrm flipH="1" flipV="1">
                  <a:off x="2184879" y="1722154"/>
                  <a:ext cx="3780" cy="12105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91" name="Straight Connector 990">
                  <a:extLst>
                    <a:ext uri="{FF2B5EF4-FFF2-40B4-BE49-F238E27FC236}">
                      <a16:creationId xmlns:a16="http://schemas.microsoft.com/office/drawing/2014/main" id="{0641688B-D837-D241-8726-C138E7CF2444}"/>
                    </a:ext>
                  </a:extLst>
                </p:cNvPr>
                <p:cNvCxnSpPr>
                  <a:cxnSpLocks noChangeShapeType="1"/>
                </p:cNvCxnSpPr>
                <p:nvPr/>
              </p:nvCxnSpPr>
              <p:spPr bwMode="auto">
                <a:xfrm flipH="1" flipV="1">
                  <a:off x="3379845" y="1727785"/>
                  <a:ext cx="3780" cy="12105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935" name="Group 48257">
              <a:extLst>
                <a:ext uri="{FF2B5EF4-FFF2-40B4-BE49-F238E27FC236}">
                  <a16:creationId xmlns:a16="http://schemas.microsoft.com/office/drawing/2014/main" id="{DFD8AD38-F69C-AE4E-A7C6-58BC92264C2E}"/>
                </a:ext>
              </a:extLst>
            </p:cNvPr>
            <p:cNvGrpSpPr>
              <a:grpSpLocks/>
            </p:cNvGrpSpPr>
            <p:nvPr/>
          </p:nvGrpSpPr>
          <p:grpSpPr bwMode="auto">
            <a:xfrm>
              <a:off x="5552116" y="3849635"/>
              <a:ext cx="514350" cy="1670050"/>
              <a:chOff x="5552116" y="3849635"/>
              <a:chExt cx="514350" cy="1670050"/>
            </a:xfrm>
          </p:grpSpPr>
          <p:sp>
            <p:nvSpPr>
              <p:cNvPr id="957" name="Rectangle 956">
                <a:extLst>
                  <a:ext uri="{FF2B5EF4-FFF2-40B4-BE49-F238E27FC236}">
                    <a16:creationId xmlns:a16="http://schemas.microsoft.com/office/drawing/2014/main" id="{B13372F6-7422-A24B-A223-1174A9270D3C}"/>
                  </a:ext>
                </a:extLst>
              </p:cNvPr>
              <p:cNvSpPr/>
              <p:nvPr/>
            </p:nvSpPr>
            <p:spPr bwMode="auto">
              <a:xfrm rot="10800000">
                <a:off x="5555163" y="3933392"/>
                <a:ext cx="498084" cy="628647"/>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58" name="Straight Connector 957">
                <a:extLst>
                  <a:ext uri="{FF2B5EF4-FFF2-40B4-BE49-F238E27FC236}">
                    <a16:creationId xmlns:a16="http://schemas.microsoft.com/office/drawing/2014/main" id="{E33D11D1-8D4D-F14F-B9FC-6D2FB093890B}"/>
                  </a:ext>
                </a:extLst>
              </p:cNvPr>
              <p:cNvCxnSpPr/>
              <p:nvPr/>
            </p:nvCxnSpPr>
            <p:spPr bwMode="auto">
              <a:xfrm flipH="1">
                <a:off x="6064879" y="4006752"/>
                <a:ext cx="1588" cy="1365045"/>
              </a:xfrm>
              <a:prstGeom prst="line">
                <a:avLst/>
              </a:prstGeom>
              <a:noFill/>
              <a:ln w="3175" cap="flat" cmpd="sng" algn="ctr">
                <a:solidFill>
                  <a:srgbClr val="000000"/>
                </a:solidFill>
                <a:prstDash val="sysDash"/>
              </a:ln>
              <a:effectLst/>
            </p:spPr>
          </p:cxnSp>
          <p:grpSp>
            <p:nvGrpSpPr>
              <p:cNvPr id="959" name="Group 607">
                <a:extLst>
                  <a:ext uri="{FF2B5EF4-FFF2-40B4-BE49-F238E27FC236}">
                    <a16:creationId xmlns:a16="http://schemas.microsoft.com/office/drawing/2014/main" id="{12AC3864-6986-E84A-85C7-6895574A8804}"/>
                  </a:ext>
                </a:extLst>
              </p:cNvPr>
              <p:cNvGrpSpPr>
                <a:grpSpLocks/>
              </p:cNvGrpSpPr>
              <p:nvPr/>
            </p:nvGrpSpPr>
            <p:grpSpPr bwMode="auto">
              <a:xfrm>
                <a:off x="5557264" y="5297988"/>
                <a:ext cx="507588" cy="221697"/>
                <a:chOff x="4128636" y="3606589"/>
                <a:chExt cx="568145" cy="338667"/>
              </a:xfrm>
            </p:grpSpPr>
            <p:sp>
              <p:nvSpPr>
                <p:cNvPr id="972" name="Oval 971">
                  <a:extLst>
                    <a:ext uri="{FF2B5EF4-FFF2-40B4-BE49-F238E27FC236}">
                      <a16:creationId xmlns:a16="http://schemas.microsoft.com/office/drawing/2014/main" id="{1C323077-6C9C-1746-A411-C1B91269146D}"/>
                    </a:ext>
                  </a:extLst>
                </p:cNvPr>
                <p:cNvSpPr/>
                <p:nvPr/>
              </p:nvSpPr>
              <p:spPr>
                <a:xfrm>
                  <a:off x="4128205" y="3719341"/>
                  <a:ext cx="568606" cy="2255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73" name="Rectangle 972">
                  <a:extLst>
                    <a:ext uri="{FF2B5EF4-FFF2-40B4-BE49-F238E27FC236}">
                      <a16:creationId xmlns:a16="http://schemas.microsoft.com/office/drawing/2014/main" id="{EE440552-5BF2-324D-8F4B-CBBAD5E25F28}"/>
                    </a:ext>
                  </a:extLst>
                </p:cNvPr>
                <p:cNvSpPr/>
                <p:nvPr/>
              </p:nvSpPr>
              <p:spPr>
                <a:xfrm>
                  <a:off x="4128205" y="3719341"/>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74" name="Oval 973">
                  <a:extLst>
                    <a:ext uri="{FF2B5EF4-FFF2-40B4-BE49-F238E27FC236}">
                      <a16:creationId xmlns:a16="http://schemas.microsoft.com/office/drawing/2014/main" id="{352AAEDD-5767-E14C-A897-289B1F7E9906}"/>
                    </a:ext>
                  </a:extLst>
                </p:cNvPr>
                <p:cNvSpPr/>
                <p:nvPr/>
              </p:nvSpPr>
              <p:spPr>
                <a:xfrm>
                  <a:off x="4128205" y="3600530"/>
                  <a:ext cx="568606" cy="23034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75" name="Straight Connector 974">
                  <a:extLst>
                    <a:ext uri="{FF2B5EF4-FFF2-40B4-BE49-F238E27FC236}">
                      <a16:creationId xmlns:a16="http://schemas.microsoft.com/office/drawing/2014/main" id="{703AA525-DABB-0145-AB73-1F4B2D918977}"/>
                    </a:ext>
                  </a:extLst>
                </p:cNvPr>
                <p:cNvCxnSpPr/>
                <p:nvPr/>
              </p:nvCxnSpPr>
              <p:spPr>
                <a:xfrm>
                  <a:off x="4696811" y="3719341"/>
                  <a:ext cx="0" cy="111537"/>
                </a:xfrm>
                <a:prstGeom prst="line">
                  <a:avLst/>
                </a:prstGeom>
                <a:noFill/>
                <a:ln w="6350" cap="flat" cmpd="sng" algn="ctr">
                  <a:solidFill>
                    <a:srgbClr val="000000"/>
                  </a:solidFill>
                  <a:prstDash val="solid"/>
                </a:ln>
                <a:effectLst/>
              </p:spPr>
            </p:cxnSp>
            <p:cxnSp>
              <p:nvCxnSpPr>
                <p:cNvPr id="976" name="Straight Connector 975">
                  <a:extLst>
                    <a:ext uri="{FF2B5EF4-FFF2-40B4-BE49-F238E27FC236}">
                      <a16:creationId xmlns:a16="http://schemas.microsoft.com/office/drawing/2014/main" id="{4325B995-3B4C-0C4D-A71A-517823605523}"/>
                    </a:ext>
                  </a:extLst>
                </p:cNvPr>
                <p:cNvCxnSpPr/>
                <p:nvPr/>
              </p:nvCxnSpPr>
              <p:spPr>
                <a:xfrm>
                  <a:off x="4128205" y="3719341"/>
                  <a:ext cx="0" cy="111537"/>
                </a:xfrm>
                <a:prstGeom prst="line">
                  <a:avLst/>
                </a:prstGeom>
                <a:noFill/>
                <a:ln w="6350" cap="flat" cmpd="sng" algn="ctr">
                  <a:solidFill>
                    <a:srgbClr val="000000"/>
                  </a:solidFill>
                  <a:prstDash val="solid"/>
                </a:ln>
                <a:effectLst/>
              </p:spPr>
            </p:cxnSp>
          </p:grpSp>
          <p:sp>
            <p:nvSpPr>
              <p:cNvPr id="960" name="Rectangle 959">
                <a:extLst>
                  <a:ext uri="{FF2B5EF4-FFF2-40B4-BE49-F238E27FC236}">
                    <a16:creationId xmlns:a16="http://schemas.microsoft.com/office/drawing/2014/main" id="{67DB7B11-56CE-334A-ADC8-5DC41B2B2B31}"/>
                  </a:ext>
                </a:extLst>
              </p:cNvPr>
              <p:cNvSpPr/>
              <p:nvPr/>
            </p:nvSpPr>
            <p:spPr bwMode="auto">
              <a:xfrm>
                <a:off x="5558467" y="4562294"/>
                <a:ext cx="496887" cy="812678"/>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61" name="Straight Connector 960">
                <a:extLst>
                  <a:ext uri="{FF2B5EF4-FFF2-40B4-BE49-F238E27FC236}">
                    <a16:creationId xmlns:a16="http://schemas.microsoft.com/office/drawing/2014/main" id="{A04F27FE-A553-BA4D-8784-D3F9D239406C}"/>
                  </a:ext>
                </a:extLst>
              </p:cNvPr>
              <p:cNvCxnSpPr/>
              <p:nvPr/>
            </p:nvCxnSpPr>
            <p:spPr bwMode="auto">
              <a:xfrm flipH="1">
                <a:off x="5552117" y="4014689"/>
                <a:ext cx="3175" cy="1450757"/>
              </a:xfrm>
              <a:prstGeom prst="line">
                <a:avLst/>
              </a:prstGeom>
              <a:noFill/>
              <a:ln w="3175" cap="flat" cmpd="sng" algn="ctr">
                <a:solidFill>
                  <a:srgbClr val="000000"/>
                </a:solidFill>
                <a:prstDash val="sysDash"/>
              </a:ln>
              <a:effectLst/>
            </p:spPr>
          </p:cxnSp>
          <p:grpSp>
            <p:nvGrpSpPr>
              <p:cNvPr id="962" name="Group 595">
                <a:extLst>
                  <a:ext uri="{FF2B5EF4-FFF2-40B4-BE49-F238E27FC236}">
                    <a16:creationId xmlns:a16="http://schemas.microsoft.com/office/drawing/2014/main" id="{7A9DFB75-AD21-E042-816D-12C833D0B14E}"/>
                  </a:ext>
                </a:extLst>
              </p:cNvPr>
              <p:cNvGrpSpPr>
                <a:grpSpLocks/>
              </p:cNvGrpSpPr>
              <p:nvPr/>
            </p:nvGrpSpPr>
            <p:grpSpPr bwMode="auto">
              <a:xfrm>
                <a:off x="5554629" y="3849635"/>
                <a:ext cx="503828" cy="248249"/>
                <a:chOff x="2183302" y="1564542"/>
                <a:chExt cx="1200154" cy="440314"/>
              </a:xfrm>
            </p:grpSpPr>
            <p:sp>
              <p:nvSpPr>
                <p:cNvPr id="963" name="Oval 962">
                  <a:extLst>
                    <a:ext uri="{FF2B5EF4-FFF2-40B4-BE49-F238E27FC236}">
                      <a16:creationId xmlns:a16="http://schemas.microsoft.com/office/drawing/2014/main" id="{EBC1A268-4FE6-7C48-A7EB-5B88F961348E}"/>
                    </a:ext>
                  </a:extLst>
                </p:cNvPr>
                <p:cNvSpPr/>
                <p:nvPr/>
              </p:nvSpPr>
              <p:spPr bwMode="auto">
                <a:xfrm flipV="1">
                  <a:off x="2188662" y="1691192"/>
                  <a:ext cx="1194966" cy="3124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64" name="Rectangle 963">
                  <a:extLst>
                    <a:ext uri="{FF2B5EF4-FFF2-40B4-BE49-F238E27FC236}">
                      <a16:creationId xmlns:a16="http://schemas.microsoft.com/office/drawing/2014/main" id="{7E5BFB83-4F66-5340-A6C8-AE2EA6969B5D}"/>
                    </a:ext>
                  </a:extLst>
                </p:cNvPr>
                <p:cNvSpPr/>
                <p:nvPr/>
              </p:nvSpPr>
              <p:spPr bwMode="auto">
                <a:xfrm>
                  <a:off x="2184881" y="1736237"/>
                  <a:ext cx="1198746"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65" name="Oval 964">
                  <a:extLst>
                    <a:ext uri="{FF2B5EF4-FFF2-40B4-BE49-F238E27FC236}">
                      <a16:creationId xmlns:a16="http://schemas.microsoft.com/office/drawing/2014/main" id="{835B3555-2BFA-4345-AEDE-3AFF012D165A}"/>
                    </a:ext>
                  </a:extLst>
                </p:cNvPr>
                <p:cNvSpPr>
                  <a:spLocks noChangeArrowheads="1"/>
                </p:cNvSpPr>
                <p:nvPr/>
              </p:nvSpPr>
              <p:spPr bwMode="auto">
                <a:xfrm flipV="1">
                  <a:off x="2184881" y="1564505"/>
                  <a:ext cx="1194966" cy="31249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66" name="Freeform 965">
                  <a:extLst>
                    <a:ext uri="{FF2B5EF4-FFF2-40B4-BE49-F238E27FC236}">
                      <a16:creationId xmlns:a16="http://schemas.microsoft.com/office/drawing/2014/main" id="{9C54B396-F12D-CD4B-97BD-8CD97DC9CB69}"/>
                    </a:ext>
                  </a:extLst>
                </p:cNvPr>
                <p:cNvSpPr/>
                <p:nvPr/>
              </p:nvSpPr>
              <p:spPr bwMode="auto">
                <a:xfrm>
                  <a:off x="2491185" y="1671486"/>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67" name="Freeform 966">
                  <a:extLst>
                    <a:ext uri="{FF2B5EF4-FFF2-40B4-BE49-F238E27FC236}">
                      <a16:creationId xmlns:a16="http://schemas.microsoft.com/office/drawing/2014/main" id="{74A5A762-7F2A-7146-9F8E-38B680D0FAE5}"/>
                    </a:ext>
                  </a:extLst>
                </p:cNvPr>
                <p:cNvSpPr>
                  <a:spLocks/>
                </p:cNvSpPr>
                <p:nvPr/>
              </p:nvSpPr>
              <p:spPr bwMode="auto">
                <a:xfrm>
                  <a:off x="2430680" y="1629256"/>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8" name="Freeform 967">
                  <a:extLst>
                    <a:ext uri="{FF2B5EF4-FFF2-40B4-BE49-F238E27FC236}">
                      <a16:creationId xmlns:a16="http://schemas.microsoft.com/office/drawing/2014/main" id="{2A01FA01-3AF8-6C49-B347-15EC8DD1FCDF}"/>
                    </a:ext>
                  </a:extLst>
                </p:cNvPr>
                <p:cNvSpPr>
                  <a:spLocks/>
                </p:cNvSpPr>
                <p:nvPr/>
              </p:nvSpPr>
              <p:spPr bwMode="auto">
                <a:xfrm>
                  <a:off x="2892028" y="1722161"/>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9" name="Freeform 968">
                  <a:extLst>
                    <a:ext uri="{FF2B5EF4-FFF2-40B4-BE49-F238E27FC236}">
                      <a16:creationId xmlns:a16="http://schemas.microsoft.com/office/drawing/2014/main" id="{45B074FE-A579-4E44-9C72-7EC6937937B6}"/>
                    </a:ext>
                  </a:extLst>
                </p:cNvPr>
                <p:cNvSpPr>
                  <a:spLocks/>
                </p:cNvSpPr>
                <p:nvPr/>
              </p:nvSpPr>
              <p:spPr bwMode="auto">
                <a:xfrm>
                  <a:off x="2419337" y="1724976"/>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70" name="Straight Connector 969">
                  <a:extLst>
                    <a:ext uri="{FF2B5EF4-FFF2-40B4-BE49-F238E27FC236}">
                      <a16:creationId xmlns:a16="http://schemas.microsoft.com/office/drawing/2014/main" id="{D7BA177F-687A-5349-B8D9-E812C7AD3962}"/>
                    </a:ext>
                  </a:extLst>
                </p:cNvPr>
                <p:cNvCxnSpPr>
                  <a:cxnSpLocks noChangeShapeType="1"/>
                  <a:endCxn id="965" idx="2"/>
                </p:cNvCxnSpPr>
                <p:nvPr/>
              </p:nvCxnSpPr>
              <p:spPr bwMode="auto">
                <a:xfrm flipH="1" flipV="1">
                  <a:off x="2184881" y="1722161"/>
                  <a:ext cx="3780"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71" name="Straight Connector 970">
                  <a:extLst>
                    <a:ext uri="{FF2B5EF4-FFF2-40B4-BE49-F238E27FC236}">
                      <a16:creationId xmlns:a16="http://schemas.microsoft.com/office/drawing/2014/main" id="{2708807E-0266-644C-A6E9-061ABB06D12B}"/>
                    </a:ext>
                  </a:extLst>
                </p:cNvPr>
                <p:cNvCxnSpPr>
                  <a:cxnSpLocks noChangeShapeType="1"/>
                </p:cNvCxnSpPr>
                <p:nvPr/>
              </p:nvCxnSpPr>
              <p:spPr bwMode="auto">
                <a:xfrm flipH="1" flipV="1">
                  <a:off x="3379847" y="1727792"/>
                  <a:ext cx="3780"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936" name="Group 48258">
              <a:extLst>
                <a:ext uri="{FF2B5EF4-FFF2-40B4-BE49-F238E27FC236}">
                  <a16:creationId xmlns:a16="http://schemas.microsoft.com/office/drawing/2014/main" id="{47B32372-CF84-404F-9FD0-9ACFAC4EE60D}"/>
                </a:ext>
              </a:extLst>
            </p:cNvPr>
            <p:cNvGrpSpPr>
              <a:grpSpLocks/>
            </p:cNvGrpSpPr>
            <p:nvPr/>
          </p:nvGrpSpPr>
          <p:grpSpPr bwMode="auto">
            <a:xfrm>
              <a:off x="6547479" y="3836935"/>
              <a:ext cx="514350" cy="1671638"/>
              <a:chOff x="6547479" y="3836935"/>
              <a:chExt cx="514350" cy="1671638"/>
            </a:xfrm>
          </p:grpSpPr>
          <p:sp>
            <p:nvSpPr>
              <p:cNvPr id="937" name="Rectangle 936">
                <a:extLst>
                  <a:ext uri="{FF2B5EF4-FFF2-40B4-BE49-F238E27FC236}">
                    <a16:creationId xmlns:a16="http://schemas.microsoft.com/office/drawing/2014/main" id="{73DDF967-9AF3-2A4F-AE8E-6BE3B9FF2E91}"/>
                  </a:ext>
                </a:extLst>
              </p:cNvPr>
              <p:cNvSpPr/>
              <p:nvPr/>
            </p:nvSpPr>
            <p:spPr bwMode="auto">
              <a:xfrm rot="10800000">
                <a:off x="6550526" y="3920772"/>
                <a:ext cx="498084" cy="62924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38" name="Straight Connector 937">
                <a:extLst>
                  <a:ext uri="{FF2B5EF4-FFF2-40B4-BE49-F238E27FC236}">
                    <a16:creationId xmlns:a16="http://schemas.microsoft.com/office/drawing/2014/main" id="{4E2A68FE-149D-DD45-B62C-268C2B480787}"/>
                  </a:ext>
                </a:extLst>
              </p:cNvPr>
              <p:cNvCxnSpPr/>
              <p:nvPr/>
            </p:nvCxnSpPr>
            <p:spPr bwMode="auto">
              <a:xfrm flipH="1">
                <a:off x="7060242" y="3994054"/>
                <a:ext cx="1587" cy="1366633"/>
              </a:xfrm>
              <a:prstGeom prst="line">
                <a:avLst/>
              </a:prstGeom>
              <a:noFill/>
              <a:ln w="3175" cap="flat" cmpd="sng" algn="ctr">
                <a:solidFill>
                  <a:srgbClr val="000000"/>
                </a:solidFill>
                <a:prstDash val="sysDash"/>
              </a:ln>
              <a:effectLst/>
            </p:spPr>
          </p:cxnSp>
          <p:grpSp>
            <p:nvGrpSpPr>
              <p:cNvPr id="939" name="Group 634">
                <a:extLst>
                  <a:ext uri="{FF2B5EF4-FFF2-40B4-BE49-F238E27FC236}">
                    <a16:creationId xmlns:a16="http://schemas.microsoft.com/office/drawing/2014/main" id="{EA89FBDD-115D-B744-8C40-278D9ECECBF6}"/>
                  </a:ext>
                </a:extLst>
              </p:cNvPr>
              <p:cNvGrpSpPr>
                <a:grpSpLocks/>
              </p:cNvGrpSpPr>
              <p:nvPr/>
            </p:nvGrpSpPr>
            <p:grpSpPr bwMode="auto">
              <a:xfrm>
                <a:off x="6552627" y="5286665"/>
                <a:ext cx="507588" cy="221908"/>
                <a:chOff x="4128636" y="3606589"/>
                <a:chExt cx="568145" cy="338667"/>
              </a:xfrm>
            </p:grpSpPr>
            <p:sp>
              <p:nvSpPr>
                <p:cNvPr id="952" name="Oval 951">
                  <a:extLst>
                    <a:ext uri="{FF2B5EF4-FFF2-40B4-BE49-F238E27FC236}">
                      <a16:creationId xmlns:a16="http://schemas.microsoft.com/office/drawing/2014/main" id="{ADD15AEA-0E06-3444-AA78-D1D680AED400}"/>
                    </a:ext>
                  </a:extLst>
                </p:cNvPr>
                <p:cNvSpPr/>
                <p:nvPr/>
              </p:nvSpPr>
              <p:spPr>
                <a:xfrm>
                  <a:off x="4128205" y="3719558"/>
                  <a:ext cx="568606" cy="225284"/>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53" name="Rectangle 952">
                  <a:extLst>
                    <a:ext uri="{FF2B5EF4-FFF2-40B4-BE49-F238E27FC236}">
                      <a16:creationId xmlns:a16="http://schemas.microsoft.com/office/drawing/2014/main" id="{CBDCEDCB-60F4-7D47-8AE9-D843D17AF39C}"/>
                    </a:ext>
                  </a:extLst>
                </p:cNvPr>
                <p:cNvSpPr/>
                <p:nvPr/>
              </p:nvSpPr>
              <p:spPr>
                <a:xfrm>
                  <a:off x="4128205" y="3719558"/>
                  <a:ext cx="568606" cy="111431"/>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54" name="Oval 953">
                  <a:extLst>
                    <a:ext uri="{FF2B5EF4-FFF2-40B4-BE49-F238E27FC236}">
                      <a16:creationId xmlns:a16="http://schemas.microsoft.com/office/drawing/2014/main" id="{96CC10B3-D82A-D340-B795-8505902BBB5B}"/>
                    </a:ext>
                  </a:extLst>
                </p:cNvPr>
                <p:cNvSpPr/>
                <p:nvPr/>
              </p:nvSpPr>
              <p:spPr>
                <a:xfrm>
                  <a:off x="4128205" y="3605704"/>
                  <a:ext cx="568606" cy="225286"/>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55" name="Straight Connector 954">
                  <a:extLst>
                    <a:ext uri="{FF2B5EF4-FFF2-40B4-BE49-F238E27FC236}">
                      <a16:creationId xmlns:a16="http://schemas.microsoft.com/office/drawing/2014/main" id="{3B133DA9-A713-2849-A8D7-EDE46E681761}"/>
                    </a:ext>
                  </a:extLst>
                </p:cNvPr>
                <p:cNvCxnSpPr/>
                <p:nvPr/>
              </p:nvCxnSpPr>
              <p:spPr>
                <a:xfrm>
                  <a:off x="4696811" y="3719558"/>
                  <a:ext cx="0" cy="111431"/>
                </a:xfrm>
                <a:prstGeom prst="line">
                  <a:avLst/>
                </a:prstGeom>
                <a:noFill/>
                <a:ln w="6350" cap="flat" cmpd="sng" algn="ctr">
                  <a:solidFill>
                    <a:srgbClr val="000000"/>
                  </a:solidFill>
                  <a:prstDash val="solid"/>
                </a:ln>
                <a:effectLst/>
              </p:spPr>
            </p:cxnSp>
            <p:cxnSp>
              <p:nvCxnSpPr>
                <p:cNvPr id="956" name="Straight Connector 955">
                  <a:extLst>
                    <a:ext uri="{FF2B5EF4-FFF2-40B4-BE49-F238E27FC236}">
                      <a16:creationId xmlns:a16="http://schemas.microsoft.com/office/drawing/2014/main" id="{BC22357C-1B49-FD47-A8E1-4EE9363277E0}"/>
                    </a:ext>
                  </a:extLst>
                </p:cNvPr>
                <p:cNvCxnSpPr/>
                <p:nvPr/>
              </p:nvCxnSpPr>
              <p:spPr>
                <a:xfrm>
                  <a:off x="4128205" y="3719558"/>
                  <a:ext cx="0" cy="111431"/>
                </a:xfrm>
                <a:prstGeom prst="line">
                  <a:avLst/>
                </a:prstGeom>
                <a:noFill/>
                <a:ln w="6350" cap="flat" cmpd="sng" algn="ctr">
                  <a:solidFill>
                    <a:srgbClr val="000000"/>
                  </a:solidFill>
                  <a:prstDash val="solid"/>
                </a:ln>
                <a:effectLst/>
              </p:spPr>
            </p:cxnSp>
          </p:grpSp>
          <p:sp>
            <p:nvSpPr>
              <p:cNvPr id="940" name="Rectangle 939">
                <a:extLst>
                  <a:ext uri="{FF2B5EF4-FFF2-40B4-BE49-F238E27FC236}">
                    <a16:creationId xmlns:a16="http://schemas.microsoft.com/office/drawing/2014/main" id="{8A75ED0D-201E-C349-9238-A2D94F02D3E1}"/>
                  </a:ext>
                </a:extLst>
              </p:cNvPr>
              <p:cNvSpPr/>
              <p:nvPr/>
            </p:nvSpPr>
            <p:spPr bwMode="auto">
              <a:xfrm>
                <a:off x="6553829" y="4551184"/>
                <a:ext cx="496888" cy="812678"/>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41" name="Straight Connector 940">
                <a:extLst>
                  <a:ext uri="{FF2B5EF4-FFF2-40B4-BE49-F238E27FC236}">
                    <a16:creationId xmlns:a16="http://schemas.microsoft.com/office/drawing/2014/main" id="{690B7076-D7BF-A64B-A741-7A1AB99BC7BD}"/>
                  </a:ext>
                </a:extLst>
              </p:cNvPr>
              <p:cNvCxnSpPr/>
              <p:nvPr/>
            </p:nvCxnSpPr>
            <p:spPr bwMode="auto">
              <a:xfrm flipH="1">
                <a:off x="6547479" y="4001991"/>
                <a:ext cx="3175" cy="1452344"/>
              </a:xfrm>
              <a:prstGeom prst="line">
                <a:avLst/>
              </a:prstGeom>
              <a:noFill/>
              <a:ln w="3175" cap="flat" cmpd="sng" algn="ctr">
                <a:solidFill>
                  <a:srgbClr val="000000"/>
                </a:solidFill>
                <a:prstDash val="sysDash"/>
              </a:ln>
              <a:effectLst/>
            </p:spPr>
          </p:cxnSp>
          <p:grpSp>
            <p:nvGrpSpPr>
              <p:cNvPr id="942" name="Group 622">
                <a:extLst>
                  <a:ext uri="{FF2B5EF4-FFF2-40B4-BE49-F238E27FC236}">
                    <a16:creationId xmlns:a16="http://schemas.microsoft.com/office/drawing/2014/main" id="{536C1E87-C19D-B549-A398-BDAA53318FF3}"/>
                  </a:ext>
                </a:extLst>
              </p:cNvPr>
              <p:cNvGrpSpPr>
                <a:grpSpLocks/>
              </p:cNvGrpSpPr>
              <p:nvPr/>
            </p:nvGrpSpPr>
            <p:grpSpPr bwMode="auto">
              <a:xfrm>
                <a:off x="6549992" y="3836935"/>
                <a:ext cx="503828" cy="248485"/>
                <a:chOff x="2183302" y="1564542"/>
                <a:chExt cx="1200154" cy="440314"/>
              </a:xfrm>
            </p:grpSpPr>
            <p:sp>
              <p:nvSpPr>
                <p:cNvPr id="943" name="Oval 942">
                  <a:extLst>
                    <a:ext uri="{FF2B5EF4-FFF2-40B4-BE49-F238E27FC236}">
                      <a16:creationId xmlns:a16="http://schemas.microsoft.com/office/drawing/2014/main" id="{2FA609ED-2E63-804A-8736-890A528B12F8}"/>
                    </a:ext>
                  </a:extLst>
                </p:cNvPr>
                <p:cNvSpPr/>
                <p:nvPr/>
              </p:nvSpPr>
              <p:spPr bwMode="auto">
                <a:xfrm flipV="1">
                  <a:off x="2188662" y="1691075"/>
                  <a:ext cx="1194966" cy="315014"/>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44" name="Rectangle 943">
                  <a:extLst>
                    <a:ext uri="{FF2B5EF4-FFF2-40B4-BE49-F238E27FC236}">
                      <a16:creationId xmlns:a16="http://schemas.microsoft.com/office/drawing/2014/main" id="{355D3E63-F907-0E45-8C46-4E02D5408E65}"/>
                    </a:ext>
                  </a:extLst>
                </p:cNvPr>
                <p:cNvSpPr/>
                <p:nvPr/>
              </p:nvSpPr>
              <p:spPr bwMode="auto">
                <a:xfrm>
                  <a:off x="2184879" y="1736077"/>
                  <a:ext cx="1198749" cy="112505"/>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45" name="Oval 944">
                  <a:extLst>
                    <a:ext uri="{FF2B5EF4-FFF2-40B4-BE49-F238E27FC236}">
                      <a16:creationId xmlns:a16="http://schemas.microsoft.com/office/drawing/2014/main" id="{575934DF-B322-274A-92BC-3407CBF59474}"/>
                    </a:ext>
                  </a:extLst>
                </p:cNvPr>
                <p:cNvSpPr>
                  <a:spLocks noChangeArrowheads="1"/>
                </p:cNvSpPr>
                <p:nvPr/>
              </p:nvSpPr>
              <p:spPr bwMode="auto">
                <a:xfrm flipV="1">
                  <a:off x="2184879" y="1564508"/>
                  <a:ext cx="1194966" cy="315014"/>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46" name="Freeform 945">
                  <a:extLst>
                    <a:ext uri="{FF2B5EF4-FFF2-40B4-BE49-F238E27FC236}">
                      <a16:creationId xmlns:a16="http://schemas.microsoft.com/office/drawing/2014/main" id="{CBF18B9D-FBE2-C54E-A32D-C409E6C62912}"/>
                    </a:ext>
                  </a:extLst>
                </p:cNvPr>
                <p:cNvSpPr/>
                <p:nvPr/>
              </p:nvSpPr>
              <p:spPr bwMode="auto">
                <a:xfrm>
                  <a:off x="2491185" y="1671388"/>
                  <a:ext cx="582357" cy="157507"/>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47" name="Freeform 946">
                  <a:extLst>
                    <a:ext uri="{FF2B5EF4-FFF2-40B4-BE49-F238E27FC236}">
                      <a16:creationId xmlns:a16="http://schemas.microsoft.com/office/drawing/2014/main" id="{E96DBFA6-2771-A54D-B845-79612A3939C1}"/>
                    </a:ext>
                  </a:extLst>
                </p:cNvPr>
                <p:cNvSpPr>
                  <a:spLocks/>
                </p:cNvSpPr>
                <p:nvPr/>
              </p:nvSpPr>
              <p:spPr bwMode="auto">
                <a:xfrm>
                  <a:off x="2430680" y="1629198"/>
                  <a:ext cx="703366" cy="112505"/>
                </a:xfrm>
                <a:custGeom>
                  <a:avLst/>
                  <a:gdLst>
                    <a:gd name="T0" fmla="*/ 0 w 3723451"/>
                    <a:gd name="T1" fmla="*/ 27524 h 932950"/>
                    <a:gd name="T2" fmla="*/ 123762 w 3723451"/>
                    <a:gd name="T3" fmla="*/ 324 h 932950"/>
                    <a:gd name="T4" fmla="*/ 350560 w 3723451"/>
                    <a:gd name="T5" fmla="*/ 62775 h 932950"/>
                    <a:gd name="T6" fmla="*/ 566927 w 3723451"/>
                    <a:gd name="T7" fmla="*/ 0 h 932950"/>
                    <a:gd name="T8" fmla="*/ 703366 w 3723451"/>
                    <a:gd name="T9" fmla="*/ 24980 h 932950"/>
                    <a:gd name="T10" fmla="*/ 601856 w 3723451"/>
                    <a:gd name="T11" fmla="*/ 55698 h 932950"/>
                    <a:gd name="T12" fmla="*/ 569173 w 3723451"/>
                    <a:gd name="T13" fmla="*/ 47416 h 932950"/>
                    <a:gd name="T14" fmla="*/ 354544 w 3723451"/>
                    <a:gd name="T15" fmla="*/ 112505 h 932950"/>
                    <a:gd name="T16" fmla="*/ 134425 w 3723451"/>
                    <a:gd name="T17" fmla="*/ 49811 h 932950"/>
                    <a:gd name="T18" fmla="*/ 98836 w 3723451"/>
                    <a:gd name="T19" fmla="*/ 56577 h 932950"/>
                    <a:gd name="T20" fmla="*/ 0 w 3723451"/>
                    <a:gd name="T21" fmla="*/ 27524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8" name="Freeform 947">
                  <a:extLst>
                    <a:ext uri="{FF2B5EF4-FFF2-40B4-BE49-F238E27FC236}">
                      <a16:creationId xmlns:a16="http://schemas.microsoft.com/office/drawing/2014/main" id="{02B4EA66-7954-AA46-ABFF-843F0F913933}"/>
                    </a:ext>
                  </a:extLst>
                </p:cNvPr>
                <p:cNvSpPr>
                  <a:spLocks/>
                </p:cNvSpPr>
                <p:nvPr/>
              </p:nvSpPr>
              <p:spPr bwMode="auto">
                <a:xfrm>
                  <a:off x="2892028" y="1724827"/>
                  <a:ext cx="260925" cy="95629"/>
                </a:xfrm>
                <a:custGeom>
                  <a:avLst/>
                  <a:gdLst>
                    <a:gd name="T0" fmla="*/ 0 w 1366596"/>
                    <a:gd name="T1" fmla="*/ 0 h 809868"/>
                    <a:gd name="T2" fmla="*/ 260925 w 1366596"/>
                    <a:gd name="T3" fmla="*/ 73895 h 809868"/>
                    <a:gd name="T4" fmla="*/ 165165 w 1366596"/>
                    <a:gd name="T5" fmla="*/ 95629 h 809868"/>
                    <a:gd name="T6" fmla="*/ 878 w 1366596"/>
                    <a:gd name="T7" fmla="*/ 50531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9" name="Freeform 948">
                  <a:extLst>
                    <a:ext uri="{FF2B5EF4-FFF2-40B4-BE49-F238E27FC236}">
                      <a16:creationId xmlns:a16="http://schemas.microsoft.com/office/drawing/2014/main" id="{F20F445F-471B-7448-AAA1-96643F81BE1A}"/>
                    </a:ext>
                  </a:extLst>
                </p:cNvPr>
                <p:cNvSpPr>
                  <a:spLocks/>
                </p:cNvSpPr>
                <p:nvPr/>
              </p:nvSpPr>
              <p:spPr bwMode="auto">
                <a:xfrm>
                  <a:off x="2419334" y="1727640"/>
                  <a:ext cx="253364" cy="92816"/>
                </a:xfrm>
                <a:custGeom>
                  <a:avLst/>
                  <a:gdLst>
                    <a:gd name="T0" fmla="*/ 249905 w 1348191"/>
                    <a:gd name="T1" fmla="*/ 0 h 791462"/>
                    <a:gd name="T2" fmla="*/ 253364 w 1348191"/>
                    <a:gd name="T3" fmla="*/ 44789 h 791462"/>
                    <a:gd name="T4" fmla="*/ 91661 w 1348191"/>
                    <a:gd name="T5" fmla="*/ 92816 h 791462"/>
                    <a:gd name="T6" fmla="*/ 0 w 1348191"/>
                    <a:gd name="T7" fmla="*/ 71770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50" name="Straight Connector 949">
                  <a:extLst>
                    <a:ext uri="{FF2B5EF4-FFF2-40B4-BE49-F238E27FC236}">
                      <a16:creationId xmlns:a16="http://schemas.microsoft.com/office/drawing/2014/main" id="{4BDF3FD2-413B-0D4C-9A59-50D44FBEA121}"/>
                    </a:ext>
                  </a:extLst>
                </p:cNvPr>
                <p:cNvCxnSpPr>
                  <a:cxnSpLocks noChangeShapeType="1"/>
                  <a:endCxn id="945" idx="2"/>
                </p:cNvCxnSpPr>
                <p:nvPr/>
              </p:nvCxnSpPr>
              <p:spPr bwMode="auto">
                <a:xfrm flipH="1" flipV="1">
                  <a:off x="2184879" y="1722015"/>
                  <a:ext cx="3783" cy="120942"/>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51" name="Straight Connector 950">
                  <a:extLst>
                    <a:ext uri="{FF2B5EF4-FFF2-40B4-BE49-F238E27FC236}">
                      <a16:creationId xmlns:a16="http://schemas.microsoft.com/office/drawing/2014/main" id="{71DA60AE-C589-FA44-94AB-B21A49C15239}"/>
                    </a:ext>
                  </a:extLst>
                </p:cNvPr>
                <p:cNvCxnSpPr>
                  <a:cxnSpLocks noChangeShapeType="1"/>
                </p:cNvCxnSpPr>
                <p:nvPr/>
              </p:nvCxnSpPr>
              <p:spPr bwMode="auto">
                <a:xfrm flipH="1" flipV="1">
                  <a:off x="3379845" y="1730452"/>
                  <a:ext cx="3783" cy="12094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grpSp>
        <p:nvGrpSpPr>
          <p:cNvPr id="1037" name="Group 1036">
            <a:extLst>
              <a:ext uri="{FF2B5EF4-FFF2-40B4-BE49-F238E27FC236}">
                <a16:creationId xmlns:a16="http://schemas.microsoft.com/office/drawing/2014/main" id="{B91F629B-CF25-F443-9115-62469DD7E55B}"/>
              </a:ext>
            </a:extLst>
          </p:cNvPr>
          <p:cNvGrpSpPr>
            <a:grpSpLocks/>
          </p:cNvGrpSpPr>
          <p:nvPr/>
        </p:nvGrpSpPr>
        <p:grpSpPr bwMode="auto">
          <a:xfrm>
            <a:off x="4130530" y="2423492"/>
            <a:ext cx="4416425" cy="2314575"/>
            <a:chOff x="2381956" y="2435173"/>
            <a:chExt cx="4415330" cy="2315048"/>
          </a:xfrm>
        </p:grpSpPr>
        <p:sp>
          <p:nvSpPr>
            <p:cNvPr id="1038" name="Freeform 1037">
              <a:extLst>
                <a:ext uri="{FF2B5EF4-FFF2-40B4-BE49-F238E27FC236}">
                  <a16:creationId xmlns:a16="http://schemas.microsoft.com/office/drawing/2014/main" id="{9766E8B3-28C0-B742-8340-745064581E4E}"/>
                </a:ext>
              </a:extLst>
            </p:cNvPr>
            <p:cNvSpPr/>
            <p:nvPr/>
          </p:nvSpPr>
          <p:spPr>
            <a:xfrm>
              <a:off x="2381956" y="2439937"/>
              <a:ext cx="296789" cy="1743431"/>
            </a:xfrm>
            <a:custGeom>
              <a:avLst/>
              <a:gdLst>
                <a:gd name="connsiteX0" fmla="*/ 307275 w 307275"/>
                <a:gd name="connsiteY0" fmla="*/ 0 h 1659441"/>
                <a:gd name="connsiteX1" fmla="*/ 0 w 307275"/>
                <a:gd name="connsiteY1" fmla="*/ 0 h 1659441"/>
                <a:gd name="connsiteX2" fmla="*/ 0 w 307275"/>
                <a:gd name="connsiteY2" fmla="*/ 1659441 h 1659441"/>
                <a:gd name="connsiteX0" fmla="*/ 307275 w 307275"/>
                <a:gd name="connsiteY0" fmla="*/ 0 h 2015941"/>
                <a:gd name="connsiteX1" fmla="*/ 0 w 307275"/>
                <a:gd name="connsiteY1" fmla="*/ 0 h 2015941"/>
                <a:gd name="connsiteX2" fmla="*/ 0 w 307275"/>
                <a:gd name="connsiteY2" fmla="*/ 2015941 h 2015941"/>
                <a:gd name="connsiteX0" fmla="*/ 228538 w 228538"/>
                <a:gd name="connsiteY0" fmla="*/ 0 h 2022548"/>
                <a:gd name="connsiteX1" fmla="*/ 0 w 228538"/>
                <a:gd name="connsiteY1" fmla="*/ 6607 h 2022548"/>
                <a:gd name="connsiteX2" fmla="*/ 0 w 228538"/>
                <a:gd name="connsiteY2" fmla="*/ 2022548 h 2022548"/>
              </a:gdLst>
              <a:ahLst/>
              <a:cxnLst>
                <a:cxn ang="0">
                  <a:pos x="connsiteX0" y="connsiteY0"/>
                </a:cxn>
                <a:cxn ang="0">
                  <a:pos x="connsiteX1" y="connsiteY1"/>
                </a:cxn>
                <a:cxn ang="0">
                  <a:pos x="connsiteX2" y="connsiteY2"/>
                </a:cxn>
              </a:cxnLst>
              <a:rect l="l" t="t" r="r" b="b"/>
              <a:pathLst>
                <a:path w="228538" h="2022548">
                  <a:moveTo>
                    <a:pt x="228538" y="0"/>
                  </a:moveTo>
                  <a:lnTo>
                    <a:pt x="0" y="6607"/>
                  </a:lnTo>
                  <a:lnTo>
                    <a:pt x="0" y="2022548"/>
                  </a:lnTo>
                </a:path>
              </a:pathLst>
            </a:custGeom>
            <a:noFill/>
            <a:ln w="31750" cap="flat" cmpd="sng" algn="ctr">
              <a:solidFill>
                <a:srgbClr val="CC0000"/>
              </a:solidFill>
              <a:prstDash val="solid"/>
              <a:headEnd type="triangle"/>
              <a:tailEnd type="triangle"/>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CC0000"/>
                </a:solidFill>
                <a:effectLst/>
                <a:uLnTx/>
                <a:uFillTx/>
                <a:latin typeface="Gill Sans MT"/>
                <a:ea typeface="+mn-ea"/>
                <a:cs typeface="+mn-cs"/>
              </a:endParaRPr>
            </a:p>
          </p:txBody>
        </p:sp>
        <p:sp>
          <p:nvSpPr>
            <p:cNvPr id="1039" name="Freeform 1038">
              <a:extLst>
                <a:ext uri="{FF2B5EF4-FFF2-40B4-BE49-F238E27FC236}">
                  <a16:creationId xmlns:a16="http://schemas.microsoft.com/office/drawing/2014/main" id="{CDF62C6F-3C23-F349-9A9F-804273D0BA51}"/>
                </a:ext>
              </a:extLst>
            </p:cNvPr>
            <p:cNvSpPr/>
            <p:nvPr/>
          </p:nvSpPr>
          <p:spPr>
            <a:xfrm flipH="1">
              <a:off x="6411620" y="2435173"/>
              <a:ext cx="385666" cy="2300758"/>
            </a:xfrm>
            <a:custGeom>
              <a:avLst/>
              <a:gdLst>
                <a:gd name="connsiteX0" fmla="*/ 307275 w 307275"/>
                <a:gd name="connsiteY0" fmla="*/ 0 h 1659441"/>
                <a:gd name="connsiteX1" fmla="*/ 0 w 307275"/>
                <a:gd name="connsiteY1" fmla="*/ 0 h 1659441"/>
                <a:gd name="connsiteX2" fmla="*/ 0 w 307275"/>
                <a:gd name="connsiteY2" fmla="*/ 1659441 h 1659441"/>
                <a:gd name="connsiteX0" fmla="*/ 307275 w 307275"/>
                <a:gd name="connsiteY0" fmla="*/ 0 h 2117725"/>
                <a:gd name="connsiteX1" fmla="*/ 0 w 307275"/>
                <a:gd name="connsiteY1" fmla="*/ 0 h 2117725"/>
                <a:gd name="connsiteX2" fmla="*/ 0 w 307275"/>
                <a:gd name="connsiteY2" fmla="*/ 2117725 h 2117725"/>
              </a:gdLst>
              <a:ahLst/>
              <a:cxnLst>
                <a:cxn ang="0">
                  <a:pos x="connsiteX0" y="connsiteY0"/>
                </a:cxn>
                <a:cxn ang="0">
                  <a:pos x="connsiteX1" y="connsiteY1"/>
                </a:cxn>
                <a:cxn ang="0">
                  <a:pos x="connsiteX2" y="connsiteY2"/>
                </a:cxn>
              </a:cxnLst>
              <a:rect l="l" t="t" r="r" b="b"/>
              <a:pathLst>
                <a:path w="307275" h="2117725">
                  <a:moveTo>
                    <a:pt x="307275" y="0"/>
                  </a:moveTo>
                  <a:lnTo>
                    <a:pt x="0" y="0"/>
                  </a:lnTo>
                  <a:lnTo>
                    <a:pt x="0" y="2117725"/>
                  </a:lnTo>
                </a:path>
              </a:pathLst>
            </a:custGeom>
            <a:noFill/>
            <a:ln w="31750" cap="flat" cmpd="sng" algn="ctr">
              <a:solidFill>
                <a:srgbClr val="CC0000"/>
              </a:solidFill>
              <a:prstDash val="solid"/>
              <a:headEnd type="triangle"/>
              <a:tailEnd type="triangle"/>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Gill Sans MT"/>
                <a:ea typeface="+mn-ea"/>
                <a:cs typeface="+mn-cs"/>
              </a:endParaRPr>
            </a:p>
          </p:txBody>
        </p:sp>
        <p:cxnSp>
          <p:nvCxnSpPr>
            <p:cNvPr id="1040" name="Straight Arrow Connector 1039">
              <a:extLst>
                <a:ext uri="{FF2B5EF4-FFF2-40B4-BE49-F238E27FC236}">
                  <a16:creationId xmlns:a16="http://schemas.microsoft.com/office/drawing/2014/main" id="{497E72DF-A12C-4044-A2D6-B881FE41D269}"/>
                </a:ext>
              </a:extLst>
            </p:cNvPr>
            <p:cNvCxnSpPr/>
            <p:nvPr/>
          </p:nvCxnSpPr>
          <p:spPr>
            <a:xfrm flipV="1">
              <a:off x="5791061" y="2687638"/>
              <a:ext cx="7936" cy="2062583"/>
            </a:xfrm>
            <a:prstGeom prst="straightConnector1">
              <a:avLst/>
            </a:prstGeom>
            <a:noFill/>
            <a:ln w="31750" cap="flat" cmpd="sng" algn="ctr">
              <a:solidFill>
                <a:srgbClr val="CC0000"/>
              </a:solidFill>
              <a:prstDash val="solid"/>
              <a:headEnd type="triangle"/>
              <a:tailEnd type="triangle"/>
            </a:ln>
            <a:effectLst/>
          </p:spPr>
        </p:cxnSp>
        <p:cxnSp>
          <p:nvCxnSpPr>
            <p:cNvPr id="1041" name="Straight Arrow Connector 1040">
              <a:extLst>
                <a:ext uri="{FF2B5EF4-FFF2-40B4-BE49-F238E27FC236}">
                  <a16:creationId xmlns:a16="http://schemas.microsoft.com/office/drawing/2014/main" id="{EF8C79E1-BE27-8F43-B34B-79F8C5338E4E}"/>
                </a:ext>
              </a:extLst>
            </p:cNvPr>
            <p:cNvCxnSpPr/>
            <p:nvPr/>
          </p:nvCxnSpPr>
          <p:spPr>
            <a:xfrm flipV="1">
              <a:off x="4599144" y="2708279"/>
              <a:ext cx="17458" cy="2037179"/>
            </a:xfrm>
            <a:prstGeom prst="straightConnector1">
              <a:avLst/>
            </a:prstGeom>
            <a:noFill/>
            <a:ln w="31750" cap="flat" cmpd="sng" algn="ctr">
              <a:solidFill>
                <a:srgbClr val="CC0000"/>
              </a:solidFill>
              <a:prstDash val="solid"/>
              <a:headEnd type="triangle"/>
              <a:tailEnd type="triangle"/>
            </a:ln>
            <a:effectLst/>
          </p:spPr>
        </p:cxnSp>
        <p:cxnSp>
          <p:nvCxnSpPr>
            <p:cNvPr id="1042" name="Straight Arrow Connector 1041">
              <a:extLst>
                <a:ext uri="{FF2B5EF4-FFF2-40B4-BE49-F238E27FC236}">
                  <a16:creationId xmlns:a16="http://schemas.microsoft.com/office/drawing/2014/main" id="{4B55563F-765E-CC4D-92B4-D17FBE1B08A6}"/>
                </a:ext>
              </a:extLst>
            </p:cNvPr>
            <p:cNvCxnSpPr/>
            <p:nvPr/>
          </p:nvCxnSpPr>
          <p:spPr>
            <a:xfrm flipH="1" flipV="1">
              <a:off x="3807178" y="2762265"/>
              <a:ext cx="9523" cy="1983193"/>
            </a:xfrm>
            <a:prstGeom prst="straightConnector1">
              <a:avLst/>
            </a:prstGeom>
            <a:noFill/>
            <a:ln w="31750" cap="flat" cmpd="sng" algn="ctr">
              <a:solidFill>
                <a:srgbClr val="CC0000"/>
              </a:solidFill>
              <a:prstDash val="solid"/>
              <a:headEnd type="triangle"/>
              <a:tailEnd type="triangle"/>
            </a:ln>
            <a:effectLst/>
          </p:spPr>
        </p:cxnSp>
      </p:grpSp>
      <p:grpSp>
        <p:nvGrpSpPr>
          <p:cNvPr id="1043" name="Group 1042">
            <a:extLst>
              <a:ext uri="{FF2B5EF4-FFF2-40B4-BE49-F238E27FC236}">
                <a16:creationId xmlns:a16="http://schemas.microsoft.com/office/drawing/2014/main" id="{B5756541-DE04-D343-ADA3-E578917497B6}"/>
              </a:ext>
            </a:extLst>
          </p:cNvPr>
          <p:cNvGrpSpPr>
            <a:grpSpLocks/>
          </p:cNvGrpSpPr>
          <p:nvPr/>
        </p:nvGrpSpPr>
        <p:grpSpPr bwMode="auto">
          <a:xfrm>
            <a:off x="3805093" y="4634880"/>
            <a:ext cx="4957762" cy="693737"/>
            <a:chOff x="2055070" y="4690247"/>
            <a:chExt cx="4956877" cy="694339"/>
          </a:xfrm>
        </p:grpSpPr>
        <p:grpSp>
          <p:nvGrpSpPr>
            <p:cNvPr id="1044" name="Group 554">
              <a:extLst>
                <a:ext uri="{FF2B5EF4-FFF2-40B4-BE49-F238E27FC236}">
                  <a16:creationId xmlns:a16="http://schemas.microsoft.com/office/drawing/2014/main" id="{368CBAA7-B3CD-B447-8953-FE800957AF6D}"/>
                </a:ext>
              </a:extLst>
            </p:cNvPr>
            <p:cNvGrpSpPr>
              <a:grpSpLocks/>
            </p:cNvGrpSpPr>
            <p:nvPr/>
          </p:nvGrpSpPr>
          <p:grpSpPr bwMode="auto">
            <a:xfrm>
              <a:off x="3605320" y="5055434"/>
              <a:ext cx="430131" cy="329152"/>
              <a:chOff x="2931664" y="3912603"/>
              <a:chExt cx="430450" cy="329314"/>
            </a:xfrm>
          </p:grpSpPr>
          <p:sp>
            <p:nvSpPr>
              <p:cNvPr id="1065" name="Rectangle 1064">
                <a:extLst>
                  <a:ext uri="{FF2B5EF4-FFF2-40B4-BE49-F238E27FC236}">
                    <a16:creationId xmlns:a16="http://schemas.microsoft.com/office/drawing/2014/main" id="{C71DD82B-ED54-9D40-848F-40B6802EC749}"/>
                  </a:ext>
                </a:extLst>
              </p:cNvPr>
              <p:cNvSpPr/>
              <p:nvPr/>
            </p:nvSpPr>
            <p:spPr>
              <a:xfrm>
                <a:off x="2936890" y="3912858"/>
                <a:ext cx="425689" cy="32905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66" name="Straight Connector 1065">
                <a:extLst>
                  <a:ext uri="{FF2B5EF4-FFF2-40B4-BE49-F238E27FC236}">
                    <a16:creationId xmlns:a16="http://schemas.microsoft.com/office/drawing/2014/main" id="{5A2CCD06-A52B-594C-895E-DE5616109835}"/>
                  </a:ext>
                </a:extLst>
              </p:cNvPr>
              <p:cNvCxnSpPr/>
              <p:nvPr/>
            </p:nvCxnSpPr>
            <p:spPr>
              <a:xfrm>
                <a:off x="2932124" y="4005058"/>
                <a:ext cx="425689" cy="0"/>
              </a:xfrm>
              <a:prstGeom prst="line">
                <a:avLst/>
              </a:prstGeom>
              <a:noFill/>
              <a:ln w="3175" cap="flat" cmpd="sng" algn="ctr">
                <a:solidFill>
                  <a:srgbClr val="CC0000"/>
                </a:solidFill>
                <a:prstDash val="solid"/>
              </a:ln>
              <a:effectLst/>
            </p:spPr>
          </p:cxnSp>
          <p:cxnSp>
            <p:nvCxnSpPr>
              <p:cNvPr id="1067" name="Straight Connector 1066">
                <a:extLst>
                  <a:ext uri="{FF2B5EF4-FFF2-40B4-BE49-F238E27FC236}">
                    <a16:creationId xmlns:a16="http://schemas.microsoft.com/office/drawing/2014/main" id="{CAE78986-A47E-684D-AC0D-81B0C9B79A88}"/>
                  </a:ext>
                </a:extLst>
              </p:cNvPr>
              <p:cNvCxnSpPr/>
              <p:nvPr/>
            </p:nvCxnSpPr>
            <p:spPr>
              <a:xfrm>
                <a:off x="2932124" y="4068645"/>
                <a:ext cx="425689" cy="0"/>
              </a:xfrm>
              <a:prstGeom prst="line">
                <a:avLst/>
              </a:prstGeom>
              <a:noFill/>
              <a:ln w="3175" cap="flat" cmpd="sng" algn="ctr">
                <a:solidFill>
                  <a:srgbClr val="CC0000"/>
                </a:solidFill>
                <a:prstDash val="solid"/>
              </a:ln>
              <a:effectLst/>
            </p:spPr>
          </p:cxnSp>
          <p:cxnSp>
            <p:nvCxnSpPr>
              <p:cNvPr id="1068" name="Straight Connector 1067">
                <a:extLst>
                  <a:ext uri="{FF2B5EF4-FFF2-40B4-BE49-F238E27FC236}">
                    <a16:creationId xmlns:a16="http://schemas.microsoft.com/office/drawing/2014/main" id="{CEA4CB24-3526-B94F-BDC2-D6FC123FF46E}"/>
                  </a:ext>
                </a:extLst>
              </p:cNvPr>
              <p:cNvCxnSpPr>
                <a:stCxn id="1065" idx="2"/>
              </p:cNvCxnSpPr>
              <p:nvPr/>
            </p:nvCxnSpPr>
            <p:spPr>
              <a:xfrm flipH="1" flipV="1">
                <a:off x="3148146" y="4005058"/>
                <a:ext cx="1589" cy="236859"/>
              </a:xfrm>
              <a:prstGeom prst="line">
                <a:avLst/>
              </a:prstGeom>
              <a:noFill/>
              <a:ln w="3175" cap="flat" cmpd="sng" algn="ctr">
                <a:solidFill>
                  <a:srgbClr val="CC0000"/>
                </a:solidFill>
                <a:prstDash val="solid"/>
              </a:ln>
              <a:effectLst/>
            </p:spPr>
          </p:cxnSp>
        </p:grpSp>
        <p:grpSp>
          <p:nvGrpSpPr>
            <p:cNvPr id="1045" name="Group 582">
              <a:extLst>
                <a:ext uri="{FF2B5EF4-FFF2-40B4-BE49-F238E27FC236}">
                  <a16:creationId xmlns:a16="http://schemas.microsoft.com/office/drawing/2014/main" id="{813A6CA3-90B1-754D-8C2A-B486DE6440EC}"/>
                </a:ext>
              </a:extLst>
            </p:cNvPr>
            <p:cNvGrpSpPr>
              <a:grpSpLocks/>
            </p:cNvGrpSpPr>
            <p:nvPr/>
          </p:nvGrpSpPr>
          <p:grpSpPr bwMode="auto">
            <a:xfrm>
              <a:off x="4387957" y="5055368"/>
              <a:ext cx="430131" cy="329152"/>
              <a:chOff x="2931664" y="3912603"/>
              <a:chExt cx="430450" cy="329314"/>
            </a:xfrm>
          </p:grpSpPr>
          <p:sp>
            <p:nvSpPr>
              <p:cNvPr id="1061" name="Rectangle 1060">
                <a:extLst>
                  <a:ext uri="{FF2B5EF4-FFF2-40B4-BE49-F238E27FC236}">
                    <a16:creationId xmlns:a16="http://schemas.microsoft.com/office/drawing/2014/main" id="{CDA497B5-1F53-4B4A-B52C-8AF25ACDEA7D}"/>
                  </a:ext>
                </a:extLst>
              </p:cNvPr>
              <p:cNvSpPr/>
              <p:nvPr/>
            </p:nvSpPr>
            <p:spPr>
              <a:xfrm>
                <a:off x="2936750" y="3912924"/>
                <a:ext cx="425689" cy="32905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62" name="Straight Connector 1061">
                <a:extLst>
                  <a:ext uri="{FF2B5EF4-FFF2-40B4-BE49-F238E27FC236}">
                    <a16:creationId xmlns:a16="http://schemas.microsoft.com/office/drawing/2014/main" id="{1FEFA7AF-47D6-9044-B6BA-FCC567BC9B9F}"/>
                  </a:ext>
                </a:extLst>
              </p:cNvPr>
              <p:cNvCxnSpPr/>
              <p:nvPr/>
            </p:nvCxnSpPr>
            <p:spPr>
              <a:xfrm>
                <a:off x="2931985" y="4005125"/>
                <a:ext cx="425689" cy="0"/>
              </a:xfrm>
              <a:prstGeom prst="line">
                <a:avLst/>
              </a:prstGeom>
              <a:noFill/>
              <a:ln w="3175" cap="flat" cmpd="sng" algn="ctr">
                <a:solidFill>
                  <a:srgbClr val="CC0000"/>
                </a:solidFill>
                <a:prstDash val="solid"/>
              </a:ln>
              <a:effectLst/>
            </p:spPr>
          </p:cxnSp>
          <p:cxnSp>
            <p:nvCxnSpPr>
              <p:cNvPr id="1063" name="Straight Connector 1062">
                <a:extLst>
                  <a:ext uri="{FF2B5EF4-FFF2-40B4-BE49-F238E27FC236}">
                    <a16:creationId xmlns:a16="http://schemas.microsoft.com/office/drawing/2014/main" id="{F2F3585A-E53E-A040-84F7-9123881B9F28}"/>
                  </a:ext>
                </a:extLst>
              </p:cNvPr>
              <p:cNvCxnSpPr/>
              <p:nvPr/>
            </p:nvCxnSpPr>
            <p:spPr>
              <a:xfrm>
                <a:off x="2931985" y="4068711"/>
                <a:ext cx="425689" cy="0"/>
              </a:xfrm>
              <a:prstGeom prst="line">
                <a:avLst/>
              </a:prstGeom>
              <a:noFill/>
              <a:ln w="3175" cap="flat" cmpd="sng" algn="ctr">
                <a:solidFill>
                  <a:srgbClr val="CC0000"/>
                </a:solidFill>
                <a:prstDash val="solid"/>
              </a:ln>
              <a:effectLst/>
            </p:spPr>
          </p:cxnSp>
          <p:cxnSp>
            <p:nvCxnSpPr>
              <p:cNvPr id="1064" name="Straight Connector 1063">
                <a:extLst>
                  <a:ext uri="{FF2B5EF4-FFF2-40B4-BE49-F238E27FC236}">
                    <a16:creationId xmlns:a16="http://schemas.microsoft.com/office/drawing/2014/main" id="{F72283CD-AFD3-8E4E-9857-F6D589080734}"/>
                  </a:ext>
                </a:extLst>
              </p:cNvPr>
              <p:cNvCxnSpPr>
                <a:stCxn id="1061" idx="2"/>
              </p:cNvCxnSpPr>
              <p:nvPr/>
            </p:nvCxnSpPr>
            <p:spPr>
              <a:xfrm flipH="1" flipV="1">
                <a:off x="3148007" y="4005125"/>
                <a:ext cx="1588" cy="236859"/>
              </a:xfrm>
              <a:prstGeom prst="line">
                <a:avLst/>
              </a:prstGeom>
              <a:noFill/>
              <a:ln w="3175" cap="flat" cmpd="sng" algn="ctr">
                <a:solidFill>
                  <a:srgbClr val="CC0000"/>
                </a:solidFill>
                <a:prstDash val="solid"/>
              </a:ln>
              <a:effectLst/>
            </p:spPr>
          </p:cxnSp>
        </p:grpSp>
        <p:grpSp>
          <p:nvGrpSpPr>
            <p:cNvPr id="1046" name="Group 609">
              <a:extLst>
                <a:ext uri="{FF2B5EF4-FFF2-40B4-BE49-F238E27FC236}">
                  <a16:creationId xmlns:a16="http://schemas.microsoft.com/office/drawing/2014/main" id="{89D38A41-C0E7-004E-889C-35371BDB4904}"/>
                </a:ext>
              </a:extLst>
            </p:cNvPr>
            <p:cNvGrpSpPr>
              <a:grpSpLocks/>
            </p:cNvGrpSpPr>
            <p:nvPr/>
          </p:nvGrpSpPr>
          <p:grpSpPr bwMode="auto">
            <a:xfrm>
              <a:off x="5591804" y="5053093"/>
              <a:ext cx="430212" cy="328614"/>
              <a:chOff x="2932186" y="3913304"/>
              <a:chExt cx="430531" cy="328775"/>
            </a:xfrm>
          </p:grpSpPr>
          <p:sp>
            <p:nvSpPr>
              <p:cNvPr id="1057" name="Rectangle 1056">
                <a:extLst>
                  <a:ext uri="{FF2B5EF4-FFF2-40B4-BE49-F238E27FC236}">
                    <a16:creationId xmlns:a16="http://schemas.microsoft.com/office/drawing/2014/main" id="{7E038D77-DD73-D34F-AE34-D667F6E9B9F0}"/>
                  </a:ext>
                </a:extLst>
              </p:cNvPr>
              <p:cNvSpPr/>
              <p:nvPr/>
            </p:nvSpPr>
            <p:spPr>
              <a:xfrm>
                <a:off x="2936535" y="3912722"/>
                <a:ext cx="425689" cy="329058"/>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58" name="Straight Connector 1057">
                <a:extLst>
                  <a:ext uri="{FF2B5EF4-FFF2-40B4-BE49-F238E27FC236}">
                    <a16:creationId xmlns:a16="http://schemas.microsoft.com/office/drawing/2014/main" id="{D2968903-9149-5948-9F49-8F05AE95D6F0}"/>
                  </a:ext>
                </a:extLst>
              </p:cNvPr>
              <p:cNvCxnSpPr/>
              <p:nvPr/>
            </p:nvCxnSpPr>
            <p:spPr>
              <a:xfrm>
                <a:off x="2931771" y="4004922"/>
                <a:ext cx="425689" cy="0"/>
              </a:xfrm>
              <a:prstGeom prst="line">
                <a:avLst/>
              </a:prstGeom>
              <a:noFill/>
              <a:ln w="3175" cap="flat" cmpd="sng" algn="ctr">
                <a:solidFill>
                  <a:srgbClr val="CC0000"/>
                </a:solidFill>
                <a:prstDash val="solid"/>
              </a:ln>
              <a:effectLst/>
            </p:spPr>
          </p:cxnSp>
          <p:cxnSp>
            <p:nvCxnSpPr>
              <p:cNvPr id="1059" name="Straight Connector 1058">
                <a:extLst>
                  <a:ext uri="{FF2B5EF4-FFF2-40B4-BE49-F238E27FC236}">
                    <a16:creationId xmlns:a16="http://schemas.microsoft.com/office/drawing/2014/main" id="{6B45A1AF-6B67-DD42-AEDE-F73D064563E4}"/>
                  </a:ext>
                </a:extLst>
              </p:cNvPr>
              <p:cNvCxnSpPr/>
              <p:nvPr/>
            </p:nvCxnSpPr>
            <p:spPr>
              <a:xfrm>
                <a:off x="2931771" y="4068509"/>
                <a:ext cx="425689" cy="0"/>
              </a:xfrm>
              <a:prstGeom prst="line">
                <a:avLst/>
              </a:prstGeom>
              <a:noFill/>
              <a:ln w="3175" cap="flat" cmpd="sng" algn="ctr">
                <a:solidFill>
                  <a:srgbClr val="CC0000"/>
                </a:solidFill>
                <a:prstDash val="solid"/>
              </a:ln>
              <a:effectLst/>
            </p:spPr>
          </p:cxnSp>
          <p:cxnSp>
            <p:nvCxnSpPr>
              <p:cNvPr id="1060" name="Straight Connector 1059">
                <a:extLst>
                  <a:ext uri="{FF2B5EF4-FFF2-40B4-BE49-F238E27FC236}">
                    <a16:creationId xmlns:a16="http://schemas.microsoft.com/office/drawing/2014/main" id="{0FF66FC3-DA6A-CB44-8117-4648AAEC93ED}"/>
                  </a:ext>
                </a:extLst>
              </p:cNvPr>
              <p:cNvCxnSpPr>
                <a:stCxn id="1057" idx="2"/>
              </p:cNvCxnSpPr>
              <p:nvPr/>
            </p:nvCxnSpPr>
            <p:spPr>
              <a:xfrm flipH="1" flipV="1">
                <a:off x="3147792" y="4004922"/>
                <a:ext cx="1588" cy="236858"/>
              </a:xfrm>
              <a:prstGeom prst="line">
                <a:avLst/>
              </a:prstGeom>
              <a:noFill/>
              <a:ln w="3175" cap="flat" cmpd="sng" algn="ctr">
                <a:solidFill>
                  <a:srgbClr val="CC0000"/>
                </a:solidFill>
                <a:prstDash val="solid"/>
              </a:ln>
              <a:effectLst/>
            </p:spPr>
          </p:cxnSp>
        </p:grpSp>
        <p:grpSp>
          <p:nvGrpSpPr>
            <p:cNvPr id="1047" name="Group 636">
              <a:extLst>
                <a:ext uri="{FF2B5EF4-FFF2-40B4-BE49-F238E27FC236}">
                  <a16:creationId xmlns:a16="http://schemas.microsoft.com/office/drawing/2014/main" id="{6DF58C37-21E3-AF4F-B080-530FD985E91D}"/>
                </a:ext>
              </a:extLst>
            </p:cNvPr>
            <p:cNvGrpSpPr>
              <a:grpSpLocks/>
            </p:cNvGrpSpPr>
            <p:nvPr/>
          </p:nvGrpSpPr>
          <p:grpSpPr bwMode="auto">
            <a:xfrm>
              <a:off x="6581816" y="5045656"/>
              <a:ext cx="430131" cy="329465"/>
              <a:chOff x="2931664" y="3912603"/>
              <a:chExt cx="430450" cy="329314"/>
            </a:xfrm>
          </p:grpSpPr>
          <p:sp>
            <p:nvSpPr>
              <p:cNvPr id="1053" name="Rectangle 1052">
                <a:extLst>
                  <a:ext uri="{FF2B5EF4-FFF2-40B4-BE49-F238E27FC236}">
                    <a16:creationId xmlns:a16="http://schemas.microsoft.com/office/drawing/2014/main" id="{F4182402-0285-CD46-9828-6534BE97D257}"/>
                  </a:ext>
                </a:extLst>
              </p:cNvPr>
              <p:cNvSpPr/>
              <p:nvPr/>
            </p:nvSpPr>
            <p:spPr>
              <a:xfrm>
                <a:off x="2936425" y="3913102"/>
                <a:ext cx="425689" cy="328747"/>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54" name="Straight Connector 1053">
                <a:extLst>
                  <a:ext uri="{FF2B5EF4-FFF2-40B4-BE49-F238E27FC236}">
                    <a16:creationId xmlns:a16="http://schemas.microsoft.com/office/drawing/2014/main" id="{D14A7BEB-C638-0A47-B8DE-352AFA82413E}"/>
                  </a:ext>
                </a:extLst>
              </p:cNvPr>
              <p:cNvCxnSpPr/>
              <p:nvPr/>
            </p:nvCxnSpPr>
            <p:spPr>
              <a:xfrm>
                <a:off x="2931660" y="4005215"/>
                <a:ext cx="425689" cy="0"/>
              </a:xfrm>
              <a:prstGeom prst="line">
                <a:avLst/>
              </a:prstGeom>
              <a:noFill/>
              <a:ln w="3175" cap="flat" cmpd="sng" algn="ctr">
                <a:solidFill>
                  <a:srgbClr val="CC0000"/>
                </a:solidFill>
                <a:prstDash val="solid"/>
              </a:ln>
              <a:effectLst/>
            </p:spPr>
          </p:cxnSp>
          <p:cxnSp>
            <p:nvCxnSpPr>
              <p:cNvPr id="1055" name="Straight Connector 1054">
                <a:extLst>
                  <a:ext uri="{FF2B5EF4-FFF2-40B4-BE49-F238E27FC236}">
                    <a16:creationId xmlns:a16="http://schemas.microsoft.com/office/drawing/2014/main" id="{F02DD2C2-E65E-7E4C-B479-635D130D51D4}"/>
                  </a:ext>
                </a:extLst>
              </p:cNvPr>
              <p:cNvCxnSpPr/>
              <p:nvPr/>
            </p:nvCxnSpPr>
            <p:spPr>
              <a:xfrm>
                <a:off x="2931660" y="4067152"/>
                <a:ext cx="425689" cy="0"/>
              </a:xfrm>
              <a:prstGeom prst="line">
                <a:avLst/>
              </a:prstGeom>
              <a:noFill/>
              <a:ln w="3175" cap="flat" cmpd="sng" algn="ctr">
                <a:solidFill>
                  <a:srgbClr val="CC0000"/>
                </a:solidFill>
                <a:prstDash val="solid"/>
              </a:ln>
              <a:effectLst/>
            </p:spPr>
          </p:cxnSp>
          <p:cxnSp>
            <p:nvCxnSpPr>
              <p:cNvPr id="1056" name="Straight Connector 1055">
                <a:extLst>
                  <a:ext uri="{FF2B5EF4-FFF2-40B4-BE49-F238E27FC236}">
                    <a16:creationId xmlns:a16="http://schemas.microsoft.com/office/drawing/2014/main" id="{01A054F6-D6ED-F249-8703-213FDF32A722}"/>
                  </a:ext>
                </a:extLst>
              </p:cNvPr>
              <p:cNvCxnSpPr>
                <a:stCxn id="1053" idx="2"/>
              </p:cNvCxnSpPr>
              <p:nvPr/>
            </p:nvCxnSpPr>
            <p:spPr>
              <a:xfrm flipH="1" flipV="1">
                <a:off x="3147681" y="4005215"/>
                <a:ext cx="1588" cy="236634"/>
              </a:xfrm>
              <a:prstGeom prst="line">
                <a:avLst/>
              </a:prstGeom>
              <a:noFill/>
              <a:ln w="3175" cap="flat" cmpd="sng" algn="ctr">
                <a:solidFill>
                  <a:srgbClr val="CC0000"/>
                </a:solidFill>
                <a:prstDash val="solid"/>
              </a:ln>
              <a:effectLst/>
            </p:spPr>
          </p:cxnSp>
        </p:grpSp>
        <p:grpSp>
          <p:nvGrpSpPr>
            <p:cNvPr id="1048" name="Group 554">
              <a:extLst>
                <a:ext uri="{FF2B5EF4-FFF2-40B4-BE49-F238E27FC236}">
                  <a16:creationId xmlns:a16="http://schemas.microsoft.com/office/drawing/2014/main" id="{BAA5C424-578C-0343-914E-B5BD57101FDC}"/>
                </a:ext>
              </a:extLst>
            </p:cNvPr>
            <p:cNvGrpSpPr>
              <a:grpSpLocks/>
            </p:cNvGrpSpPr>
            <p:nvPr/>
          </p:nvGrpSpPr>
          <p:grpSpPr bwMode="auto">
            <a:xfrm>
              <a:off x="2055070" y="4690247"/>
              <a:ext cx="675320" cy="521222"/>
              <a:chOff x="2931664" y="3912603"/>
              <a:chExt cx="430450" cy="329314"/>
            </a:xfrm>
          </p:grpSpPr>
          <p:sp>
            <p:nvSpPr>
              <p:cNvPr id="1049" name="Rectangle 1048">
                <a:extLst>
                  <a:ext uri="{FF2B5EF4-FFF2-40B4-BE49-F238E27FC236}">
                    <a16:creationId xmlns:a16="http://schemas.microsoft.com/office/drawing/2014/main" id="{A0CDA39B-A97A-7842-8A3D-C53D637AE12E}"/>
                  </a:ext>
                </a:extLst>
              </p:cNvPr>
              <p:cNvSpPr/>
              <p:nvPr/>
            </p:nvSpPr>
            <p:spPr>
              <a:xfrm>
                <a:off x="2936722" y="3913607"/>
                <a:ext cx="425923" cy="328266"/>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50" name="Straight Connector 1049">
                <a:extLst>
                  <a:ext uri="{FF2B5EF4-FFF2-40B4-BE49-F238E27FC236}">
                    <a16:creationId xmlns:a16="http://schemas.microsoft.com/office/drawing/2014/main" id="{779BD574-9352-0A4A-AD81-3425C567CA59}"/>
                  </a:ext>
                </a:extLst>
              </p:cNvPr>
              <p:cNvCxnSpPr/>
              <p:nvPr/>
            </p:nvCxnSpPr>
            <p:spPr>
              <a:xfrm>
                <a:off x="2932675" y="4004959"/>
                <a:ext cx="424911" cy="0"/>
              </a:xfrm>
              <a:prstGeom prst="line">
                <a:avLst/>
              </a:prstGeom>
              <a:noFill/>
              <a:ln w="3175" cap="flat" cmpd="sng" algn="ctr">
                <a:solidFill>
                  <a:srgbClr val="CC0000"/>
                </a:solidFill>
                <a:prstDash val="solid"/>
              </a:ln>
              <a:effectLst/>
            </p:spPr>
          </p:cxnSp>
          <p:cxnSp>
            <p:nvCxnSpPr>
              <p:cNvPr id="1051" name="Straight Connector 1050">
                <a:extLst>
                  <a:ext uri="{FF2B5EF4-FFF2-40B4-BE49-F238E27FC236}">
                    <a16:creationId xmlns:a16="http://schemas.microsoft.com/office/drawing/2014/main" id="{E4722BD0-017E-9C4D-9B3E-BB2C34567D80}"/>
                  </a:ext>
                </a:extLst>
              </p:cNvPr>
              <p:cNvCxnSpPr/>
              <p:nvPr/>
            </p:nvCxnSpPr>
            <p:spPr>
              <a:xfrm>
                <a:off x="2932675" y="4069207"/>
                <a:ext cx="424911" cy="0"/>
              </a:xfrm>
              <a:prstGeom prst="line">
                <a:avLst/>
              </a:prstGeom>
              <a:noFill/>
              <a:ln w="3175" cap="flat" cmpd="sng" algn="ctr">
                <a:solidFill>
                  <a:srgbClr val="CC0000"/>
                </a:solidFill>
                <a:prstDash val="solid"/>
              </a:ln>
              <a:effectLst/>
            </p:spPr>
          </p:cxnSp>
          <p:cxnSp>
            <p:nvCxnSpPr>
              <p:cNvPr id="1052" name="Straight Connector 1051">
                <a:extLst>
                  <a:ext uri="{FF2B5EF4-FFF2-40B4-BE49-F238E27FC236}">
                    <a16:creationId xmlns:a16="http://schemas.microsoft.com/office/drawing/2014/main" id="{BA1C7D13-CACA-DE42-A4BD-9DF0691F3FA5}"/>
                  </a:ext>
                </a:extLst>
              </p:cNvPr>
              <p:cNvCxnSpPr>
                <a:stCxn id="1049" idx="2"/>
              </p:cNvCxnSpPr>
              <p:nvPr/>
            </p:nvCxnSpPr>
            <p:spPr>
              <a:xfrm flipH="1" flipV="1">
                <a:off x="3148166" y="4004959"/>
                <a:ext cx="1011" cy="236914"/>
              </a:xfrm>
              <a:prstGeom prst="line">
                <a:avLst/>
              </a:prstGeom>
              <a:noFill/>
              <a:ln w="3175" cap="flat" cmpd="sng" algn="ctr">
                <a:solidFill>
                  <a:srgbClr val="CC0000"/>
                </a:solidFill>
                <a:prstDash val="solid"/>
              </a:ln>
              <a:effectLst/>
            </p:spPr>
          </p:cxnSp>
        </p:grpSp>
      </p:grpSp>
      <p:grpSp>
        <p:nvGrpSpPr>
          <p:cNvPr id="1069" name="Group 347">
            <a:extLst>
              <a:ext uri="{FF2B5EF4-FFF2-40B4-BE49-F238E27FC236}">
                <a16:creationId xmlns:a16="http://schemas.microsoft.com/office/drawing/2014/main" id="{4D6C1728-73DE-F748-A0E0-11321B8F7571}"/>
              </a:ext>
            </a:extLst>
          </p:cNvPr>
          <p:cNvGrpSpPr>
            <a:grpSpLocks/>
          </p:cNvGrpSpPr>
          <p:nvPr/>
        </p:nvGrpSpPr>
        <p:grpSpPr bwMode="auto">
          <a:xfrm>
            <a:off x="7605568" y="5890592"/>
            <a:ext cx="588962" cy="242888"/>
            <a:chOff x="1871277" y="1576300"/>
            <a:chExt cx="1128371" cy="437861"/>
          </a:xfrm>
        </p:grpSpPr>
        <p:sp>
          <p:nvSpPr>
            <p:cNvPr id="1070" name="Oval 1069">
              <a:extLst>
                <a:ext uri="{FF2B5EF4-FFF2-40B4-BE49-F238E27FC236}">
                  <a16:creationId xmlns:a16="http://schemas.microsoft.com/office/drawing/2014/main" id="{BD0DE6BC-801F-2349-B339-2073DD002B17}"/>
                </a:ext>
              </a:extLst>
            </p:cNvPr>
            <p:cNvSpPr>
              <a:spLocks noChangeArrowheads="1"/>
            </p:cNvSpPr>
            <p:nvPr/>
          </p:nvSpPr>
          <p:spPr bwMode="auto">
            <a:xfrm flipV="1">
              <a:off x="1874317" y="1693636"/>
              <a:ext cx="1125331" cy="320525"/>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71" name="Rectangle 1070">
              <a:extLst>
                <a:ext uri="{FF2B5EF4-FFF2-40B4-BE49-F238E27FC236}">
                  <a16:creationId xmlns:a16="http://schemas.microsoft.com/office/drawing/2014/main" id="{8006CA96-E3FA-9945-9B82-02259999272B}"/>
                </a:ext>
              </a:extLst>
            </p:cNvPr>
            <p:cNvSpPr/>
            <p:nvPr/>
          </p:nvSpPr>
          <p:spPr bwMode="auto">
            <a:xfrm>
              <a:off x="1871277" y="1739425"/>
              <a:ext cx="1128371" cy="117334"/>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72" name="Oval 1071">
              <a:extLst>
                <a:ext uri="{FF2B5EF4-FFF2-40B4-BE49-F238E27FC236}">
                  <a16:creationId xmlns:a16="http://schemas.microsoft.com/office/drawing/2014/main" id="{AC968267-A70E-0B48-9B2B-F3F7549B2DF9}"/>
                </a:ext>
              </a:extLst>
            </p:cNvPr>
            <p:cNvSpPr>
              <a:spLocks noChangeArrowheads="1"/>
            </p:cNvSpPr>
            <p:nvPr/>
          </p:nvSpPr>
          <p:spPr bwMode="auto">
            <a:xfrm flipV="1">
              <a:off x="1871277" y="1576300"/>
              <a:ext cx="1125331" cy="320525"/>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73" name="Freeform 1072">
              <a:extLst>
                <a:ext uri="{FF2B5EF4-FFF2-40B4-BE49-F238E27FC236}">
                  <a16:creationId xmlns:a16="http://schemas.microsoft.com/office/drawing/2014/main" id="{3543F393-921B-2544-AAF2-81DE265DCA01}"/>
                </a:ext>
              </a:extLst>
            </p:cNvPr>
            <p:cNvSpPr/>
            <p:nvPr/>
          </p:nvSpPr>
          <p:spPr bwMode="auto">
            <a:xfrm>
              <a:off x="2160212" y="1673602"/>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74" name="Freeform 1073">
              <a:extLst>
                <a:ext uri="{FF2B5EF4-FFF2-40B4-BE49-F238E27FC236}">
                  <a16:creationId xmlns:a16="http://schemas.microsoft.com/office/drawing/2014/main" id="{36A99124-4AE5-ED4F-A834-C0222885AECB}"/>
                </a:ext>
              </a:extLst>
            </p:cNvPr>
            <p:cNvSpPr>
              <a:spLocks/>
            </p:cNvSpPr>
            <p:nvPr/>
          </p:nvSpPr>
          <p:spPr bwMode="auto">
            <a:xfrm>
              <a:off x="2102426" y="1633537"/>
              <a:ext cx="663033" cy="111612"/>
            </a:xfrm>
            <a:custGeom>
              <a:avLst/>
              <a:gdLst>
                <a:gd name="T0" fmla="*/ 0 w 3723451"/>
                <a:gd name="T1" fmla="*/ 27306 h 932950"/>
                <a:gd name="T2" fmla="*/ 116665 w 3723451"/>
                <a:gd name="T3" fmla="*/ 322 h 932950"/>
                <a:gd name="T4" fmla="*/ 330457 w 3723451"/>
                <a:gd name="T5" fmla="*/ 62277 h 932950"/>
                <a:gd name="T6" fmla="*/ 534418 w 3723451"/>
                <a:gd name="T7" fmla="*/ 0 h 932950"/>
                <a:gd name="T8" fmla="*/ 663033 w 3723451"/>
                <a:gd name="T9" fmla="*/ 24782 h 932950"/>
                <a:gd name="T10" fmla="*/ 567343 w 3723451"/>
                <a:gd name="T11" fmla="*/ 55256 h 932950"/>
                <a:gd name="T12" fmla="*/ 536535 w 3723451"/>
                <a:gd name="T13" fmla="*/ 47040 h 932950"/>
                <a:gd name="T14" fmla="*/ 334214 w 3723451"/>
                <a:gd name="T15" fmla="*/ 111612 h 932950"/>
                <a:gd name="T16" fmla="*/ 126717 w 3723451"/>
                <a:gd name="T17" fmla="*/ 49415 h 932950"/>
                <a:gd name="T18" fmla="*/ 93168 w 3723451"/>
                <a:gd name="T19" fmla="*/ 56128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5" name="Freeform 1074">
              <a:extLst>
                <a:ext uri="{FF2B5EF4-FFF2-40B4-BE49-F238E27FC236}">
                  <a16:creationId xmlns:a16="http://schemas.microsoft.com/office/drawing/2014/main" id="{9CE3F7E2-B553-1E45-88FC-E2E1EC32F46A}"/>
                </a:ext>
              </a:extLst>
            </p:cNvPr>
            <p:cNvSpPr>
              <a:spLocks/>
            </p:cNvSpPr>
            <p:nvPr/>
          </p:nvSpPr>
          <p:spPr bwMode="auto">
            <a:xfrm>
              <a:off x="2537350" y="1727978"/>
              <a:ext cx="243315" cy="97302"/>
            </a:xfrm>
            <a:custGeom>
              <a:avLst/>
              <a:gdLst>
                <a:gd name="T0" fmla="*/ 0 w 1366596"/>
                <a:gd name="T1" fmla="*/ 0 h 809868"/>
                <a:gd name="T2" fmla="*/ 243315 w 1366596"/>
                <a:gd name="T3" fmla="*/ 75188 h 809868"/>
                <a:gd name="T4" fmla="*/ 154017 w 1366596"/>
                <a:gd name="T5" fmla="*/ 97302 h 809868"/>
                <a:gd name="T6" fmla="*/ 819 w 1366596"/>
                <a:gd name="T7" fmla="*/ 5141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6" name="Freeform 1075">
              <a:extLst>
                <a:ext uri="{FF2B5EF4-FFF2-40B4-BE49-F238E27FC236}">
                  <a16:creationId xmlns:a16="http://schemas.microsoft.com/office/drawing/2014/main" id="{D7BB9DED-4899-7649-AEBA-749DA452790C}"/>
                </a:ext>
              </a:extLst>
            </p:cNvPr>
            <p:cNvSpPr>
              <a:spLocks/>
            </p:cNvSpPr>
            <p:nvPr/>
          </p:nvSpPr>
          <p:spPr bwMode="auto">
            <a:xfrm>
              <a:off x="2090260" y="1730839"/>
              <a:ext cx="240272" cy="97302"/>
            </a:xfrm>
            <a:custGeom>
              <a:avLst/>
              <a:gdLst>
                <a:gd name="T0" fmla="*/ 236992 w 1348191"/>
                <a:gd name="T1" fmla="*/ 0 h 791462"/>
                <a:gd name="T2" fmla="*/ 240272 w 1348191"/>
                <a:gd name="T3" fmla="*/ 46954 h 791462"/>
                <a:gd name="T4" fmla="*/ 86924 w 1348191"/>
                <a:gd name="T5" fmla="*/ 97302 h 791462"/>
                <a:gd name="T6" fmla="*/ 0 w 1348191"/>
                <a:gd name="T7" fmla="*/ 75239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77" name="Straight Connector 1076">
              <a:extLst>
                <a:ext uri="{FF2B5EF4-FFF2-40B4-BE49-F238E27FC236}">
                  <a16:creationId xmlns:a16="http://schemas.microsoft.com/office/drawing/2014/main" id="{E8965662-2E9A-0244-946F-4423CC691CFA}"/>
                </a:ext>
              </a:extLst>
            </p:cNvPr>
            <p:cNvCxnSpPr>
              <a:cxnSpLocks noChangeShapeType="1"/>
              <a:endCxn id="1072" idx="2"/>
            </p:cNvCxnSpPr>
            <p:nvPr/>
          </p:nvCxnSpPr>
          <p:spPr bwMode="auto">
            <a:xfrm flipH="1" flipV="1">
              <a:off x="1871277" y="1736563"/>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78" name="Straight Connector 1077">
              <a:extLst>
                <a:ext uri="{FF2B5EF4-FFF2-40B4-BE49-F238E27FC236}">
                  <a16:creationId xmlns:a16="http://schemas.microsoft.com/office/drawing/2014/main" id="{857BA7A2-209C-0B4F-9F2F-F5D9E12C5791}"/>
                </a:ext>
              </a:extLst>
            </p:cNvPr>
            <p:cNvCxnSpPr>
              <a:cxnSpLocks noChangeShapeType="1"/>
            </p:cNvCxnSpPr>
            <p:nvPr/>
          </p:nvCxnSpPr>
          <p:spPr bwMode="auto">
            <a:xfrm flipH="1" flipV="1">
              <a:off x="2996608" y="1733702"/>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79" name="Group 347">
            <a:extLst>
              <a:ext uri="{FF2B5EF4-FFF2-40B4-BE49-F238E27FC236}">
                <a16:creationId xmlns:a16="http://schemas.microsoft.com/office/drawing/2014/main" id="{23A5395A-73E4-9545-9CCB-0643AECEF709}"/>
              </a:ext>
            </a:extLst>
          </p:cNvPr>
          <p:cNvGrpSpPr>
            <a:grpSpLocks/>
          </p:cNvGrpSpPr>
          <p:nvPr/>
        </p:nvGrpSpPr>
        <p:grpSpPr bwMode="auto">
          <a:xfrm>
            <a:off x="6124430" y="5749305"/>
            <a:ext cx="588963" cy="242887"/>
            <a:chOff x="1871277" y="1576300"/>
            <a:chExt cx="1128371" cy="437861"/>
          </a:xfrm>
        </p:grpSpPr>
        <p:sp>
          <p:nvSpPr>
            <p:cNvPr id="1080" name="Oval 1079">
              <a:extLst>
                <a:ext uri="{FF2B5EF4-FFF2-40B4-BE49-F238E27FC236}">
                  <a16:creationId xmlns:a16="http://schemas.microsoft.com/office/drawing/2014/main" id="{DF4469B4-1A62-884E-B93E-2088628FCF9A}"/>
                </a:ext>
              </a:extLst>
            </p:cNvPr>
            <p:cNvSpPr>
              <a:spLocks noChangeArrowheads="1"/>
            </p:cNvSpPr>
            <p:nvPr/>
          </p:nvSpPr>
          <p:spPr bwMode="auto">
            <a:xfrm flipV="1">
              <a:off x="1874319" y="1693635"/>
              <a:ext cx="1125329"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81" name="Rectangle 1080">
              <a:extLst>
                <a:ext uri="{FF2B5EF4-FFF2-40B4-BE49-F238E27FC236}">
                  <a16:creationId xmlns:a16="http://schemas.microsoft.com/office/drawing/2014/main" id="{CEED749C-6638-6040-A523-CBE05E8011F2}"/>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82" name="Oval 1081">
              <a:extLst>
                <a:ext uri="{FF2B5EF4-FFF2-40B4-BE49-F238E27FC236}">
                  <a16:creationId xmlns:a16="http://schemas.microsoft.com/office/drawing/2014/main" id="{E82E8A3A-0CDF-0142-A8D4-2A7F88E464C9}"/>
                </a:ext>
              </a:extLst>
            </p:cNvPr>
            <p:cNvSpPr>
              <a:spLocks noChangeArrowheads="1"/>
            </p:cNvSpPr>
            <p:nvPr/>
          </p:nvSpPr>
          <p:spPr bwMode="auto">
            <a:xfrm flipV="1">
              <a:off x="1871277" y="1576300"/>
              <a:ext cx="1125329"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83" name="Freeform 1082">
              <a:extLst>
                <a:ext uri="{FF2B5EF4-FFF2-40B4-BE49-F238E27FC236}">
                  <a16:creationId xmlns:a16="http://schemas.microsoft.com/office/drawing/2014/main" id="{20B0C69D-2EFF-CC4C-91E3-DE028EA90E90}"/>
                </a:ext>
              </a:extLst>
            </p:cNvPr>
            <p:cNvSpPr/>
            <p:nvPr/>
          </p:nvSpPr>
          <p:spPr bwMode="auto">
            <a:xfrm>
              <a:off x="2160214" y="1673603"/>
              <a:ext cx="547457"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84" name="Freeform 1083">
              <a:extLst>
                <a:ext uri="{FF2B5EF4-FFF2-40B4-BE49-F238E27FC236}">
                  <a16:creationId xmlns:a16="http://schemas.microsoft.com/office/drawing/2014/main" id="{8F166C83-2DE4-AA4C-934F-358B1ABBD003}"/>
                </a:ext>
              </a:extLst>
            </p:cNvPr>
            <p:cNvSpPr>
              <a:spLocks/>
            </p:cNvSpPr>
            <p:nvPr/>
          </p:nvSpPr>
          <p:spPr bwMode="auto">
            <a:xfrm>
              <a:off x="2102426" y="1633537"/>
              <a:ext cx="663031" cy="111611"/>
            </a:xfrm>
            <a:custGeom>
              <a:avLst/>
              <a:gdLst>
                <a:gd name="T0" fmla="*/ 0 w 3723451"/>
                <a:gd name="T1" fmla="*/ 27306 h 932950"/>
                <a:gd name="T2" fmla="*/ 116665 w 3723451"/>
                <a:gd name="T3" fmla="*/ 322 h 932950"/>
                <a:gd name="T4" fmla="*/ 330456 w 3723451"/>
                <a:gd name="T5" fmla="*/ 62276 h 932950"/>
                <a:gd name="T6" fmla="*/ 534416 w 3723451"/>
                <a:gd name="T7" fmla="*/ 0 h 932950"/>
                <a:gd name="T8" fmla="*/ 663031 w 3723451"/>
                <a:gd name="T9" fmla="*/ 24782 h 932950"/>
                <a:gd name="T10" fmla="*/ 567342 w 3723451"/>
                <a:gd name="T11" fmla="*/ 55255 h 932950"/>
                <a:gd name="T12" fmla="*/ 536534 w 3723451"/>
                <a:gd name="T13" fmla="*/ 47039 h 932950"/>
                <a:gd name="T14" fmla="*/ 334213 w 3723451"/>
                <a:gd name="T15" fmla="*/ 111611 h 932950"/>
                <a:gd name="T16" fmla="*/ 126716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5" name="Freeform 1084">
              <a:extLst>
                <a:ext uri="{FF2B5EF4-FFF2-40B4-BE49-F238E27FC236}">
                  <a16:creationId xmlns:a16="http://schemas.microsoft.com/office/drawing/2014/main" id="{64120D6F-CF36-7A4B-868D-9522C1F79454}"/>
                </a:ext>
              </a:extLst>
            </p:cNvPr>
            <p:cNvSpPr>
              <a:spLocks/>
            </p:cNvSpPr>
            <p:nvPr/>
          </p:nvSpPr>
          <p:spPr bwMode="auto">
            <a:xfrm>
              <a:off x="2537351" y="1727977"/>
              <a:ext cx="243314" cy="97303"/>
            </a:xfrm>
            <a:custGeom>
              <a:avLst/>
              <a:gdLst>
                <a:gd name="T0" fmla="*/ 0 w 1366596"/>
                <a:gd name="T1" fmla="*/ 0 h 809868"/>
                <a:gd name="T2" fmla="*/ 243314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6" name="Freeform 1085">
              <a:extLst>
                <a:ext uri="{FF2B5EF4-FFF2-40B4-BE49-F238E27FC236}">
                  <a16:creationId xmlns:a16="http://schemas.microsoft.com/office/drawing/2014/main" id="{8477E0BD-F61A-594C-8419-6BA64D7DFCE7}"/>
                </a:ext>
              </a:extLst>
            </p:cNvPr>
            <p:cNvSpPr>
              <a:spLocks/>
            </p:cNvSpPr>
            <p:nvPr/>
          </p:nvSpPr>
          <p:spPr bwMode="auto">
            <a:xfrm>
              <a:off x="2090260" y="1730839"/>
              <a:ext cx="240274" cy="97303"/>
            </a:xfrm>
            <a:custGeom>
              <a:avLst/>
              <a:gdLst>
                <a:gd name="T0" fmla="*/ 236994 w 1348191"/>
                <a:gd name="T1" fmla="*/ 0 h 791462"/>
                <a:gd name="T2" fmla="*/ 240274 w 1348191"/>
                <a:gd name="T3" fmla="*/ 46954 h 791462"/>
                <a:gd name="T4" fmla="*/ 86925 w 1348191"/>
                <a:gd name="T5" fmla="*/ 97303 h 791462"/>
                <a:gd name="T6" fmla="*/ 0 w 1348191"/>
                <a:gd name="T7" fmla="*/ 75240 h 791462"/>
                <a:gd name="T8" fmla="*/ 236994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87" name="Straight Connector 1086">
              <a:extLst>
                <a:ext uri="{FF2B5EF4-FFF2-40B4-BE49-F238E27FC236}">
                  <a16:creationId xmlns:a16="http://schemas.microsoft.com/office/drawing/2014/main" id="{53F7848D-82FC-7641-AC58-517C9B2FB854}"/>
                </a:ext>
              </a:extLst>
            </p:cNvPr>
            <p:cNvCxnSpPr>
              <a:cxnSpLocks noChangeShapeType="1"/>
              <a:endCxn id="1082" idx="2"/>
            </p:cNvCxnSpPr>
            <p:nvPr/>
          </p:nvCxnSpPr>
          <p:spPr bwMode="auto">
            <a:xfrm flipH="1" flipV="1">
              <a:off x="1871277" y="1736563"/>
              <a:ext cx="3042"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88" name="Straight Connector 1087">
              <a:extLst>
                <a:ext uri="{FF2B5EF4-FFF2-40B4-BE49-F238E27FC236}">
                  <a16:creationId xmlns:a16="http://schemas.microsoft.com/office/drawing/2014/main" id="{EA830BBF-D185-DB42-96F5-34C5273F4B6F}"/>
                </a:ext>
              </a:extLst>
            </p:cNvPr>
            <p:cNvCxnSpPr>
              <a:cxnSpLocks noChangeShapeType="1"/>
            </p:cNvCxnSpPr>
            <p:nvPr/>
          </p:nvCxnSpPr>
          <p:spPr bwMode="auto">
            <a:xfrm flipH="1" flipV="1">
              <a:off x="2996606" y="1733700"/>
              <a:ext cx="3042"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89" name="Group 347">
            <a:extLst>
              <a:ext uri="{FF2B5EF4-FFF2-40B4-BE49-F238E27FC236}">
                <a16:creationId xmlns:a16="http://schemas.microsoft.com/office/drawing/2014/main" id="{B6A937C7-17A9-A648-A780-A8D67F2249E6}"/>
              </a:ext>
            </a:extLst>
          </p:cNvPr>
          <p:cNvGrpSpPr>
            <a:grpSpLocks/>
          </p:cNvGrpSpPr>
          <p:nvPr/>
        </p:nvGrpSpPr>
        <p:grpSpPr bwMode="auto">
          <a:xfrm>
            <a:off x="6916593" y="6209680"/>
            <a:ext cx="588962" cy="242887"/>
            <a:chOff x="1871277" y="1576300"/>
            <a:chExt cx="1128371" cy="437861"/>
          </a:xfrm>
        </p:grpSpPr>
        <p:sp>
          <p:nvSpPr>
            <p:cNvPr id="1090" name="Oval 1089">
              <a:extLst>
                <a:ext uri="{FF2B5EF4-FFF2-40B4-BE49-F238E27FC236}">
                  <a16:creationId xmlns:a16="http://schemas.microsoft.com/office/drawing/2014/main" id="{21A30E2F-9F7B-DC47-908B-38849C8FE198}"/>
                </a:ext>
              </a:extLst>
            </p:cNvPr>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91" name="Rectangle 1090">
              <a:extLst>
                <a:ext uri="{FF2B5EF4-FFF2-40B4-BE49-F238E27FC236}">
                  <a16:creationId xmlns:a16="http://schemas.microsoft.com/office/drawing/2014/main" id="{368E56E7-1038-F843-8824-9F2406D135DC}"/>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92" name="Oval 1091">
              <a:extLst>
                <a:ext uri="{FF2B5EF4-FFF2-40B4-BE49-F238E27FC236}">
                  <a16:creationId xmlns:a16="http://schemas.microsoft.com/office/drawing/2014/main" id="{5E09C5D1-4489-9245-906B-AB737B65B939}"/>
                </a:ext>
              </a:extLst>
            </p:cNvPr>
            <p:cNvSpPr>
              <a:spLocks noChangeArrowheads="1"/>
            </p:cNvSpPr>
            <p:nvPr/>
          </p:nvSpPr>
          <p:spPr bwMode="auto">
            <a:xfrm flipV="1">
              <a:off x="1871277" y="1576300"/>
              <a:ext cx="1125331"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93" name="Freeform 1092">
              <a:extLst>
                <a:ext uri="{FF2B5EF4-FFF2-40B4-BE49-F238E27FC236}">
                  <a16:creationId xmlns:a16="http://schemas.microsoft.com/office/drawing/2014/main" id="{60675A58-4EA5-F645-8293-8D562D37C4A7}"/>
                </a:ext>
              </a:extLst>
            </p:cNvPr>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94" name="Freeform 1093">
              <a:extLst>
                <a:ext uri="{FF2B5EF4-FFF2-40B4-BE49-F238E27FC236}">
                  <a16:creationId xmlns:a16="http://schemas.microsoft.com/office/drawing/2014/main" id="{936A0061-F839-A048-9329-4BA74387A855}"/>
                </a:ext>
              </a:extLst>
            </p:cNvPr>
            <p:cNvSpPr>
              <a:spLocks/>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5" name="Freeform 1094">
              <a:extLst>
                <a:ext uri="{FF2B5EF4-FFF2-40B4-BE49-F238E27FC236}">
                  <a16:creationId xmlns:a16="http://schemas.microsoft.com/office/drawing/2014/main" id="{5010EAA9-D9FE-B348-B497-E58DC4A70242}"/>
                </a:ext>
              </a:extLst>
            </p:cNvPr>
            <p:cNvSpPr>
              <a:spLocks/>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6" name="Freeform 1095">
              <a:extLst>
                <a:ext uri="{FF2B5EF4-FFF2-40B4-BE49-F238E27FC236}">
                  <a16:creationId xmlns:a16="http://schemas.microsoft.com/office/drawing/2014/main" id="{E2301F16-3352-1848-BBB4-2365D15D0F69}"/>
                </a:ext>
              </a:extLst>
            </p:cNvPr>
            <p:cNvSpPr>
              <a:spLocks/>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97" name="Straight Connector 1096">
              <a:extLst>
                <a:ext uri="{FF2B5EF4-FFF2-40B4-BE49-F238E27FC236}">
                  <a16:creationId xmlns:a16="http://schemas.microsoft.com/office/drawing/2014/main" id="{D853D2D6-514A-9847-BBC3-2AE928C8DAFB}"/>
                </a:ext>
              </a:extLst>
            </p:cNvPr>
            <p:cNvCxnSpPr>
              <a:cxnSpLocks noChangeShapeType="1"/>
              <a:endCxn id="1092" idx="2"/>
            </p:cNvCxnSpPr>
            <p:nvPr/>
          </p:nvCxnSpPr>
          <p:spPr bwMode="auto">
            <a:xfrm flipH="1" flipV="1">
              <a:off x="1871277" y="1736563"/>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98" name="Straight Connector 1097">
              <a:extLst>
                <a:ext uri="{FF2B5EF4-FFF2-40B4-BE49-F238E27FC236}">
                  <a16:creationId xmlns:a16="http://schemas.microsoft.com/office/drawing/2014/main" id="{0F7465E9-0BFE-964B-AB98-F93DD82101C2}"/>
                </a:ext>
              </a:extLst>
            </p:cNvPr>
            <p:cNvCxnSpPr>
              <a:cxnSpLocks noChangeShapeType="1"/>
            </p:cNvCxnSpPr>
            <p:nvPr/>
          </p:nvCxnSpPr>
          <p:spPr bwMode="auto">
            <a:xfrm flipH="1" flipV="1">
              <a:off x="2996608" y="1733700"/>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99" name="Group 347">
            <a:extLst>
              <a:ext uri="{FF2B5EF4-FFF2-40B4-BE49-F238E27FC236}">
                <a16:creationId xmlns:a16="http://schemas.microsoft.com/office/drawing/2014/main" id="{B1B48B52-0F33-0442-B024-9A681DC9E147}"/>
              </a:ext>
            </a:extLst>
          </p:cNvPr>
          <p:cNvGrpSpPr>
            <a:grpSpLocks/>
          </p:cNvGrpSpPr>
          <p:nvPr/>
        </p:nvGrpSpPr>
        <p:grpSpPr bwMode="auto">
          <a:xfrm>
            <a:off x="5452918" y="6301755"/>
            <a:ext cx="588962" cy="242887"/>
            <a:chOff x="1871277" y="1576300"/>
            <a:chExt cx="1128371" cy="437861"/>
          </a:xfrm>
        </p:grpSpPr>
        <p:sp>
          <p:nvSpPr>
            <p:cNvPr id="1100" name="Oval 1099">
              <a:extLst>
                <a:ext uri="{FF2B5EF4-FFF2-40B4-BE49-F238E27FC236}">
                  <a16:creationId xmlns:a16="http://schemas.microsoft.com/office/drawing/2014/main" id="{B2DB57CB-08BD-2F4D-A7ED-38936BBFA3D4}"/>
                </a:ext>
              </a:extLst>
            </p:cNvPr>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01" name="Rectangle 1100">
              <a:extLst>
                <a:ext uri="{FF2B5EF4-FFF2-40B4-BE49-F238E27FC236}">
                  <a16:creationId xmlns:a16="http://schemas.microsoft.com/office/drawing/2014/main" id="{C5A9C96D-A2BA-754F-A882-52122EB391BC}"/>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02" name="Oval 1101">
              <a:extLst>
                <a:ext uri="{FF2B5EF4-FFF2-40B4-BE49-F238E27FC236}">
                  <a16:creationId xmlns:a16="http://schemas.microsoft.com/office/drawing/2014/main" id="{83C4800F-B303-9446-B339-EF2E78D32E45}"/>
                </a:ext>
              </a:extLst>
            </p:cNvPr>
            <p:cNvSpPr>
              <a:spLocks noChangeArrowheads="1"/>
            </p:cNvSpPr>
            <p:nvPr/>
          </p:nvSpPr>
          <p:spPr bwMode="auto">
            <a:xfrm flipV="1">
              <a:off x="1871277" y="1576300"/>
              <a:ext cx="1125331"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03" name="Freeform 1102">
              <a:extLst>
                <a:ext uri="{FF2B5EF4-FFF2-40B4-BE49-F238E27FC236}">
                  <a16:creationId xmlns:a16="http://schemas.microsoft.com/office/drawing/2014/main" id="{8248D620-997C-1B4D-A023-5CD8220FC4D0}"/>
                </a:ext>
              </a:extLst>
            </p:cNvPr>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04" name="Freeform 1103">
              <a:extLst>
                <a:ext uri="{FF2B5EF4-FFF2-40B4-BE49-F238E27FC236}">
                  <a16:creationId xmlns:a16="http://schemas.microsoft.com/office/drawing/2014/main" id="{906FE13D-AC05-AA42-853B-9FAC9CA25075}"/>
                </a:ext>
              </a:extLst>
            </p:cNvPr>
            <p:cNvSpPr>
              <a:spLocks/>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5" name="Freeform 1104">
              <a:extLst>
                <a:ext uri="{FF2B5EF4-FFF2-40B4-BE49-F238E27FC236}">
                  <a16:creationId xmlns:a16="http://schemas.microsoft.com/office/drawing/2014/main" id="{DE4AB67E-E389-E747-AA8A-F557E3BDBA61}"/>
                </a:ext>
              </a:extLst>
            </p:cNvPr>
            <p:cNvSpPr>
              <a:spLocks/>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6" name="Freeform 1105">
              <a:extLst>
                <a:ext uri="{FF2B5EF4-FFF2-40B4-BE49-F238E27FC236}">
                  <a16:creationId xmlns:a16="http://schemas.microsoft.com/office/drawing/2014/main" id="{A18C8CAC-63E9-E248-8397-1346071AD6EE}"/>
                </a:ext>
              </a:extLst>
            </p:cNvPr>
            <p:cNvSpPr>
              <a:spLocks/>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107" name="Straight Connector 1106">
              <a:extLst>
                <a:ext uri="{FF2B5EF4-FFF2-40B4-BE49-F238E27FC236}">
                  <a16:creationId xmlns:a16="http://schemas.microsoft.com/office/drawing/2014/main" id="{73BEE8CD-92EF-AB4A-9223-19BD5734C8CF}"/>
                </a:ext>
              </a:extLst>
            </p:cNvPr>
            <p:cNvCxnSpPr>
              <a:cxnSpLocks noChangeShapeType="1"/>
              <a:endCxn id="1102" idx="2"/>
            </p:cNvCxnSpPr>
            <p:nvPr/>
          </p:nvCxnSpPr>
          <p:spPr bwMode="auto">
            <a:xfrm flipH="1" flipV="1">
              <a:off x="1871277" y="1736563"/>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108" name="Straight Connector 1107">
              <a:extLst>
                <a:ext uri="{FF2B5EF4-FFF2-40B4-BE49-F238E27FC236}">
                  <a16:creationId xmlns:a16="http://schemas.microsoft.com/office/drawing/2014/main" id="{5BC61A72-737C-4F4F-802A-7DAAF663B43B}"/>
                </a:ext>
              </a:extLst>
            </p:cNvPr>
            <p:cNvCxnSpPr>
              <a:cxnSpLocks noChangeShapeType="1"/>
            </p:cNvCxnSpPr>
            <p:nvPr/>
          </p:nvCxnSpPr>
          <p:spPr bwMode="auto">
            <a:xfrm flipH="1" flipV="1">
              <a:off x="2996608" y="1733700"/>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110" name="Group 11">
            <a:extLst>
              <a:ext uri="{FF2B5EF4-FFF2-40B4-BE49-F238E27FC236}">
                <a16:creationId xmlns:a16="http://schemas.microsoft.com/office/drawing/2014/main" id="{E5217315-CB03-2542-94D5-3FA12A407609}"/>
              </a:ext>
            </a:extLst>
          </p:cNvPr>
          <p:cNvGrpSpPr>
            <a:grpSpLocks/>
          </p:cNvGrpSpPr>
          <p:nvPr/>
        </p:nvGrpSpPr>
        <p:grpSpPr bwMode="auto">
          <a:xfrm>
            <a:off x="4494536" y="2167905"/>
            <a:ext cx="3597875" cy="493470"/>
            <a:chOff x="2705100" y="2011398"/>
            <a:chExt cx="3597533" cy="493677"/>
          </a:xfrm>
        </p:grpSpPr>
        <p:sp>
          <p:nvSpPr>
            <p:cNvPr id="1135" name="Oval 1134">
              <a:extLst>
                <a:ext uri="{FF2B5EF4-FFF2-40B4-BE49-F238E27FC236}">
                  <a16:creationId xmlns:a16="http://schemas.microsoft.com/office/drawing/2014/main" id="{57A6E143-0094-5D49-8A05-004EA3A97A71}"/>
                </a:ext>
              </a:extLst>
            </p:cNvPr>
            <p:cNvSpPr/>
            <p:nvPr/>
          </p:nvSpPr>
          <p:spPr bwMode="auto">
            <a:xfrm>
              <a:off x="2722092" y="2011398"/>
              <a:ext cx="3581060" cy="492331"/>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36" name="Oval 1135">
              <a:extLst>
                <a:ext uri="{FF2B5EF4-FFF2-40B4-BE49-F238E27FC236}">
                  <a16:creationId xmlns:a16="http://schemas.microsoft.com/office/drawing/2014/main" id="{431997AA-2888-D042-A558-B6DE0F737D3F}"/>
                </a:ext>
              </a:extLst>
            </p:cNvPr>
            <p:cNvSpPr/>
            <p:nvPr/>
          </p:nvSpPr>
          <p:spPr bwMode="auto">
            <a:xfrm>
              <a:off x="2704632" y="2012986"/>
              <a:ext cx="3581060" cy="492331"/>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37" name="TextBox 389">
              <a:extLst>
                <a:ext uri="{FF2B5EF4-FFF2-40B4-BE49-F238E27FC236}">
                  <a16:creationId xmlns:a16="http://schemas.microsoft.com/office/drawing/2014/main" id="{D0AF8FB3-4D5B-7B4A-8B82-CF15E8A6F1F0}"/>
                </a:ext>
              </a:extLst>
            </p:cNvPr>
            <p:cNvSpPr txBox="1">
              <a:spLocks noChangeArrowheads="1"/>
            </p:cNvSpPr>
            <p:nvPr/>
          </p:nvSpPr>
          <p:spPr bwMode="auto">
            <a:xfrm>
              <a:off x="3452664" y="2127167"/>
              <a:ext cx="2057700" cy="296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Remote Controller</a:t>
              </a:r>
            </a:p>
          </p:txBody>
        </p:sp>
      </p:grpSp>
      <p:grpSp>
        <p:nvGrpSpPr>
          <p:cNvPr id="3" name="Group 2">
            <a:extLst>
              <a:ext uri="{FF2B5EF4-FFF2-40B4-BE49-F238E27FC236}">
                <a16:creationId xmlns:a16="http://schemas.microsoft.com/office/drawing/2014/main" id="{370F660B-2991-C94D-80D9-F1429AC36768}"/>
              </a:ext>
            </a:extLst>
          </p:cNvPr>
          <p:cNvGrpSpPr/>
          <p:nvPr/>
        </p:nvGrpSpPr>
        <p:grpSpPr>
          <a:xfrm>
            <a:off x="3674918" y="4177613"/>
            <a:ext cx="5095875" cy="822392"/>
            <a:chOff x="3674918" y="4177613"/>
            <a:chExt cx="5095875" cy="822392"/>
          </a:xfrm>
        </p:grpSpPr>
        <p:grpSp>
          <p:nvGrpSpPr>
            <p:cNvPr id="1111" name="Group 441">
              <a:extLst>
                <a:ext uri="{FF2B5EF4-FFF2-40B4-BE49-F238E27FC236}">
                  <a16:creationId xmlns:a16="http://schemas.microsoft.com/office/drawing/2014/main" id="{0C03A32C-FA65-214B-B936-B6E1B2C384AE}"/>
                </a:ext>
              </a:extLst>
            </p:cNvPr>
            <p:cNvGrpSpPr>
              <a:grpSpLocks/>
            </p:cNvGrpSpPr>
            <p:nvPr/>
          </p:nvGrpSpPr>
          <p:grpSpPr bwMode="auto">
            <a:xfrm>
              <a:off x="3674918" y="4177613"/>
              <a:ext cx="923628" cy="405783"/>
              <a:chOff x="2705100" y="2011398"/>
              <a:chExt cx="3597533" cy="493677"/>
            </a:xfrm>
          </p:grpSpPr>
          <p:sp>
            <p:nvSpPr>
              <p:cNvPr id="1132" name="Oval 1131">
                <a:extLst>
                  <a:ext uri="{FF2B5EF4-FFF2-40B4-BE49-F238E27FC236}">
                    <a16:creationId xmlns:a16="http://schemas.microsoft.com/office/drawing/2014/main" id="{F74AE388-0960-CF47-B1A1-1ABEEB3A9CAF}"/>
                  </a:ext>
                </a:extLst>
              </p:cNvPr>
              <p:cNvSpPr/>
              <p:nvPr/>
            </p:nvSpPr>
            <p:spPr bwMode="auto">
              <a:xfrm>
                <a:off x="2723648" y="2011480"/>
                <a:ext cx="3580142" cy="492496"/>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33" name="Oval 1132">
                <a:extLst>
                  <a:ext uri="{FF2B5EF4-FFF2-40B4-BE49-F238E27FC236}">
                    <a16:creationId xmlns:a16="http://schemas.microsoft.com/office/drawing/2014/main" id="{1181AFDF-673F-BE48-B342-3AE78D0EFECC}"/>
                  </a:ext>
                </a:extLst>
              </p:cNvPr>
              <p:cNvSpPr/>
              <p:nvPr/>
            </p:nvSpPr>
            <p:spPr bwMode="auto">
              <a:xfrm>
                <a:off x="2705100" y="2013410"/>
                <a:ext cx="3580138" cy="492497"/>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34" name="TextBox 389">
                <a:extLst>
                  <a:ext uri="{FF2B5EF4-FFF2-40B4-BE49-F238E27FC236}">
                    <a16:creationId xmlns:a16="http://schemas.microsoft.com/office/drawing/2014/main" id="{F3932BCA-D430-FC40-B54E-015140A71EFE}"/>
                  </a:ext>
                </a:extLst>
              </p:cNvPr>
              <p:cNvSpPr txBox="1">
                <a:spLocks noChangeArrowheads="1"/>
              </p:cNvSpPr>
              <p:nvPr/>
            </p:nvSpPr>
            <p:spPr bwMode="auto">
              <a:xfrm>
                <a:off x="3901810" y="2127167"/>
                <a:ext cx="1159411" cy="296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CA</a:t>
                </a:r>
              </a:p>
            </p:txBody>
          </p:sp>
        </p:grpSp>
        <p:grpSp>
          <p:nvGrpSpPr>
            <p:cNvPr id="1112" name="Group 16">
              <a:extLst>
                <a:ext uri="{FF2B5EF4-FFF2-40B4-BE49-F238E27FC236}">
                  <a16:creationId xmlns:a16="http://schemas.microsoft.com/office/drawing/2014/main" id="{C3F9499B-4024-2B4E-8994-25AA993B23C7}"/>
                </a:ext>
              </a:extLst>
            </p:cNvPr>
            <p:cNvGrpSpPr>
              <a:grpSpLocks/>
            </p:cNvGrpSpPr>
            <p:nvPr/>
          </p:nvGrpSpPr>
          <p:grpSpPr bwMode="auto">
            <a:xfrm>
              <a:off x="5338708" y="4714256"/>
              <a:ext cx="463612" cy="285749"/>
              <a:chOff x="3558850" y="4573304"/>
              <a:chExt cx="463568" cy="285869"/>
            </a:xfrm>
          </p:grpSpPr>
          <p:grpSp>
            <p:nvGrpSpPr>
              <p:cNvPr id="1128" name="Group 12">
                <a:extLst>
                  <a:ext uri="{FF2B5EF4-FFF2-40B4-BE49-F238E27FC236}">
                    <a16:creationId xmlns:a16="http://schemas.microsoft.com/office/drawing/2014/main" id="{643660C7-BD5F-8243-BB52-5E41566520BE}"/>
                  </a:ext>
                </a:extLst>
              </p:cNvPr>
              <p:cNvGrpSpPr>
                <a:grpSpLocks/>
              </p:cNvGrpSpPr>
              <p:nvPr/>
            </p:nvGrpSpPr>
            <p:grpSpPr bwMode="auto">
              <a:xfrm>
                <a:off x="3558850" y="4577634"/>
                <a:ext cx="463568" cy="262710"/>
                <a:chOff x="3558850" y="4577634"/>
                <a:chExt cx="463568" cy="262710"/>
              </a:xfrm>
            </p:grpSpPr>
            <p:sp>
              <p:nvSpPr>
                <p:cNvPr id="1130" name="Oval 1129">
                  <a:extLst>
                    <a:ext uri="{FF2B5EF4-FFF2-40B4-BE49-F238E27FC236}">
                      <a16:creationId xmlns:a16="http://schemas.microsoft.com/office/drawing/2014/main" id="{EB6F94A5-07EA-824D-BCE4-E412F1D275A9}"/>
                    </a:ext>
                  </a:extLst>
                </p:cNvPr>
                <p:cNvSpPr/>
                <p:nvPr/>
              </p:nvSpPr>
              <p:spPr bwMode="auto">
                <a:xfrm>
                  <a:off x="3573046" y="4578067"/>
                  <a:ext cx="439696" cy="260459"/>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31" name="Oval 1130">
                  <a:extLst>
                    <a:ext uri="{FF2B5EF4-FFF2-40B4-BE49-F238E27FC236}">
                      <a16:creationId xmlns:a16="http://schemas.microsoft.com/office/drawing/2014/main" id="{3AFA8449-4699-DE4E-AD4F-2F50FF91F472}"/>
                    </a:ext>
                  </a:extLst>
                </p:cNvPr>
                <p:cNvSpPr/>
                <p:nvPr/>
              </p:nvSpPr>
              <p:spPr bwMode="auto">
                <a:xfrm>
                  <a:off x="3558760" y="4587596"/>
                  <a:ext cx="463506" cy="252519"/>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sp>
            <p:nvSpPr>
              <p:cNvPr id="1129" name="TextBox 389">
                <a:extLst>
                  <a:ext uri="{FF2B5EF4-FFF2-40B4-BE49-F238E27FC236}">
                    <a16:creationId xmlns:a16="http://schemas.microsoft.com/office/drawing/2014/main" id="{64D840F2-5A70-9E44-A243-269898185070}"/>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CA</a:t>
                </a:r>
                <a:endPar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endParaRPr>
              </a:p>
            </p:txBody>
          </p:sp>
        </p:grpSp>
        <p:grpSp>
          <p:nvGrpSpPr>
            <p:cNvPr id="1113" name="Group 450">
              <a:extLst>
                <a:ext uri="{FF2B5EF4-FFF2-40B4-BE49-F238E27FC236}">
                  <a16:creationId xmlns:a16="http://schemas.microsoft.com/office/drawing/2014/main" id="{AADDBF22-BF75-E042-B015-F1D30A1937CF}"/>
                </a:ext>
              </a:extLst>
            </p:cNvPr>
            <p:cNvGrpSpPr>
              <a:grpSpLocks/>
            </p:cNvGrpSpPr>
            <p:nvPr/>
          </p:nvGrpSpPr>
          <p:grpSpPr bwMode="auto">
            <a:xfrm>
              <a:off x="6118930" y="4712138"/>
              <a:ext cx="463612" cy="285749"/>
              <a:chOff x="3558850" y="4573304"/>
              <a:chExt cx="463568" cy="285869"/>
            </a:xfrm>
          </p:grpSpPr>
          <p:grpSp>
            <p:nvGrpSpPr>
              <p:cNvPr id="1124" name="Group 451">
                <a:extLst>
                  <a:ext uri="{FF2B5EF4-FFF2-40B4-BE49-F238E27FC236}">
                    <a16:creationId xmlns:a16="http://schemas.microsoft.com/office/drawing/2014/main" id="{BD64AF44-6F7F-1747-8E26-3E6D0EDDA010}"/>
                  </a:ext>
                </a:extLst>
              </p:cNvPr>
              <p:cNvGrpSpPr>
                <a:grpSpLocks/>
              </p:cNvGrpSpPr>
              <p:nvPr/>
            </p:nvGrpSpPr>
            <p:grpSpPr bwMode="auto">
              <a:xfrm>
                <a:off x="3558850" y="4577634"/>
                <a:ext cx="463568" cy="262710"/>
                <a:chOff x="3558850" y="4577634"/>
                <a:chExt cx="463568" cy="262710"/>
              </a:xfrm>
            </p:grpSpPr>
            <p:sp>
              <p:nvSpPr>
                <p:cNvPr id="1126" name="Oval 1125">
                  <a:extLst>
                    <a:ext uri="{FF2B5EF4-FFF2-40B4-BE49-F238E27FC236}">
                      <a16:creationId xmlns:a16="http://schemas.microsoft.com/office/drawing/2014/main" id="{B13E6B0A-9B22-874D-A5BB-CAB7052B0E58}"/>
                    </a:ext>
                  </a:extLst>
                </p:cNvPr>
                <p:cNvSpPr/>
                <p:nvPr/>
              </p:nvSpPr>
              <p:spPr bwMode="auto">
                <a:xfrm>
                  <a:off x="3573874" y="4581775"/>
                  <a:ext cx="439696" cy="257283"/>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27" name="Oval 1126">
                  <a:extLst>
                    <a:ext uri="{FF2B5EF4-FFF2-40B4-BE49-F238E27FC236}">
                      <a16:creationId xmlns:a16="http://schemas.microsoft.com/office/drawing/2014/main" id="{88C69275-D6D4-D64E-9433-86A12EE44DC2}"/>
                    </a:ext>
                  </a:extLst>
                </p:cNvPr>
                <p:cNvSpPr/>
                <p:nvPr/>
              </p:nvSpPr>
              <p:spPr bwMode="auto">
                <a:xfrm>
                  <a:off x="3559588" y="4591304"/>
                  <a:ext cx="463506" cy="249341"/>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sp>
            <p:nvSpPr>
              <p:cNvPr id="1125" name="TextBox 389">
                <a:extLst>
                  <a:ext uri="{FF2B5EF4-FFF2-40B4-BE49-F238E27FC236}">
                    <a16:creationId xmlns:a16="http://schemas.microsoft.com/office/drawing/2014/main" id="{137E9DC6-E808-9244-BE10-49D98EA5A17A}"/>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CA</a:t>
                </a:r>
                <a:endPar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endParaRPr>
              </a:p>
            </p:txBody>
          </p:sp>
        </p:grpSp>
        <p:grpSp>
          <p:nvGrpSpPr>
            <p:cNvPr id="1114" name="Group 455">
              <a:extLst>
                <a:ext uri="{FF2B5EF4-FFF2-40B4-BE49-F238E27FC236}">
                  <a16:creationId xmlns:a16="http://schemas.microsoft.com/office/drawing/2014/main" id="{F9EC1EDD-92AD-2245-AE89-053A0D1F0A45}"/>
                </a:ext>
              </a:extLst>
            </p:cNvPr>
            <p:cNvGrpSpPr>
              <a:grpSpLocks/>
            </p:cNvGrpSpPr>
            <p:nvPr/>
          </p:nvGrpSpPr>
          <p:grpSpPr bwMode="auto">
            <a:xfrm>
              <a:off x="7319300" y="4710021"/>
              <a:ext cx="463612" cy="285749"/>
              <a:chOff x="3558850" y="4573304"/>
              <a:chExt cx="463568" cy="285869"/>
            </a:xfrm>
          </p:grpSpPr>
          <p:grpSp>
            <p:nvGrpSpPr>
              <p:cNvPr id="1120" name="Group 456">
                <a:extLst>
                  <a:ext uri="{FF2B5EF4-FFF2-40B4-BE49-F238E27FC236}">
                    <a16:creationId xmlns:a16="http://schemas.microsoft.com/office/drawing/2014/main" id="{CB1EA6B7-79F6-7C4E-B31B-F6338BD15A28}"/>
                  </a:ext>
                </a:extLst>
              </p:cNvPr>
              <p:cNvGrpSpPr>
                <a:grpSpLocks/>
              </p:cNvGrpSpPr>
              <p:nvPr/>
            </p:nvGrpSpPr>
            <p:grpSpPr bwMode="auto">
              <a:xfrm>
                <a:off x="3558850" y="4577634"/>
                <a:ext cx="463568" cy="262710"/>
                <a:chOff x="3558850" y="4577634"/>
                <a:chExt cx="463568" cy="262710"/>
              </a:xfrm>
            </p:grpSpPr>
            <p:sp>
              <p:nvSpPr>
                <p:cNvPr id="1122" name="Oval 1121">
                  <a:extLst>
                    <a:ext uri="{FF2B5EF4-FFF2-40B4-BE49-F238E27FC236}">
                      <a16:creationId xmlns:a16="http://schemas.microsoft.com/office/drawing/2014/main" id="{9BF9A7D0-3676-5B44-9F92-551F82BA815A}"/>
                    </a:ext>
                  </a:extLst>
                </p:cNvPr>
                <p:cNvSpPr/>
                <p:nvPr/>
              </p:nvSpPr>
              <p:spPr bwMode="auto">
                <a:xfrm>
                  <a:off x="3573654" y="4577540"/>
                  <a:ext cx="439696" cy="260459"/>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23" name="Oval 1122">
                  <a:extLst>
                    <a:ext uri="{FF2B5EF4-FFF2-40B4-BE49-F238E27FC236}">
                      <a16:creationId xmlns:a16="http://schemas.microsoft.com/office/drawing/2014/main" id="{F3145DFC-AFCD-7043-8580-05CA0BB4CB0F}"/>
                    </a:ext>
                  </a:extLst>
                </p:cNvPr>
                <p:cNvSpPr/>
                <p:nvPr/>
              </p:nvSpPr>
              <p:spPr bwMode="auto">
                <a:xfrm>
                  <a:off x="3559368" y="4587069"/>
                  <a:ext cx="463506" cy="252518"/>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sp>
            <p:nvSpPr>
              <p:cNvPr id="1121" name="TextBox 389">
                <a:extLst>
                  <a:ext uri="{FF2B5EF4-FFF2-40B4-BE49-F238E27FC236}">
                    <a16:creationId xmlns:a16="http://schemas.microsoft.com/office/drawing/2014/main" id="{F248CEB0-87E6-A44A-A50F-5C3EC5372B52}"/>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CA</a:t>
                </a:r>
                <a:endPar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endParaRPr>
              </a:p>
            </p:txBody>
          </p:sp>
        </p:grpSp>
        <p:grpSp>
          <p:nvGrpSpPr>
            <p:cNvPr id="1115" name="Group 460">
              <a:extLst>
                <a:ext uri="{FF2B5EF4-FFF2-40B4-BE49-F238E27FC236}">
                  <a16:creationId xmlns:a16="http://schemas.microsoft.com/office/drawing/2014/main" id="{4F7BA808-3479-484C-BAF0-5CC1FD0331EB}"/>
                </a:ext>
              </a:extLst>
            </p:cNvPr>
            <p:cNvGrpSpPr>
              <a:grpSpLocks/>
            </p:cNvGrpSpPr>
            <p:nvPr/>
          </p:nvGrpSpPr>
          <p:grpSpPr bwMode="auto">
            <a:xfrm>
              <a:off x="8307181" y="4707904"/>
              <a:ext cx="463612" cy="285749"/>
              <a:chOff x="3558850" y="4573304"/>
              <a:chExt cx="463568" cy="285869"/>
            </a:xfrm>
          </p:grpSpPr>
          <p:grpSp>
            <p:nvGrpSpPr>
              <p:cNvPr id="1116" name="Group 461">
                <a:extLst>
                  <a:ext uri="{FF2B5EF4-FFF2-40B4-BE49-F238E27FC236}">
                    <a16:creationId xmlns:a16="http://schemas.microsoft.com/office/drawing/2014/main" id="{933FA7BC-47D5-ED48-85E7-B486D7CBCA91}"/>
                  </a:ext>
                </a:extLst>
              </p:cNvPr>
              <p:cNvGrpSpPr>
                <a:grpSpLocks/>
              </p:cNvGrpSpPr>
              <p:nvPr/>
            </p:nvGrpSpPr>
            <p:grpSpPr bwMode="auto">
              <a:xfrm>
                <a:off x="3558850" y="4577634"/>
                <a:ext cx="463568" cy="262710"/>
                <a:chOff x="3558850" y="4577634"/>
                <a:chExt cx="463568" cy="262710"/>
              </a:xfrm>
            </p:grpSpPr>
            <p:sp>
              <p:nvSpPr>
                <p:cNvPr id="1118" name="Oval 1117">
                  <a:extLst>
                    <a:ext uri="{FF2B5EF4-FFF2-40B4-BE49-F238E27FC236}">
                      <a16:creationId xmlns:a16="http://schemas.microsoft.com/office/drawing/2014/main" id="{BFFF1AA5-D313-234B-BDA6-40E287FD081F}"/>
                    </a:ext>
                  </a:extLst>
                </p:cNvPr>
                <p:cNvSpPr/>
                <p:nvPr/>
              </p:nvSpPr>
              <p:spPr bwMode="auto">
                <a:xfrm>
                  <a:off x="3573198" y="4578069"/>
                  <a:ext cx="439696" cy="260459"/>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19" name="Oval 1118">
                  <a:extLst>
                    <a:ext uri="{FF2B5EF4-FFF2-40B4-BE49-F238E27FC236}">
                      <a16:creationId xmlns:a16="http://schemas.microsoft.com/office/drawing/2014/main" id="{08D261B5-FBF3-B541-B8CA-B63F648BEF5C}"/>
                    </a:ext>
                  </a:extLst>
                </p:cNvPr>
                <p:cNvSpPr/>
                <p:nvPr/>
              </p:nvSpPr>
              <p:spPr bwMode="auto">
                <a:xfrm>
                  <a:off x="3558912" y="4587598"/>
                  <a:ext cx="463506" cy="252519"/>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sp>
            <p:nvSpPr>
              <p:cNvPr id="1117" name="TextBox 389">
                <a:extLst>
                  <a:ext uri="{FF2B5EF4-FFF2-40B4-BE49-F238E27FC236}">
                    <a16:creationId xmlns:a16="http://schemas.microsoft.com/office/drawing/2014/main" id="{8386C9B3-5C0B-0443-98EF-8CDB1312E97F}"/>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CA</a:t>
                </a:r>
                <a:endPar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139" name="Group 1">
            <a:extLst>
              <a:ext uri="{FF2B5EF4-FFF2-40B4-BE49-F238E27FC236}">
                <a16:creationId xmlns:a16="http://schemas.microsoft.com/office/drawing/2014/main" id="{A228ACC2-6157-BF41-88C3-0A086417268A}"/>
              </a:ext>
            </a:extLst>
          </p:cNvPr>
          <p:cNvGrpSpPr>
            <a:grpSpLocks/>
          </p:cNvGrpSpPr>
          <p:nvPr/>
        </p:nvGrpSpPr>
        <p:grpSpPr bwMode="auto">
          <a:xfrm>
            <a:off x="2687493" y="5474667"/>
            <a:ext cx="2698750" cy="903288"/>
            <a:chOff x="938213" y="5237163"/>
            <a:chExt cx="2698750" cy="903287"/>
          </a:xfrm>
        </p:grpSpPr>
        <p:cxnSp>
          <p:nvCxnSpPr>
            <p:cNvPr id="1140" name="Straight Connector 1139">
              <a:extLst>
                <a:ext uri="{FF2B5EF4-FFF2-40B4-BE49-F238E27FC236}">
                  <a16:creationId xmlns:a16="http://schemas.microsoft.com/office/drawing/2014/main" id="{CB924182-B4D8-0F43-97E1-646C4E72A083}"/>
                </a:ext>
              </a:extLst>
            </p:cNvPr>
            <p:cNvCxnSpPr/>
            <p:nvPr/>
          </p:nvCxnSpPr>
          <p:spPr>
            <a:xfrm flipH="1">
              <a:off x="1282700" y="5802312"/>
              <a:ext cx="1508125" cy="1588"/>
            </a:xfrm>
            <a:prstGeom prst="line">
              <a:avLst/>
            </a:prstGeom>
            <a:noFill/>
            <a:ln w="9525" cap="flat" cmpd="sng" algn="ctr">
              <a:solidFill>
                <a:srgbClr val="000000"/>
              </a:solidFill>
              <a:prstDash val="solid"/>
            </a:ln>
            <a:effectLst/>
          </p:spPr>
        </p:cxnSp>
        <p:sp>
          <p:nvSpPr>
            <p:cNvPr id="1141" name="TextBox 265">
              <a:extLst>
                <a:ext uri="{FF2B5EF4-FFF2-40B4-BE49-F238E27FC236}">
                  <a16:creationId xmlns:a16="http://schemas.microsoft.com/office/drawing/2014/main" id="{CFD0B0F1-D70C-5245-B37A-C9A4ABCBEF39}"/>
                </a:ext>
              </a:extLst>
            </p:cNvPr>
            <p:cNvSpPr txBox="1">
              <a:spLocks noChangeArrowheads="1"/>
            </p:cNvSpPr>
            <p:nvPr/>
          </p:nvSpPr>
          <p:spPr bwMode="auto">
            <a:xfrm>
              <a:off x="3198813" y="5473700"/>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p>
          </p:txBody>
        </p:sp>
        <p:sp>
          <p:nvSpPr>
            <p:cNvPr id="1142" name="TextBox 281">
              <a:extLst>
                <a:ext uri="{FF2B5EF4-FFF2-40B4-BE49-F238E27FC236}">
                  <a16:creationId xmlns:a16="http://schemas.microsoft.com/office/drawing/2014/main" id="{6C507E5B-C87D-FA46-A331-4ABAB6B8A245}"/>
                </a:ext>
              </a:extLst>
            </p:cNvPr>
            <p:cNvSpPr txBox="1">
              <a:spLocks noChangeArrowheads="1"/>
            </p:cNvSpPr>
            <p:nvPr/>
          </p:nvSpPr>
          <p:spPr bwMode="auto">
            <a:xfrm>
              <a:off x="3373438" y="5761038"/>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a:t>
              </a:r>
            </a:p>
          </p:txBody>
        </p:sp>
        <p:grpSp>
          <p:nvGrpSpPr>
            <p:cNvPr id="1143" name="Group 5">
              <a:extLst>
                <a:ext uri="{FF2B5EF4-FFF2-40B4-BE49-F238E27FC236}">
                  <a16:creationId xmlns:a16="http://schemas.microsoft.com/office/drawing/2014/main" id="{1A707F03-E0B2-FF48-9597-B751067AD9A3}"/>
                </a:ext>
              </a:extLst>
            </p:cNvPr>
            <p:cNvGrpSpPr>
              <a:grpSpLocks/>
            </p:cNvGrpSpPr>
            <p:nvPr/>
          </p:nvGrpSpPr>
          <p:grpSpPr bwMode="auto">
            <a:xfrm>
              <a:off x="938213" y="5237163"/>
              <a:ext cx="1616075" cy="487362"/>
              <a:chOff x="-4079003" y="2717403"/>
              <a:chExt cx="1616718" cy="488475"/>
            </a:xfrm>
          </p:grpSpPr>
          <p:sp>
            <p:nvSpPr>
              <p:cNvPr id="1157" name="Rectangle 98">
                <a:extLst>
                  <a:ext uri="{FF2B5EF4-FFF2-40B4-BE49-F238E27FC236}">
                    <a16:creationId xmlns:a16="http://schemas.microsoft.com/office/drawing/2014/main" id="{CA6EA6FC-3469-1A42-8A1A-7ABEC47FF2BC}"/>
                  </a:ext>
                </a:extLst>
              </p:cNvPr>
              <p:cNvSpPr>
                <a:spLocks noChangeArrowheads="1"/>
              </p:cNvSpPr>
              <p:nvPr/>
            </p:nvSpPr>
            <p:spPr bwMode="auto">
              <a:xfrm>
                <a:off x="-4079003" y="2985994"/>
                <a:ext cx="1281675" cy="208750"/>
              </a:xfrm>
              <a:prstGeom prst="rect">
                <a:avLst/>
              </a:prstGeom>
              <a:solidFill>
                <a:srgbClr val="3333CC"/>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8" name="Line 99">
                <a:extLst>
                  <a:ext uri="{FF2B5EF4-FFF2-40B4-BE49-F238E27FC236}">
                    <a16:creationId xmlns:a16="http://schemas.microsoft.com/office/drawing/2014/main" id="{8B52FDA0-6129-4D4D-AB34-6E31B5746EA7}"/>
                  </a:ext>
                </a:extLst>
              </p:cNvPr>
              <p:cNvSpPr>
                <a:spLocks noChangeShapeType="1"/>
              </p:cNvSpPr>
              <p:nvPr/>
            </p:nvSpPr>
            <p:spPr bwMode="auto">
              <a:xfrm>
                <a:off x="-2933828" y="3101502"/>
                <a:ext cx="471543"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9" name="Rectangle 104">
                <a:extLst>
                  <a:ext uri="{FF2B5EF4-FFF2-40B4-BE49-F238E27FC236}">
                    <a16:creationId xmlns:a16="http://schemas.microsoft.com/office/drawing/2014/main" id="{EF6D77F4-B510-3541-9758-82FBBD823972}"/>
                  </a:ext>
                </a:extLst>
              </p:cNvPr>
              <p:cNvSpPr>
                <a:spLocks noChangeArrowheads="1"/>
              </p:cNvSpPr>
              <p:nvPr/>
            </p:nvSpPr>
            <p:spPr bwMode="auto">
              <a:xfrm>
                <a:off x="-3377007" y="2988777"/>
                <a:ext cx="476861" cy="210142"/>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60" name="Text Box 105">
                <a:extLst>
                  <a:ext uri="{FF2B5EF4-FFF2-40B4-BE49-F238E27FC236}">
                    <a16:creationId xmlns:a16="http://schemas.microsoft.com/office/drawing/2014/main" id="{2AE0900E-8A8F-4A4D-BB87-414DFE5E1CA9}"/>
                  </a:ext>
                </a:extLst>
              </p:cNvPr>
              <p:cNvSpPr txBox="1">
                <a:spLocks noChangeArrowheads="1"/>
              </p:cNvSpPr>
              <p:nvPr/>
            </p:nvSpPr>
            <p:spPr bwMode="auto">
              <a:xfrm>
                <a:off x="-3430189" y="2965119"/>
                <a:ext cx="581451" cy="24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0111</a:t>
                </a:r>
              </a:p>
            </p:txBody>
          </p:sp>
          <p:sp>
            <p:nvSpPr>
              <p:cNvPr id="1161" name="Line 119">
                <a:extLst>
                  <a:ext uri="{FF2B5EF4-FFF2-40B4-BE49-F238E27FC236}">
                    <a16:creationId xmlns:a16="http://schemas.microsoft.com/office/drawing/2014/main" id="{5B21AE9C-8AC8-434E-B3D3-DDFB36C485E3}"/>
                  </a:ext>
                </a:extLst>
              </p:cNvPr>
              <p:cNvSpPr>
                <a:spLocks noChangeShapeType="1"/>
              </p:cNvSpPr>
              <p:nvPr/>
            </p:nvSpPr>
            <p:spPr bwMode="auto">
              <a:xfrm>
                <a:off x="-3621642" y="2717403"/>
                <a:ext cx="405953" cy="30060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144" name="Freeform 120">
              <a:extLst>
                <a:ext uri="{FF2B5EF4-FFF2-40B4-BE49-F238E27FC236}">
                  <a16:creationId xmlns:a16="http://schemas.microsoft.com/office/drawing/2014/main" id="{7959F5AF-96CF-CD42-95A7-B320D466FA0B}"/>
                </a:ext>
              </a:extLst>
            </p:cNvPr>
            <p:cNvSpPr>
              <a:spLocks/>
            </p:cNvSpPr>
            <p:nvPr/>
          </p:nvSpPr>
          <p:spPr bwMode="auto">
            <a:xfrm>
              <a:off x="2493963" y="5668963"/>
              <a:ext cx="982662" cy="233362"/>
            </a:xfrm>
            <a:custGeom>
              <a:avLst/>
              <a:gdLst>
                <a:gd name="T0" fmla="*/ 0 w 554"/>
                <a:gd name="T1" fmla="*/ 2147483647 h 167"/>
                <a:gd name="T2" fmla="*/ 2147483647 w 554"/>
                <a:gd name="T3" fmla="*/ 2147483647 h 167"/>
                <a:gd name="T4" fmla="*/ 2147483647 w 554"/>
                <a:gd name="T5" fmla="*/ 214748364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145" name="Group 357">
              <a:extLst>
                <a:ext uri="{FF2B5EF4-FFF2-40B4-BE49-F238E27FC236}">
                  <a16:creationId xmlns:a16="http://schemas.microsoft.com/office/drawing/2014/main" id="{4D59E87F-CE51-5F46-B516-9F402F558557}"/>
                </a:ext>
              </a:extLst>
            </p:cNvPr>
            <p:cNvGrpSpPr>
              <a:grpSpLocks/>
            </p:cNvGrpSpPr>
            <p:nvPr/>
          </p:nvGrpSpPr>
          <p:grpSpPr bwMode="auto">
            <a:xfrm>
              <a:off x="2714625" y="5659438"/>
              <a:ext cx="565150" cy="293687"/>
              <a:chOff x="1871277" y="1576300"/>
              <a:chExt cx="1128371" cy="437861"/>
            </a:xfrm>
          </p:grpSpPr>
          <p:sp>
            <p:nvSpPr>
              <p:cNvPr id="1147" name="Oval 1146">
                <a:extLst>
                  <a:ext uri="{FF2B5EF4-FFF2-40B4-BE49-F238E27FC236}">
                    <a16:creationId xmlns:a16="http://schemas.microsoft.com/office/drawing/2014/main" id="{47BEE802-D705-FB42-955E-D825A1B513F5}"/>
                  </a:ext>
                </a:extLst>
              </p:cNvPr>
              <p:cNvSpPr>
                <a:spLocks noChangeArrowheads="1"/>
              </p:cNvSpPr>
              <p:nvPr/>
            </p:nvSpPr>
            <p:spPr bwMode="auto">
              <a:xfrm flipV="1">
                <a:off x="1874448" y="1694641"/>
                <a:ext cx="1125200" cy="319521"/>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48" name="Rectangle 1147">
                <a:extLst>
                  <a:ext uri="{FF2B5EF4-FFF2-40B4-BE49-F238E27FC236}">
                    <a16:creationId xmlns:a16="http://schemas.microsoft.com/office/drawing/2014/main" id="{A0A9F0A0-D85B-BC44-809E-0D44746B1886}"/>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49" name="Oval 1148">
                <a:extLst>
                  <a:ext uri="{FF2B5EF4-FFF2-40B4-BE49-F238E27FC236}">
                    <a16:creationId xmlns:a16="http://schemas.microsoft.com/office/drawing/2014/main" id="{E6E2E4DB-C182-5947-9544-5CA42AF8D004}"/>
                  </a:ext>
                </a:extLst>
              </p:cNvPr>
              <p:cNvSpPr>
                <a:spLocks noChangeArrowheads="1"/>
              </p:cNvSpPr>
              <p:nvPr/>
            </p:nvSpPr>
            <p:spPr bwMode="auto">
              <a:xfrm flipV="1">
                <a:off x="1871277" y="1576300"/>
                <a:ext cx="1125202" cy="319521"/>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50" name="Freeform 1149">
                <a:extLst>
                  <a:ext uri="{FF2B5EF4-FFF2-40B4-BE49-F238E27FC236}">
                    <a16:creationId xmlns:a16="http://schemas.microsoft.com/office/drawing/2014/main" id="{826516FA-D90F-FF4F-86C3-EABFADEC3BBB}"/>
                  </a:ext>
                </a:extLst>
              </p:cNvPr>
              <p:cNvSpPr/>
              <p:nvPr/>
            </p:nvSpPr>
            <p:spPr bwMode="auto">
              <a:xfrm>
                <a:off x="2159710" y="1673340"/>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51" name="Freeform 1150">
                <a:extLst>
                  <a:ext uri="{FF2B5EF4-FFF2-40B4-BE49-F238E27FC236}">
                    <a16:creationId xmlns:a16="http://schemas.microsoft.com/office/drawing/2014/main" id="{8B23C2D3-E371-5547-9057-B35E626ABDC4}"/>
                  </a:ext>
                </a:extLst>
              </p:cNvPr>
              <p:cNvSpPr>
                <a:spLocks/>
              </p:cNvSpPr>
              <p:nvPr/>
            </p:nvSpPr>
            <p:spPr bwMode="auto">
              <a:xfrm>
                <a:off x="2102657" y="1633104"/>
                <a:ext cx="662442" cy="111241"/>
              </a:xfrm>
              <a:custGeom>
                <a:avLst/>
                <a:gdLst>
                  <a:gd name="T0" fmla="*/ 0 w 3723451"/>
                  <a:gd name="T1" fmla="*/ 27215 h 932950"/>
                  <a:gd name="T2" fmla="*/ 116561 w 3723451"/>
                  <a:gd name="T3" fmla="*/ 321 h 932950"/>
                  <a:gd name="T4" fmla="*/ 330163 w 3723451"/>
                  <a:gd name="T5" fmla="*/ 62070 h 932950"/>
                  <a:gd name="T6" fmla="*/ 533941 w 3723451"/>
                  <a:gd name="T7" fmla="*/ 0 h 932950"/>
                  <a:gd name="T8" fmla="*/ 662442 w 3723451"/>
                  <a:gd name="T9" fmla="*/ 24700 h 932950"/>
                  <a:gd name="T10" fmla="*/ 566838 w 3723451"/>
                  <a:gd name="T11" fmla="*/ 55072 h 932950"/>
                  <a:gd name="T12" fmla="*/ 536057 w 3723451"/>
                  <a:gd name="T13" fmla="*/ 46883 h 932950"/>
                  <a:gd name="T14" fmla="*/ 333916 w 3723451"/>
                  <a:gd name="T15" fmla="*/ 111241 h 932950"/>
                  <a:gd name="T16" fmla="*/ 126604 w 3723451"/>
                  <a:gd name="T17" fmla="*/ 49251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2" name="Freeform 1151">
                <a:extLst>
                  <a:ext uri="{FF2B5EF4-FFF2-40B4-BE49-F238E27FC236}">
                    <a16:creationId xmlns:a16="http://schemas.microsoft.com/office/drawing/2014/main" id="{2DEA8715-4603-7449-BB4D-351CFEF75CDD}"/>
                  </a:ext>
                </a:extLst>
              </p:cNvPr>
              <p:cNvSpPr>
                <a:spLocks/>
              </p:cNvSpPr>
              <p:nvPr/>
            </p:nvSpPr>
            <p:spPr bwMode="auto">
              <a:xfrm>
                <a:off x="2536889" y="1727776"/>
                <a:ext cx="244059" cy="97040"/>
              </a:xfrm>
              <a:custGeom>
                <a:avLst/>
                <a:gdLst>
                  <a:gd name="T0" fmla="*/ 0 w 1366596"/>
                  <a:gd name="T1" fmla="*/ 0 h 809868"/>
                  <a:gd name="T2" fmla="*/ 244059 w 1366596"/>
                  <a:gd name="T3" fmla="*/ 74985 h 809868"/>
                  <a:gd name="T4" fmla="*/ 154488 w 1366596"/>
                  <a:gd name="T5" fmla="*/ 97040 h 809868"/>
                  <a:gd name="T6" fmla="*/ 822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3" name="Freeform 1152">
                <a:extLst>
                  <a:ext uri="{FF2B5EF4-FFF2-40B4-BE49-F238E27FC236}">
                    <a16:creationId xmlns:a16="http://schemas.microsoft.com/office/drawing/2014/main" id="{72F5390F-6421-6840-94BC-D15B70623EF8}"/>
                  </a:ext>
                </a:extLst>
              </p:cNvPr>
              <p:cNvSpPr>
                <a:spLocks/>
              </p:cNvSpPr>
              <p:nvPr/>
            </p:nvSpPr>
            <p:spPr bwMode="auto">
              <a:xfrm>
                <a:off x="2089979" y="1730144"/>
                <a:ext cx="240888" cy="97039"/>
              </a:xfrm>
              <a:custGeom>
                <a:avLst/>
                <a:gdLst>
                  <a:gd name="T0" fmla="*/ 237599 w 1348191"/>
                  <a:gd name="T1" fmla="*/ 0 h 791462"/>
                  <a:gd name="T2" fmla="*/ 240888 w 1348191"/>
                  <a:gd name="T3" fmla="*/ 46827 h 791462"/>
                  <a:gd name="T4" fmla="*/ 87147 w 1348191"/>
                  <a:gd name="T5" fmla="*/ 97039 h 791462"/>
                  <a:gd name="T6" fmla="*/ 0 w 1348191"/>
                  <a:gd name="T7" fmla="*/ 75036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154" name="Straight Connector 1153">
                <a:extLst>
                  <a:ext uri="{FF2B5EF4-FFF2-40B4-BE49-F238E27FC236}">
                    <a16:creationId xmlns:a16="http://schemas.microsoft.com/office/drawing/2014/main" id="{34E68527-C12C-5248-A62C-D72D4BEC928A}"/>
                  </a:ext>
                </a:extLst>
              </p:cNvPr>
              <p:cNvCxnSpPr>
                <a:cxnSpLocks noChangeShapeType="1"/>
                <a:endCxn id="114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155" name="Straight Connector 1154">
                <a:extLst>
                  <a:ext uri="{FF2B5EF4-FFF2-40B4-BE49-F238E27FC236}">
                    <a16:creationId xmlns:a16="http://schemas.microsoft.com/office/drawing/2014/main" id="{475CE0A8-F910-FF45-A479-96A5E48ACF2E}"/>
                  </a:ext>
                </a:extLst>
              </p:cNvPr>
              <p:cNvCxnSpPr>
                <a:cxnSpLocks noChangeShapeType="1"/>
              </p:cNvCxnSpPr>
              <p:nvPr/>
            </p:nvCxnSpPr>
            <p:spPr bwMode="auto">
              <a:xfrm flipH="1" flipV="1">
                <a:off x="2996479" y="1734878"/>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1146" name="TextBox 282">
              <a:extLst>
                <a:ext uri="{FF2B5EF4-FFF2-40B4-BE49-F238E27FC236}">
                  <a16:creationId xmlns:a16="http://schemas.microsoft.com/office/drawing/2014/main" id="{4B460814-1FB2-5F46-A167-2E252688DDB5}"/>
                </a:ext>
              </a:extLst>
            </p:cNvPr>
            <p:cNvSpPr txBox="1">
              <a:spLocks noChangeArrowheads="1"/>
            </p:cNvSpPr>
            <p:nvPr/>
          </p:nvSpPr>
          <p:spPr bwMode="auto">
            <a:xfrm>
              <a:off x="3068638" y="5862638"/>
              <a:ext cx="26193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a:t>
              </a:r>
            </a:p>
          </p:txBody>
        </p:sp>
      </p:grpSp>
      <p:sp>
        <p:nvSpPr>
          <p:cNvPr id="1162" name="TextBox 6">
            <a:extLst>
              <a:ext uri="{FF2B5EF4-FFF2-40B4-BE49-F238E27FC236}">
                <a16:creationId xmlns:a16="http://schemas.microsoft.com/office/drawing/2014/main" id="{21D1826E-E3E7-E445-9FFB-A565D9A2AD31}"/>
              </a:ext>
            </a:extLst>
          </p:cNvPr>
          <p:cNvSpPr txBox="1">
            <a:spLocks noChangeArrowheads="1"/>
          </p:cNvSpPr>
          <p:nvPr/>
        </p:nvSpPr>
        <p:spPr bwMode="auto">
          <a:xfrm>
            <a:off x="1946130" y="4850780"/>
            <a:ext cx="19923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values in arriving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header</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163" name="Group 1162">
            <a:extLst>
              <a:ext uri="{FF2B5EF4-FFF2-40B4-BE49-F238E27FC236}">
                <a16:creationId xmlns:a16="http://schemas.microsoft.com/office/drawing/2014/main" id="{F8C15A5A-1645-0849-B8DE-390745B8EBA4}"/>
              </a:ext>
            </a:extLst>
          </p:cNvPr>
          <p:cNvGrpSpPr>
            <a:grpSpLocks/>
          </p:cNvGrpSpPr>
          <p:nvPr/>
        </p:nvGrpSpPr>
        <p:grpSpPr bwMode="auto">
          <a:xfrm>
            <a:off x="4390906" y="2898842"/>
            <a:ext cx="4051268" cy="2367063"/>
            <a:chOff x="-3855475" y="3644638"/>
            <a:chExt cx="4051268" cy="2367866"/>
          </a:xfrm>
        </p:grpSpPr>
        <p:cxnSp>
          <p:nvCxnSpPr>
            <p:cNvPr id="1164" name="Straight Arrow Connector 1163">
              <a:extLst>
                <a:ext uri="{FF2B5EF4-FFF2-40B4-BE49-F238E27FC236}">
                  <a16:creationId xmlns:a16="http://schemas.microsoft.com/office/drawing/2014/main" id="{D6CE7F18-1D47-9C49-BB85-76C5894DE532}"/>
                </a:ext>
              </a:extLst>
            </p:cNvPr>
            <p:cNvCxnSpPr>
              <a:cxnSpLocks/>
            </p:cNvCxnSpPr>
            <p:nvPr/>
          </p:nvCxnSpPr>
          <p:spPr bwMode="auto">
            <a:xfrm>
              <a:off x="-3855475" y="3664699"/>
              <a:ext cx="0" cy="2094800"/>
            </a:xfrm>
            <a:prstGeom prst="straightConnector1">
              <a:avLst/>
            </a:prstGeom>
            <a:noFill/>
            <a:ln w="12700" cap="flat" cmpd="sng" algn="ctr">
              <a:solidFill>
                <a:srgbClr val="CC0000"/>
              </a:solidFill>
              <a:prstDash val="solid"/>
              <a:tailEnd type="triangle"/>
            </a:ln>
            <a:effectLst/>
          </p:spPr>
        </p:cxnSp>
        <p:cxnSp>
          <p:nvCxnSpPr>
            <p:cNvPr id="1165" name="Straight Arrow Connector 1164">
              <a:extLst>
                <a:ext uri="{FF2B5EF4-FFF2-40B4-BE49-F238E27FC236}">
                  <a16:creationId xmlns:a16="http://schemas.microsoft.com/office/drawing/2014/main" id="{1C7BE6B4-EA67-FB4B-B50B-7E72D52ED7D1}"/>
                </a:ext>
              </a:extLst>
            </p:cNvPr>
            <p:cNvCxnSpPr>
              <a:cxnSpLocks noChangeShapeType="1"/>
            </p:cNvCxnSpPr>
            <p:nvPr/>
          </p:nvCxnSpPr>
          <p:spPr bwMode="auto">
            <a:xfrm>
              <a:off x="-2818087" y="3658010"/>
              <a:ext cx="0" cy="2354494"/>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1166" name="Straight Arrow Connector 1165">
              <a:extLst>
                <a:ext uri="{FF2B5EF4-FFF2-40B4-BE49-F238E27FC236}">
                  <a16:creationId xmlns:a16="http://schemas.microsoft.com/office/drawing/2014/main" id="{57774C27-8FF6-9F4F-A17E-D2F743FE22FC}"/>
                </a:ext>
              </a:extLst>
            </p:cNvPr>
            <p:cNvCxnSpPr>
              <a:cxnSpLocks noChangeShapeType="1"/>
            </p:cNvCxnSpPr>
            <p:nvPr/>
          </p:nvCxnSpPr>
          <p:spPr bwMode="auto">
            <a:xfrm>
              <a:off x="-2006679" y="3655204"/>
              <a:ext cx="31396" cy="2331351"/>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1167" name="Straight Arrow Connector 1166">
              <a:extLst>
                <a:ext uri="{FF2B5EF4-FFF2-40B4-BE49-F238E27FC236}">
                  <a16:creationId xmlns:a16="http://schemas.microsoft.com/office/drawing/2014/main" id="{1F481D65-016C-9E4F-A167-D6343A313652}"/>
                </a:ext>
              </a:extLst>
            </p:cNvPr>
            <p:cNvCxnSpPr>
              <a:cxnSpLocks noChangeShapeType="1"/>
            </p:cNvCxnSpPr>
            <p:nvPr/>
          </p:nvCxnSpPr>
          <p:spPr bwMode="auto">
            <a:xfrm>
              <a:off x="-817641" y="3644638"/>
              <a:ext cx="0" cy="2364624"/>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1168" name="Straight Arrow Connector 1167">
              <a:extLst>
                <a:ext uri="{FF2B5EF4-FFF2-40B4-BE49-F238E27FC236}">
                  <a16:creationId xmlns:a16="http://schemas.microsoft.com/office/drawing/2014/main" id="{8D76033E-EA4A-B441-99A6-CFC1521E6CB2}"/>
                </a:ext>
              </a:extLst>
            </p:cNvPr>
            <p:cNvCxnSpPr>
              <a:cxnSpLocks noChangeShapeType="1"/>
            </p:cNvCxnSpPr>
            <p:nvPr/>
          </p:nvCxnSpPr>
          <p:spPr bwMode="auto">
            <a:xfrm>
              <a:off x="195792" y="3690049"/>
              <a:ext cx="1" cy="2311566"/>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grpSp>
      <p:sp>
        <p:nvSpPr>
          <p:cNvPr id="354" name="Slide Number Placeholder 4">
            <a:extLst>
              <a:ext uri="{FF2B5EF4-FFF2-40B4-BE49-F238E27FC236}">
                <a16:creationId xmlns:a16="http://schemas.microsoft.com/office/drawing/2014/main" id="{EB6E2EBA-F897-A249-9C0A-5C6AC0D91124}"/>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a:t>
            </a:fld>
            <a:endParaRPr lang="en-US" dirty="0"/>
          </a:p>
        </p:txBody>
      </p:sp>
    </p:spTree>
    <p:extLst>
      <p:ext uri="{BB962C8B-B14F-4D97-AF65-F5344CB8AC3E}">
        <p14:creationId xmlns:p14="http://schemas.microsoft.com/office/powerpoint/2010/main" val="1625100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926"/>
                                        </p:tgtEl>
                                        <p:attrNameLst>
                                          <p:attrName>style.visibility</p:attrName>
                                        </p:attrNameLst>
                                      </p:cBhvr>
                                      <p:to>
                                        <p:strVal val="visible"/>
                                      </p:to>
                                    </p:set>
                                    <p:animEffect transition="in" filter="wipe(down)">
                                      <p:cBhvr>
                                        <p:cTn id="7" dur="500"/>
                                        <p:tgtEl>
                                          <p:spTgt spid="92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17"/>
                                        </p:tgtEl>
                                        <p:attrNameLst>
                                          <p:attrName>style.visibility</p:attrName>
                                        </p:attrNameLst>
                                      </p:cBhvr>
                                      <p:to>
                                        <p:strVal val="visible"/>
                                      </p:to>
                                    </p:set>
                                    <p:animEffect transition="in" filter="dissolve">
                                      <p:cBhvr>
                                        <p:cTn id="12" dur="500"/>
                                        <p:tgtEl>
                                          <p:spTgt spid="817"/>
                                        </p:tgtEl>
                                      </p:cBhvr>
                                    </p:animEffect>
                                  </p:childTnLst>
                                </p:cTn>
                              </p:par>
                              <p:par>
                                <p:cTn id="13" presetID="9" presetClass="entr" presetSubtype="0" fill="hold" nodeType="withEffect">
                                  <p:stCondLst>
                                    <p:cond delay="0"/>
                                  </p:stCondLst>
                                  <p:childTnLst>
                                    <p:set>
                                      <p:cBhvr>
                                        <p:cTn id="14" dur="1" fill="hold">
                                          <p:stCondLst>
                                            <p:cond delay="0"/>
                                          </p:stCondLst>
                                        </p:cTn>
                                        <p:tgtEl>
                                          <p:spTgt spid="1110"/>
                                        </p:tgtEl>
                                        <p:attrNameLst>
                                          <p:attrName>style.visibility</p:attrName>
                                        </p:attrNameLst>
                                      </p:cBhvr>
                                      <p:to>
                                        <p:strVal val="visible"/>
                                      </p:to>
                                    </p:set>
                                    <p:animEffect transition="in" filter="dissolve">
                                      <p:cBhvr>
                                        <p:cTn id="15" dur="500"/>
                                        <p:tgtEl>
                                          <p:spTgt spid="1110"/>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900"/>
                                        </p:tgtEl>
                                        <p:attrNameLst>
                                          <p:attrName>style.visibility</p:attrName>
                                        </p:attrNameLst>
                                      </p:cBhvr>
                                      <p:to>
                                        <p:strVal val="visible"/>
                                      </p:to>
                                    </p:set>
                                    <p:animEffect transition="in" filter="dissolve">
                                      <p:cBhvr>
                                        <p:cTn id="20" dur="500"/>
                                        <p:tgtEl>
                                          <p:spTgt spid="900"/>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1" fill="hold" nodeType="clickEffect">
                                  <p:stCondLst>
                                    <p:cond delay="0"/>
                                  </p:stCondLst>
                                  <p:childTnLst>
                                    <p:set>
                                      <p:cBhvr>
                                        <p:cTn id="24" dur="1" fill="hold">
                                          <p:stCondLst>
                                            <p:cond delay="0"/>
                                          </p:stCondLst>
                                        </p:cTn>
                                        <p:tgtEl>
                                          <p:spTgt spid="1163"/>
                                        </p:tgtEl>
                                        <p:attrNameLst>
                                          <p:attrName>style.visibility</p:attrName>
                                        </p:attrNameLst>
                                      </p:cBhvr>
                                      <p:to>
                                        <p:strVal val="visible"/>
                                      </p:to>
                                    </p:set>
                                    <p:animEffect transition="in" filter="wipe(up)">
                                      <p:cBhvr>
                                        <p:cTn id="25" dur="500"/>
                                        <p:tgtEl>
                                          <p:spTgt spid="1163"/>
                                        </p:tgtEl>
                                      </p:cBhvr>
                                    </p:animEffect>
                                  </p:childTnLst>
                                </p:cTn>
                              </p:par>
                              <p:par>
                                <p:cTn id="26" presetID="9" presetClass="entr" presetSubtype="0" fill="hold" nodeType="withEffect">
                                  <p:stCondLst>
                                    <p:cond delay="0"/>
                                  </p:stCondLst>
                                  <p:childTnLst>
                                    <p:set>
                                      <p:cBhvr>
                                        <p:cTn id="27" dur="1" fill="hold">
                                          <p:stCondLst>
                                            <p:cond delay="0"/>
                                          </p:stCondLst>
                                        </p:cTn>
                                        <p:tgtEl>
                                          <p:spTgt spid="1037"/>
                                        </p:tgtEl>
                                        <p:attrNameLst>
                                          <p:attrName>style.visibility</p:attrName>
                                        </p:attrNameLst>
                                      </p:cBhvr>
                                      <p:to>
                                        <p:strVal val="visible"/>
                                      </p:to>
                                    </p:set>
                                    <p:animEffect transition="in" filter="dissolve">
                                      <p:cBhvr>
                                        <p:cTn id="28" dur="500"/>
                                        <p:tgtEl>
                                          <p:spTgt spid="1037"/>
                                        </p:tgtEl>
                                      </p:cBhvr>
                                    </p:animEffect>
                                  </p:childTnLst>
                                </p:cTn>
                              </p:par>
                              <p:par>
                                <p:cTn id="29" presetID="9" presetClass="entr" presetSubtype="0" fill="hold" nodeType="withEffect">
                                  <p:stCondLst>
                                    <p:cond delay="0"/>
                                  </p:stCondLst>
                                  <p:childTnLst>
                                    <p:set>
                                      <p:cBhvr>
                                        <p:cTn id="30" dur="1" fill="hold">
                                          <p:stCondLst>
                                            <p:cond delay="0"/>
                                          </p:stCondLst>
                                        </p:cTn>
                                        <p:tgtEl>
                                          <p:spTgt spid="3"/>
                                        </p:tgtEl>
                                        <p:attrNameLst>
                                          <p:attrName>style.visibility</p:attrName>
                                        </p:attrNameLst>
                                      </p:cBhvr>
                                      <p:to>
                                        <p:strVal val="visible"/>
                                      </p:to>
                                    </p:set>
                                    <p:animEffect transition="in" filter="dissolve">
                                      <p:cBhvr>
                                        <p:cTn id="31" dur="500"/>
                                        <p:tgtEl>
                                          <p:spTgt spid="3"/>
                                        </p:tgtEl>
                                      </p:cBhvr>
                                    </p:animEffect>
                                  </p:childTnLst>
                                </p:cTn>
                              </p:par>
                            </p:childTnLst>
                          </p:cTn>
                        </p:par>
                        <p:par>
                          <p:cTn id="32" fill="hold">
                            <p:stCondLst>
                              <p:cond delay="500"/>
                            </p:stCondLst>
                            <p:childTnLst>
                              <p:par>
                                <p:cTn id="33" presetID="9" presetClass="entr" presetSubtype="0" fill="hold" nodeType="afterEffect">
                                  <p:stCondLst>
                                    <p:cond delay="500"/>
                                  </p:stCondLst>
                                  <p:childTnLst>
                                    <p:set>
                                      <p:cBhvr>
                                        <p:cTn id="34" dur="1" fill="hold">
                                          <p:stCondLst>
                                            <p:cond delay="0"/>
                                          </p:stCondLst>
                                        </p:cTn>
                                        <p:tgtEl>
                                          <p:spTgt spid="1043"/>
                                        </p:tgtEl>
                                        <p:attrNameLst>
                                          <p:attrName>style.visibility</p:attrName>
                                        </p:attrNameLst>
                                      </p:cBhvr>
                                      <p:to>
                                        <p:strVal val="visible"/>
                                      </p:to>
                                    </p:set>
                                    <p:animEffect transition="in" filter="dissolve">
                                      <p:cBhvr>
                                        <p:cTn id="35" dur="2000"/>
                                        <p:tgtEl>
                                          <p:spTgt spid="1043"/>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896"/>
                                        </p:tgtEl>
                                        <p:attrNameLst>
                                          <p:attrName>style.visibility</p:attrName>
                                        </p:attrNameLst>
                                      </p:cBhvr>
                                      <p:to>
                                        <p:strVal val="visible"/>
                                      </p:to>
                                    </p:set>
                                    <p:animEffect transition="in" filter="dissolve">
                                      <p:cBhvr>
                                        <p:cTn id="40" dur="500"/>
                                        <p:tgtEl>
                                          <p:spTgt spid="8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sz="4800" dirty="0"/>
              <a:t>Network service model</a:t>
            </a:r>
          </a:p>
        </p:txBody>
      </p:sp>
      <p:sp>
        <p:nvSpPr>
          <p:cNvPr id="3" name="Content Placeholder 2">
            <a:extLst>
              <a:ext uri="{FF2B5EF4-FFF2-40B4-BE49-F238E27FC236}">
                <a16:creationId xmlns:a16="http://schemas.microsoft.com/office/drawing/2014/main" id="{55464CE4-E4F1-4F4A-A1DB-26BB66DC4403}"/>
              </a:ext>
            </a:extLst>
          </p:cNvPr>
          <p:cNvSpPr>
            <a:spLocks noGrp="1"/>
          </p:cNvSpPr>
          <p:nvPr>
            <p:ph sz="half" idx="1"/>
          </p:nvPr>
        </p:nvSpPr>
        <p:spPr>
          <a:xfrm>
            <a:off x="1050233" y="2623931"/>
            <a:ext cx="4621697" cy="3208477"/>
          </a:xfrm>
        </p:spPr>
        <p:txBody>
          <a:bodyPr>
            <a:normAutofit/>
          </a:bodyPr>
          <a:lstStyle/>
          <a:p>
            <a:pPr>
              <a:buFont typeface="Wingdings" charset="0"/>
              <a:buNone/>
              <a:defRPr/>
            </a:pPr>
            <a:r>
              <a:rPr lang="en-US" sz="3200" dirty="0">
                <a:solidFill>
                  <a:srgbClr val="C00000"/>
                </a:solidFill>
              </a:rPr>
              <a:t>example services for </a:t>
            </a:r>
            <a:r>
              <a:rPr lang="en-US" sz="3200" i="1" dirty="0">
                <a:solidFill>
                  <a:srgbClr val="C00000"/>
                </a:solidFill>
              </a:rPr>
              <a:t>individual</a:t>
            </a:r>
            <a:r>
              <a:rPr lang="en-US" sz="3200" dirty="0">
                <a:solidFill>
                  <a:srgbClr val="C00000"/>
                </a:solidFill>
              </a:rPr>
              <a:t> datagrams</a:t>
            </a:r>
            <a:r>
              <a:rPr lang="en-US" sz="3200" dirty="0">
                <a:solidFill>
                  <a:srgbClr val="CC0000"/>
                </a:solidFill>
              </a:rPr>
              <a:t>:</a:t>
            </a:r>
          </a:p>
          <a:p>
            <a:pPr>
              <a:buFont typeface="Wingdings" charset="2"/>
              <a:buChar char="§"/>
              <a:defRPr/>
            </a:pPr>
            <a:r>
              <a:rPr lang="en-US" dirty="0"/>
              <a:t>guaranteed delivery</a:t>
            </a:r>
          </a:p>
          <a:p>
            <a:pPr>
              <a:buFont typeface="Wingdings" charset="2"/>
              <a:buChar char="§"/>
              <a:defRPr/>
            </a:pPr>
            <a:r>
              <a:rPr lang="en-US" dirty="0"/>
              <a:t>guaranteed delivery with less than 40 msec delay</a:t>
            </a:r>
          </a:p>
          <a:p>
            <a:pPr marL="130175" indent="0">
              <a:buNone/>
            </a:pPr>
            <a:endParaRPr lang="en-US" dirty="0"/>
          </a:p>
        </p:txBody>
      </p:sp>
      <p:sp>
        <p:nvSpPr>
          <p:cNvPr id="4" name="Content Placeholder 3">
            <a:extLst>
              <a:ext uri="{FF2B5EF4-FFF2-40B4-BE49-F238E27FC236}">
                <a16:creationId xmlns:a16="http://schemas.microsoft.com/office/drawing/2014/main" id="{98DB0211-6ED0-7F44-B672-CF345E4B3295}"/>
              </a:ext>
            </a:extLst>
          </p:cNvPr>
          <p:cNvSpPr>
            <a:spLocks noGrp="1"/>
          </p:cNvSpPr>
          <p:nvPr>
            <p:ph sz="half" idx="2"/>
          </p:nvPr>
        </p:nvSpPr>
        <p:spPr>
          <a:xfrm>
            <a:off x="6278216" y="2597426"/>
            <a:ext cx="5502965" cy="3564837"/>
          </a:xfrm>
        </p:spPr>
        <p:txBody>
          <a:bodyPr>
            <a:normAutofit/>
          </a:bodyPr>
          <a:lstStyle/>
          <a:p>
            <a:pPr>
              <a:buNone/>
            </a:pPr>
            <a:r>
              <a:rPr lang="en-US" altLang="en-US" sz="3200" dirty="0">
                <a:solidFill>
                  <a:srgbClr val="CC0000"/>
                </a:solidFill>
                <a:ea typeface="ＭＳ Ｐゴシック" panose="020B0600070205080204" pitchFamily="34" charset="-128"/>
                <a:cs typeface="ＭＳ Ｐゴシック" panose="020B0600070205080204" pitchFamily="34" charset="-128"/>
              </a:rPr>
              <a:t>example services for a </a:t>
            </a:r>
            <a:r>
              <a:rPr lang="en-US" altLang="en-US" sz="3200" i="1" dirty="0">
                <a:solidFill>
                  <a:srgbClr val="CC0000"/>
                </a:solidFill>
                <a:ea typeface="ＭＳ Ｐゴシック" panose="020B0600070205080204" pitchFamily="34" charset="-128"/>
                <a:cs typeface="ＭＳ Ｐゴシック" panose="020B0600070205080204" pitchFamily="34" charset="-128"/>
              </a:rPr>
              <a:t>flow</a:t>
            </a:r>
            <a:r>
              <a:rPr lang="en-US" altLang="en-US" sz="3200" dirty="0">
                <a:solidFill>
                  <a:srgbClr val="CC0000"/>
                </a:solidFill>
                <a:ea typeface="ＭＳ Ｐゴシック" panose="020B0600070205080204" pitchFamily="34" charset="-128"/>
                <a:cs typeface="ＭＳ Ｐゴシック" panose="020B0600070205080204" pitchFamily="34" charset="-128"/>
              </a:rPr>
              <a:t> of datagrams:</a:t>
            </a:r>
          </a:p>
          <a:p>
            <a:r>
              <a:rPr lang="en-US" altLang="en-US" dirty="0">
                <a:ea typeface="ＭＳ Ｐゴシック" panose="020B0600070205080204" pitchFamily="34" charset="-128"/>
                <a:cs typeface="ＭＳ Ｐゴシック" panose="020B0600070205080204" pitchFamily="34" charset="-128"/>
              </a:rPr>
              <a:t>in-order datagram delivery</a:t>
            </a:r>
          </a:p>
          <a:p>
            <a:r>
              <a:rPr lang="en-US" altLang="en-US" dirty="0">
                <a:ea typeface="ＭＳ Ｐゴシック" panose="020B0600070205080204" pitchFamily="34" charset="-128"/>
                <a:cs typeface="ＭＳ Ｐゴシック" panose="020B0600070205080204" pitchFamily="34" charset="-128"/>
              </a:rPr>
              <a:t>guaranteed minimum bandwidth to flow</a:t>
            </a:r>
          </a:p>
          <a:p>
            <a:r>
              <a:rPr lang="en-US" altLang="en-US" dirty="0">
                <a:ea typeface="ＭＳ Ｐゴシック" panose="020B0600070205080204" pitchFamily="34" charset="-128"/>
                <a:cs typeface="ＭＳ Ｐゴシック" panose="020B0600070205080204" pitchFamily="34" charset="-128"/>
              </a:rPr>
              <a:t>restrictions on changes in inter-packet spacing</a:t>
            </a:r>
          </a:p>
          <a:p>
            <a:endParaRPr lang="en-US" dirty="0"/>
          </a:p>
        </p:txBody>
      </p:sp>
      <p:sp>
        <p:nvSpPr>
          <p:cNvPr id="62" name="Rectangle 13">
            <a:extLst>
              <a:ext uri="{FF2B5EF4-FFF2-40B4-BE49-F238E27FC236}">
                <a16:creationId xmlns:a16="http://schemas.microsoft.com/office/drawing/2014/main" id="{1FBC4707-F7A4-A94F-8160-5F9B1176127F}"/>
              </a:ext>
            </a:extLst>
          </p:cNvPr>
          <p:cNvSpPr>
            <a:spLocks noChangeArrowheads="1"/>
          </p:cNvSpPr>
          <p:nvPr/>
        </p:nvSpPr>
        <p:spPr bwMode="auto">
          <a:xfrm>
            <a:off x="1033668" y="1403834"/>
            <a:ext cx="10787270"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20000"/>
              </a:spcBef>
              <a:spcAft>
                <a:spcPts val="0"/>
              </a:spcAft>
              <a:buClr>
                <a:srgbClr val="ED7D31"/>
              </a:buClr>
              <a:buSzPct val="85000"/>
              <a:buFont typeface="ZapfDingbats"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What </a:t>
            </a:r>
            <a:r>
              <a:rPr kumimoji="0" lang="en-US" altLang="en-US"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service model</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for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channel” transporting datagrams from sender to receiver?</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 name="Slide Number Placeholder 4">
            <a:extLst>
              <a:ext uri="{FF2B5EF4-FFF2-40B4-BE49-F238E27FC236}">
                <a16:creationId xmlns:a16="http://schemas.microsoft.com/office/drawing/2014/main" id="{BCE52C15-0B00-9649-90D9-D506878A4BC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9</a:t>
            </a:fld>
            <a:endParaRPr lang="en-US" dirty="0"/>
          </a:p>
        </p:txBody>
      </p:sp>
    </p:spTree>
    <p:extLst>
      <p:ext uri="{BB962C8B-B14F-4D97-AF65-F5344CB8AC3E}">
        <p14:creationId xmlns:p14="http://schemas.microsoft.com/office/powerpoint/2010/main" val="3577092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dissolve">
                                      <p:cBhvr>
                                        <p:cTn id="7" dur="500"/>
                                        <p:tgtEl>
                                          <p:spTgt spid="3">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animEffect transition="in" filter="dissolve">
                                      <p:cBhvr>
                                        <p:cTn id="10" dur="500"/>
                                        <p:tgtEl>
                                          <p:spTgt spid="3">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animEffect transition="in" filter="dissolve">
                                      <p:cBhvr>
                                        <p:cTn id="13" dur="500"/>
                                        <p:tgtEl>
                                          <p:spTgt spid="3">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4"/>
                                        </p:tgtEl>
                                        <p:attrNameLst>
                                          <p:attrName>style.visibility</p:attrName>
                                        </p:attrNameLst>
                                      </p:cBhvr>
                                      <p:to>
                                        <p:strVal val="visible"/>
                                      </p:to>
                                    </p:set>
                                    <p:animEffect transition="in" filter="dissolve">
                                      <p:cBhvr>
                                        <p:cTn id="18"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4"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sz="4800" dirty="0"/>
              <a:t>Network-layer service model</a:t>
            </a:r>
          </a:p>
        </p:txBody>
      </p:sp>
      <p:sp>
        <p:nvSpPr>
          <p:cNvPr id="9" name="Text Box 3">
            <a:extLst>
              <a:ext uri="{FF2B5EF4-FFF2-40B4-BE49-F238E27FC236}">
                <a16:creationId xmlns:a16="http://schemas.microsoft.com/office/drawing/2014/main" id="{84FBF14F-DE77-E447-8427-3CD2253600C3}"/>
              </a:ext>
            </a:extLst>
          </p:cNvPr>
          <p:cNvSpPr txBox="1">
            <a:spLocks noChangeArrowheads="1"/>
          </p:cNvSpPr>
          <p:nvPr/>
        </p:nvSpPr>
        <p:spPr bwMode="auto">
          <a:xfrm>
            <a:off x="549795" y="1745078"/>
            <a:ext cx="1552092" cy="3939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Architecture</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ATM</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ATM</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0" name="Text Box 4">
            <a:extLst>
              <a:ext uri="{FF2B5EF4-FFF2-40B4-BE49-F238E27FC236}">
                <a16:creationId xmlns:a16="http://schemas.microsoft.com/office/drawing/2014/main" id="{4AA65A7D-5684-5446-97C1-4142D3B3DC32}"/>
              </a:ext>
            </a:extLst>
          </p:cNvPr>
          <p:cNvSpPr txBox="1">
            <a:spLocks noChangeArrowheads="1"/>
          </p:cNvSpPr>
          <p:nvPr/>
        </p:nvSpPr>
        <p:spPr bwMode="auto">
          <a:xfrm>
            <a:off x="2453424" y="1760576"/>
            <a:ext cx="2645518" cy="39138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Service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Model</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best effort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Constant Bit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Available Bit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Intserv Guaranteed</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(RFC 1633</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ct val="100000"/>
              </a:lnSpc>
              <a:spcBef>
                <a:spcPts val="10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Diffserv  </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(RFC 2475</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 name="Text Box 5">
            <a:extLst>
              <a:ext uri="{FF2B5EF4-FFF2-40B4-BE49-F238E27FC236}">
                <a16:creationId xmlns:a16="http://schemas.microsoft.com/office/drawing/2014/main" id="{1C34DAB8-6802-8B4D-80C7-80C914B6F4A9}"/>
              </a:ext>
            </a:extLst>
          </p:cNvPr>
          <p:cNvSpPr txBox="1">
            <a:spLocks noChangeArrowheads="1"/>
          </p:cNvSpPr>
          <p:nvPr/>
        </p:nvSpPr>
        <p:spPr bwMode="auto">
          <a:xfrm>
            <a:off x="5253925" y="2071348"/>
            <a:ext cx="2137764"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Bandwidth</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none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Constant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Guaranteed min</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possible</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 name="Text Box 11">
            <a:extLst>
              <a:ext uri="{FF2B5EF4-FFF2-40B4-BE49-F238E27FC236}">
                <a16:creationId xmlns:a16="http://schemas.microsoft.com/office/drawing/2014/main" id="{12C01AE2-D81C-9142-9900-6735E4EC6989}"/>
              </a:ext>
            </a:extLst>
          </p:cNvPr>
          <p:cNvSpPr txBox="1">
            <a:spLocks noChangeArrowheads="1"/>
          </p:cNvSpPr>
          <p:nvPr/>
        </p:nvSpPr>
        <p:spPr bwMode="auto">
          <a:xfrm>
            <a:off x="7310368" y="2071348"/>
            <a:ext cx="1112805"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Loss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possibly</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3" name="Text Box 12">
            <a:extLst>
              <a:ext uri="{FF2B5EF4-FFF2-40B4-BE49-F238E27FC236}">
                <a16:creationId xmlns:a16="http://schemas.microsoft.com/office/drawing/2014/main" id="{215F45F4-0755-7644-85E6-6394DB1A3372}"/>
              </a:ext>
            </a:extLst>
          </p:cNvPr>
          <p:cNvSpPr txBox="1">
            <a:spLocks noChangeArrowheads="1"/>
          </p:cNvSpPr>
          <p:nvPr/>
        </p:nvSpPr>
        <p:spPr bwMode="auto">
          <a:xfrm>
            <a:off x="8483715" y="2080873"/>
            <a:ext cx="1112805"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Order</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possibly</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4" name="Text Box 13">
            <a:extLst>
              <a:ext uri="{FF2B5EF4-FFF2-40B4-BE49-F238E27FC236}">
                <a16:creationId xmlns:a16="http://schemas.microsoft.com/office/drawing/2014/main" id="{51E1E123-2FC9-9A4C-AB30-DF20C3EA339F}"/>
              </a:ext>
            </a:extLst>
          </p:cNvPr>
          <p:cNvSpPr txBox="1">
            <a:spLocks noChangeArrowheads="1"/>
          </p:cNvSpPr>
          <p:nvPr/>
        </p:nvSpPr>
        <p:spPr bwMode="auto">
          <a:xfrm>
            <a:off x="9712924" y="2080873"/>
            <a:ext cx="946221"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Timing</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8" name="Line 19">
            <a:extLst>
              <a:ext uri="{FF2B5EF4-FFF2-40B4-BE49-F238E27FC236}">
                <a16:creationId xmlns:a16="http://schemas.microsoft.com/office/drawing/2014/main" id="{D3EFDF3E-E1B2-6442-9107-4885BC9E5F19}"/>
              </a:ext>
            </a:extLst>
          </p:cNvPr>
          <p:cNvSpPr>
            <a:spLocks noChangeShapeType="1"/>
          </p:cNvSpPr>
          <p:nvPr/>
        </p:nvSpPr>
        <p:spPr bwMode="auto">
          <a:xfrm>
            <a:off x="1070632" y="2577761"/>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Line 19">
            <a:extLst>
              <a:ext uri="{FF2B5EF4-FFF2-40B4-BE49-F238E27FC236}">
                <a16:creationId xmlns:a16="http://schemas.microsoft.com/office/drawing/2014/main" id="{32B4DD15-8EEC-9B42-A7A0-C871C28FD81C}"/>
              </a:ext>
            </a:extLst>
          </p:cNvPr>
          <p:cNvSpPr>
            <a:spLocks noChangeShapeType="1"/>
          </p:cNvSpPr>
          <p:nvPr/>
        </p:nvSpPr>
        <p:spPr bwMode="auto">
          <a:xfrm>
            <a:off x="1068049" y="3210609"/>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Line 19">
            <a:extLst>
              <a:ext uri="{FF2B5EF4-FFF2-40B4-BE49-F238E27FC236}">
                <a16:creationId xmlns:a16="http://schemas.microsoft.com/office/drawing/2014/main" id="{0C2B32CB-160C-1949-B26F-AEE112AAA5CE}"/>
              </a:ext>
            </a:extLst>
          </p:cNvPr>
          <p:cNvSpPr>
            <a:spLocks noChangeShapeType="1"/>
          </p:cNvSpPr>
          <p:nvPr/>
        </p:nvSpPr>
        <p:spPr bwMode="auto">
          <a:xfrm>
            <a:off x="1065466" y="3827958"/>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19">
            <a:extLst>
              <a:ext uri="{FF2B5EF4-FFF2-40B4-BE49-F238E27FC236}">
                <a16:creationId xmlns:a16="http://schemas.microsoft.com/office/drawing/2014/main" id="{E012B3C4-5F72-A141-A441-ADA6CA97A556}"/>
              </a:ext>
            </a:extLst>
          </p:cNvPr>
          <p:cNvSpPr>
            <a:spLocks noChangeShapeType="1"/>
          </p:cNvSpPr>
          <p:nvPr/>
        </p:nvSpPr>
        <p:spPr bwMode="auto">
          <a:xfrm>
            <a:off x="1062883" y="4445307"/>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19">
            <a:extLst>
              <a:ext uri="{FF2B5EF4-FFF2-40B4-BE49-F238E27FC236}">
                <a16:creationId xmlns:a16="http://schemas.microsoft.com/office/drawing/2014/main" id="{BF483ABF-DBE0-BF4B-94C9-E7D0F188F4AC}"/>
              </a:ext>
            </a:extLst>
          </p:cNvPr>
          <p:cNvSpPr>
            <a:spLocks noChangeShapeType="1"/>
          </p:cNvSpPr>
          <p:nvPr/>
        </p:nvSpPr>
        <p:spPr bwMode="auto">
          <a:xfrm>
            <a:off x="1075798" y="5217639"/>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A76539A4-4744-8842-8ED2-36EF0B5DAA55}"/>
              </a:ext>
            </a:extLst>
          </p:cNvPr>
          <p:cNvSpPr/>
          <p:nvPr/>
        </p:nvSpPr>
        <p:spPr>
          <a:xfrm>
            <a:off x="821410" y="3093349"/>
            <a:ext cx="10120393" cy="290449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 name="Line 16">
            <a:extLst>
              <a:ext uri="{FF2B5EF4-FFF2-40B4-BE49-F238E27FC236}">
                <a16:creationId xmlns:a16="http://schemas.microsoft.com/office/drawing/2014/main" id="{B1FE5F6C-026F-0544-9F5F-295E95B4FC3A}"/>
              </a:ext>
            </a:extLst>
          </p:cNvPr>
          <p:cNvSpPr>
            <a:spLocks noChangeShapeType="1"/>
          </p:cNvSpPr>
          <p:nvPr/>
        </p:nvSpPr>
        <p:spPr bwMode="auto">
          <a:xfrm flipV="1">
            <a:off x="5315919" y="2007768"/>
            <a:ext cx="5362413"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 name="Group 7">
            <a:extLst>
              <a:ext uri="{FF2B5EF4-FFF2-40B4-BE49-F238E27FC236}">
                <a16:creationId xmlns:a16="http://schemas.microsoft.com/office/drawing/2014/main" id="{B777822C-9D57-814F-877A-2273D1202ED7}"/>
              </a:ext>
            </a:extLst>
          </p:cNvPr>
          <p:cNvGrpSpPr/>
          <p:nvPr/>
        </p:nvGrpSpPr>
        <p:grpSpPr>
          <a:xfrm>
            <a:off x="1859797" y="3440624"/>
            <a:ext cx="8105613" cy="2557221"/>
            <a:chOff x="852407" y="3270142"/>
            <a:chExt cx="8105613" cy="2557221"/>
          </a:xfrm>
        </p:grpSpPr>
        <p:sp>
          <p:nvSpPr>
            <p:cNvPr id="28" name="TextBox 27">
              <a:extLst>
                <a:ext uri="{FF2B5EF4-FFF2-40B4-BE49-F238E27FC236}">
                  <a16:creationId xmlns:a16="http://schemas.microsoft.com/office/drawing/2014/main" id="{828EFD12-C61D-5143-AE81-9D893932CA81}"/>
                </a:ext>
              </a:extLst>
            </p:cNvPr>
            <p:cNvSpPr txBox="1"/>
            <p:nvPr/>
          </p:nvSpPr>
          <p:spPr>
            <a:xfrm>
              <a:off x="1175287" y="3794500"/>
              <a:ext cx="7516160" cy="181588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0013A3"/>
                  </a:solidFill>
                  <a:effectLst/>
                  <a:uLnTx/>
                  <a:uFillTx/>
                  <a:latin typeface="Calibri" panose="020F0502020204030204"/>
                  <a:ea typeface="+mn-ea"/>
                  <a:cs typeface="+mn-cs"/>
                </a:rPr>
                <a:t>No</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guarantees on</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 </a:t>
              </a:r>
            </a:p>
            <a:p>
              <a:pPr marL="866775" marR="0" lvl="1" indent="-409575" algn="l" defTabSz="914400" rtl="0" eaLnBrk="1" fontAlgn="auto" latinLnBrk="0" hangingPunct="1">
                <a:lnSpc>
                  <a:spcPct val="100000"/>
                </a:lnSpc>
                <a:spcBef>
                  <a:spcPts val="0"/>
                </a:spcBef>
                <a:spcAft>
                  <a:spcPts val="0"/>
                </a:spcAft>
                <a:buClrTx/>
                <a:buSzTx/>
                <a:buFont typeface="+mj-lt"/>
                <a:buAutoNum type="romanLcPeriod"/>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successful</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datagram delivery to destination</a:t>
              </a:r>
            </a:p>
            <a:p>
              <a:pPr marL="866775" marR="0" lvl="1" indent="-409575" algn="l" defTabSz="914400" rtl="0" eaLnBrk="1" fontAlgn="auto" latinLnBrk="0" hangingPunct="1">
                <a:lnSpc>
                  <a:spcPct val="100000"/>
                </a:lnSpc>
                <a:spcBef>
                  <a:spcPts val="0"/>
                </a:spcBef>
                <a:spcAft>
                  <a:spcPts val="0"/>
                </a:spcAft>
                <a:buClrTx/>
                <a:buSzTx/>
                <a:buFont typeface="+mj-lt"/>
                <a:buAutoNum type="romanLcPeriod"/>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timing or order of delivery</a:t>
              </a:r>
            </a:p>
            <a:p>
              <a:pPr marL="866775" marR="0" lvl="1" indent="-409575" algn="l" defTabSz="914400" rtl="0" eaLnBrk="1" fontAlgn="auto" latinLnBrk="0" hangingPunct="1">
                <a:lnSpc>
                  <a:spcPct val="100000"/>
                </a:lnSpc>
                <a:spcBef>
                  <a:spcPts val="0"/>
                </a:spcBef>
                <a:spcAft>
                  <a:spcPts val="0"/>
                </a:spcAft>
                <a:buClrTx/>
                <a:buSzTx/>
                <a:buFont typeface="+mj-lt"/>
                <a:buAutoNum type="romanLcPeriod"/>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bandwidth available to end-end flow</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78D0C32C-957E-6540-8CA6-963771BBE837}"/>
                </a:ext>
              </a:extLst>
            </p:cNvPr>
            <p:cNvSpPr/>
            <p:nvPr/>
          </p:nvSpPr>
          <p:spPr>
            <a:xfrm>
              <a:off x="852407" y="3502617"/>
              <a:ext cx="8105613" cy="2324746"/>
            </a:xfrm>
            <a:prstGeom prst="rect">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611B64E3-F240-2E4A-9BB4-1C9FDFBB21EA}"/>
                </a:ext>
              </a:extLst>
            </p:cNvPr>
            <p:cNvSpPr txBox="1"/>
            <p:nvPr/>
          </p:nvSpPr>
          <p:spPr>
            <a:xfrm>
              <a:off x="1100380" y="3270142"/>
              <a:ext cx="5474191" cy="523220"/>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Internet  “best effort” service model</a:t>
              </a:r>
            </a:p>
          </p:txBody>
        </p:sp>
      </p:grpSp>
      <p:sp>
        <p:nvSpPr>
          <p:cNvPr id="29" name="Text Box 15">
            <a:extLst>
              <a:ext uri="{FF2B5EF4-FFF2-40B4-BE49-F238E27FC236}">
                <a16:creationId xmlns:a16="http://schemas.microsoft.com/office/drawing/2014/main" id="{9BD70DA9-3274-304C-A354-2FF885CD2536}"/>
              </a:ext>
            </a:extLst>
          </p:cNvPr>
          <p:cNvSpPr txBox="1">
            <a:spLocks noChangeArrowheads="1"/>
          </p:cNvSpPr>
          <p:nvPr/>
        </p:nvSpPr>
        <p:spPr bwMode="auto">
          <a:xfrm>
            <a:off x="5778457" y="1566819"/>
            <a:ext cx="456887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Quality of Service (QoS) Guarantees ?</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21" name="Slide Number Placeholder 4">
            <a:extLst>
              <a:ext uri="{FF2B5EF4-FFF2-40B4-BE49-F238E27FC236}">
                <a16:creationId xmlns:a16="http://schemas.microsoft.com/office/drawing/2014/main" id="{CC41D844-4BFF-004B-B364-1106DEFC8A1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10</a:t>
            </a:fld>
            <a:endParaRPr lang="en-US" dirty="0"/>
          </a:p>
        </p:txBody>
      </p:sp>
    </p:spTree>
    <p:extLst>
      <p:ext uri="{BB962C8B-B14F-4D97-AF65-F5344CB8AC3E}">
        <p14:creationId xmlns:p14="http://schemas.microsoft.com/office/powerpoint/2010/main" val="7893436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sz="4800" dirty="0"/>
              <a:t>Network-layer service model</a:t>
            </a:r>
          </a:p>
        </p:txBody>
      </p:sp>
      <p:sp>
        <p:nvSpPr>
          <p:cNvPr id="9" name="Text Box 3">
            <a:extLst>
              <a:ext uri="{FF2B5EF4-FFF2-40B4-BE49-F238E27FC236}">
                <a16:creationId xmlns:a16="http://schemas.microsoft.com/office/drawing/2014/main" id="{84FBF14F-DE77-E447-8427-3CD2253600C3}"/>
              </a:ext>
            </a:extLst>
          </p:cNvPr>
          <p:cNvSpPr txBox="1">
            <a:spLocks noChangeArrowheads="1"/>
          </p:cNvSpPr>
          <p:nvPr/>
        </p:nvSpPr>
        <p:spPr bwMode="auto">
          <a:xfrm>
            <a:off x="549795" y="1745078"/>
            <a:ext cx="1552092" cy="3939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Architecture</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ATM</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ATM</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0" name="Text Box 4">
            <a:extLst>
              <a:ext uri="{FF2B5EF4-FFF2-40B4-BE49-F238E27FC236}">
                <a16:creationId xmlns:a16="http://schemas.microsoft.com/office/drawing/2014/main" id="{4AA65A7D-5684-5446-97C1-4142D3B3DC32}"/>
              </a:ext>
            </a:extLst>
          </p:cNvPr>
          <p:cNvSpPr txBox="1">
            <a:spLocks noChangeArrowheads="1"/>
          </p:cNvSpPr>
          <p:nvPr/>
        </p:nvSpPr>
        <p:spPr bwMode="auto">
          <a:xfrm>
            <a:off x="2453424" y="1760576"/>
            <a:ext cx="2645518" cy="39138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Service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Model</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best effort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Constant Bit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Available Bit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Intserv Guaranteed</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(RFC 1633</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ct val="100000"/>
              </a:lnSpc>
              <a:spcBef>
                <a:spcPts val="10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Diffserv  </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(RFC 2475</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 name="Text Box 5">
            <a:extLst>
              <a:ext uri="{FF2B5EF4-FFF2-40B4-BE49-F238E27FC236}">
                <a16:creationId xmlns:a16="http://schemas.microsoft.com/office/drawing/2014/main" id="{1C34DAB8-6802-8B4D-80C7-80C914B6F4A9}"/>
              </a:ext>
            </a:extLst>
          </p:cNvPr>
          <p:cNvSpPr txBox="1">
            <a:spLocks noChangeArrowheads="1"/>
          </p:cNvSpPr>
          <p:nvPr/>
        </p:nvSpPr>
        <p:spPr bwMode="auto">
          <a:xfrm>
            <a:off x="5253925" y="2071348"/>
            <a:ext cx="2137764"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Bandwidth</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none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Constant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Guaranteed min</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possible</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 name="Text Box 11">
            <a:extLst>
              <a:ext uri="{FF2B5EF4-FFF2-40B4-BE49-F238E27FC236}">
                <a16:creationId xmlns:a16="http://schemas.microsoft.com/office/drawing/2014/main" id="{12C01AE2-D81C-9142-9900-6735E4EC6989}"/>
              </a:ext>
            </a:extLst>
          </p:cNvPr>
          <p:cNvSpPr txBox="1">
            <a:spLocks noChangeArrowheads="1"/>
          </p:cNvSpPr>
          <p:nvPr/>
        </p:nvSpPr>
        <p:spPr bwMode="auto">
          <a:xfrm>
            <a:off x="7310368" y="2071348"/>
            <a:ext cx="1112805"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Loss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possibly</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3" name="Text Box 12">
            <a:extLst>
              <a:ext uri="{FF2B5EF4-FFF2-40B4-BE49-F238E27FC236}">
                <a16:creationId xmlns:a16="http://schemas.microsoft.com/office/drawing/2014/main" id="{215F45F4-0755-7644-85E6-6394DB1A3372}"/>
              </a:ext>
            </a:extLst>
          </p:cNvPr>
          <p:cNvSpPr txBox="1">
            <a:spLocks noChangeArrowheads="1"/>
          </p:cNvSpPr>
          <p:nvPr/>
        </p:nvSpPr>
        <p:spPr bwMode="auto">
          <a:xfrm>
            <a:off x="8483715" y="2080873"/>
            <a:ext cx="1112805"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Order</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possibly</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4" name="Text Box 13">
            <a:extLst>
              <a:ext uri="{FF2B5EF4-FFF2-40B4-BE49-F238E27FC236}">
                <a16:creationId xmlns:a16="http://schemas.microsoft.com/office/drawing/2014/main" id="{51E1E123-2FC9-9A4C-AB30-DF20C3EA339F}"/>
              </a:ext>
            </a:extLst>
          </p:cNvPr>
          <p:cNvSpPr txBox="1">
            <a:spLocks noChangeArrowheads="1"/>
          </p:cNvSpPr>
          <p:nvPr/>
        </p:nvSpPr>
        <p:spPr bwMode="auto">
          <a:xfrm>
            <a:off x="9712924" y="2080873"/>
            <a:ext cx="946221"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Timing</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6" name="Text Box 15">
            <a:extLst>
              <a:ext uri="{FF2B5EF4-FFF2-40B4-BE49-F238E27FC236}">
                <a16:creationId xmlns:a16="http://schemas.microsoft.com/office/drawing/2014/main" id="{479EAFF1-C146-F24F-9503-6BE4EF35EFE9}"/>
              </a:ext>
            </a:extLst>
          </p:cNvPr>
          <p:cNvSpPr txBox="1">
            <a:spLocks noChangeArrowheads="1"/>
          </p:cNvSpPr>
          <p:nvPr/>
        </p:nvSpPr>
        <p:spPr bwMode="auto">
          <a:xfrm>
            <a:off x="5778457" y="1566819"/>
            <a:ext cx="456887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Quality of Service (QoS) Guarantees ?</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7" name="Line 16">
            <a:extLst>
              <a:ext uri="{FF2B5EF4-FFF2-40B4-BE49-F238E27FC236}">
                <a16:creationId xmlns:a16="http://schemas.microsoft.com/office/drawing/2014/main" id="{A7360785-A1D9-E240-8C62-5B61E714BE89}"/>
              </a:ext>
            </a:extLst>
          </p:cNvPr>
          <p:cNvSpPr>
            <a:spLocks noChangeShapeType="1"/>
          </p:cNvSpPr>
          <p:nvPr/>
        </p:nvSpPr>
        <p:spPr bwMode="auto">
          <a:xfrm flipV="1">
            <a:off x="5315919" y="2007768"/>
            <a:ext cx="5362413"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Line 19">
            <a:extLst>
              <a:ext uri="{FF2B5EF4-FFF2-40B4-BE49-F238E27FC236}">
                <a16:creationId xmlns:a16="http://schemas.microsoft.com/office/drawing/2014/main" id="{D3EFDF3E-E1B2-6442-9107-4885BC9E5F19}"/>
              </a:ext>
            </a:extLst>
          </p:cNvPr>
          <p:cNvSpPr>
            <a:spLocks noChangeShapeType="1"/>
          </p:cNvSpPr>
          <p:nvPr/>
        </p:nvSpPr>
        <p:spPr bwMode="auto">
          <a:xfrm>
            <a:off x="1070632" y="2577761"/>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Line 19">
            <a:extLst>
              <a:ext uri="{FF2B5EF4-FFF2-40B4-BE49-F238E27FC236}">
                <a16:creationId xmlns:a16="http://schemas.microsoft.com/office/drawing/2014/main" id="{32B4DD15-8EEC-9B42-A7A0-C871C28FD81C}"/>
              </a:ext>
            </a:extLst>
          </p:cNvPr>
          <p:cNvSpPr>
            <a:spLocks noChangeShapeType="1"/>
          </p:cNvSpPr>
          <p:nvPr/>
        </p:nvSpPr>
        <p:spPr bwMode="auto">
          <a:xfrm>
            <a:off x="1068049" y="3210609"/>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Line 19">
            <a:extLst>
              <a:ext uri="{FF2B5EF4-FFF2-40B4-BE49-F238E27FC236}">
                <a16:creationId xmlns:a16="http://schemas.microsoft.com/office/drawing/2014/main" id="{0C2B32CB-160C-1949-B26F-AEE112AAA5CE}"/>
              </a:ext>
            </a:extLst>
          </p:cNvPr>
          <p:cNvSpPr>
            <a:spLocks noChangeShapeType="1"/>
          </p:cNvSpPr>
          <p:nvPr/>
        </p:nvSpPr>
        <p:spPr bwMode="auto">
          <a:xfrm>
            <a:off x="1065466" y="3827958"/>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19">
            <a:extLst>
              <a:ext uri="{FF2B5EF4-FFF2-40B4-BE49-F238E27FC236}">
                <a16:creationId xmlns:a16="http://schemas.microsoft.com/office/drawing/2014/main" id="{E012B3C4-5F72-A141-A441-ADA6CA97A556}"/>
              </a:ext>
            </a:extLst>
          </p:cNvPr>
          <p:cNvSpPr>
            <a:spLocks noChangeShapeType="1"/>
          </p:cNvSpPr>
          <p:nvPr/>
        </p:nvSpPr>
        <p:spPr bwMode="auto">
          <a:xfrm>
            <a:off x="1062883" y="4445307"/>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19">
            <a:extLst>
              <a:ext uri="{FF2B5EF4-FFF2-40B4-BE49-F238E27FC236}">
                <a16:creationId xmlns:a16="http://schemas.microsoft.com/office/drawing/2014/main" id="{BF483ABF-DBE0-BF4B-94C9-E7D0F188F4AC}"/>
              </a:ext>
            </a:extLst>
          </p:cNvPr>
          <p:cNvSpPr>
            <a:spLocks noChangeShapeType="1"/>
          </p:cNvSpPr>
          <p:nvPr/>
        </p:nvSpPr>
        <p:spPr bwMode="auto">
          <a:xfrm>
            <a:off x="1075798" y="5217639"/>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Slide Number Placeholder 4">
            <a:extLst>
              <a:ext uri="{FF2B5EF4-FFF2-40B4-BE49-F238E27FC236}">
                <a16:creationId xmlns:a16="http://schemas.microsoft.com/office/drawing/2014/main" id="{34A31A66-AE43-4140-AE73-7F9488AFC116}"/>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11</a:t>
            </a:fld>
            <a:endParaRPr lang="en-US" dirty="0"/>
          </a:p>
        </p:txBody>
      </p:sp>
    </p:spTree>
    <p:extLst>
      <p:ext uri="{BB962C8B-B14F-4D97-AF65-F5344CB8AC3E}">
        <p14:creationId xmlns:p14="http://schemas.microsoft.com/office/powerpoint/2010/main" val="29548526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sz="4800" dirty="0"/>
              <a:t>Reflections on best-effort  service:</a:t>
            </a:r>
          </a:p>
        </p:txBody>
      </p:sp>
      <p:sp>
        <p:nvSpPr>
          <p:cNvPr id="3" name="Content Placeholder 2">
            <a:extLst>
              <a:ext uri="{FF2B5EF4-FFF2-40B4-BE49-F238E27FC236}">
                <a16:creationId xmlns:a16="http://schemas.microsoft.com/office/drawing/2014/main" id="{55464CE4-E4F1-4F4A-A1DB-26BB66DC4403}"/>
              </a:ext>
            </a:extLst>
          </p:cNvPr>
          <p:cNvSpPr>
            <a:spLocks noGrp="1"/>
          </p:cNvSpPr>
          <p:nvPr>
            <p:ph sz="half" idx="1"/>
          </p:nvPr>
        </p:nvSpPr>
        <p:spPr>
          <a:xfrm>
            <a:off x="848755" y="1399565"/>
            <a:ext cx="10836967" cy="4691268"/>
          </a:xfrm>
        </p:spPr>
        <p:txBody>
          <a:bodyPr>
            <a:normAutofit/>
          </a:bodyPr>
          <a:lstStyle/>
          <a:p>
            <a:pPr>
              <a:buFont typeface="Wingdings" charset="2"/>
              <a:buChar char="§"/>
              <a:defRPr/>
            </a:pPr>
            <a:r>
              <a:rPr lang="en-US" dirty="0">
                <a:solidFill>
                  <a:srgbClr val="0013A3"/>
                </a:solidFill>
              </a:rPr>
              <a:t>simplicity of mechanism </a:t>
            </a:r>
            <a:r>
              <a:rPr lang="en-US" dirty="0"/>
              <a:t>has allowed Internet to be widely deployed adopted</a:t>
            </a:r>
          </a:p>
          <a:p>
            <a:pPr>
              <a:buFont typeface="Wingdings" charset="2"/>
              <a:buChar char="§"/>
              <a:defRPr/>
            </a:pPr>
            <a:r>
              <a:rPr lang="en-US" dirty="0"/>
              <a:t>sufficient </a:t>
            </a:r>
            <a:r>
              <a:rPr lang="en-US" dirty="0">
                <a:solidFill>
                  <a:srgbClr val="0013A3"/>
                </a:solidFill>
              </a:rPr>
              <a:t>provisioning of bandwidth</a:t>
            </a:r>
            <a:r>
              <a:rPr lang="en-US" dirty="0"/>
              <a:t> allows performance of real-time applications (e.g., interactive voice, video) to be “good enough” for “most of the time”</a:t>
            </a:r>
          </a:p>
          <a:p>
            <a:pPr>
              <a:buFont typeface="Wingdings" charset="2"/>
              <a:buChar char="§"/>
              <a:defRPr/>
            </a:pPr>
            <a:r>
              <a:rPr lang="en-US" dirty="0">
                <a:solidFill>
                  <a:srgbClr val="0013A3"/>
                </a:solidFill>
              </a:rPr>
              <a:t>replicated, application-layer distributed services </a:t>
            </a:r>
            <a:r>
              <a:rPr lang="en-US" dirty="0"/>
              <a:t>(datacenters, content distribution networks) connecting close to clients’ networks, allow services to be provided from multiple locations</a:t>
            </a:r>
          </a:p>
          <a:p>
            <a:pPr>
              <a:buFont typeface="Wingdings" charset="2"/>
              <a:buChar char="§"/>
              <a:defRPr/>
            </a:pPr>
            <a:r>
              <a:rPr lang="en-US" dirty="0"/>
              <a:t>congestion control of “elastic” services helps</a:t>
            </a:r>
          </a:p>
          <a:p>
            <a:pPr marL="130175" indent="0">
              <a:buNone/>
            </a:pPr>
            <a:endParaRPr lang="en-US" dirty="0"/>
          </a:p>
        </p:txBody>
      </p:sp>
      <p:sp>
        <p:nvSpPr>
          <p:cNvPr id="7" name="TextBox 6">
            <a:extLst>
              <a:ext uri="{FF2B5EF4-FFF2-40B4-BE49-F238E27FC236}">
                <a16:creationId xmlns:a16="http://schemas.microsoft.com/office/drawing/2014/main" id="{A62B6DB3-9428-AA4F-A9F0-FA024E48D16D}"/>
              </a:ext>
            </a:extLst>
          </p:cNvPr>
          <p:cNvSpPr txBox="1"/>
          <p:nvPr/>
        </p:nvSpPr>
        <p:spPr>
          <a:xfrm flipH="1">
            <a:off x="1131375" y="5749871"/>
            <a:ext cx="10104895"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It’s hard to argue with success of best-effort service model </a:t>
            </a:r>
          </a:p>
        </p:txBody>
      </p:sp>
      <p:sp>
        <p:nvSpPr>
          <p:cNvPr id="5" name="Slide Number Placeholder 4">
            <a:extLst>
              <a:ext uri="{FF2B5EF4-FFF2-40B4-BE49-F238E27FC236}">
                <a16:creationId xmlns:a16="http://schemas.microsoft.com/office/drawing/2014/main" id="{F7F6B907-925A-7C4B-8121-37A5FA8A6BE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12</a:t>
            </a:fld>
            <a:endParaRPr lang="en-US" dirty="0"/>
          </a:p>
        </p:txBody>
      </p:sp>
    </p:spTree>
    <p:extLst>
      <p:ext uri="{BB962C8B-B14F-4D97-AF65-F5344CB8AC3E}">
        <p14:creationId xmlns:p14="http://schemas.microsoft.com/office/powerpoint/2010/main" val="4621881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dissolve">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
                                            <p:txEl>
                                              <p:pRg st="1" end="1"/>
                                            </p:txEl>
                                          </p:spTgt>
                                        </p:tgtEl>
                                        <p:attrNameLst>
                                          <p:attrName>style.visibility</p:attrName>
                                        </p:attrNameLst>
                                      </p:cBhvr>
                                      <p:to>
                                        <p:strVal val="visible"/>
                                      </p:to>
                                    </p:set>
                                    <p:animEffect transition="in" filter="dissolve">
                                      <p:cBhvr>
                                        <p:cTn id="12" dur="500"/>
                                        <p:tgtEl>
                                          <p:spTgt spid="3">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animEffect transition="in" filter="dissolve">
                                      <p:cBhvr>
                                        <p:cTn id="17" dur="500"/>
                                        <p:tgtEl>
                                          <p:spTgt spid="3">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3">
                                            <p:txEl>
                                              <p:pRg st="3" end="3"/>
                                            </p:txEl>
                                          </p:spTgt>
                                        </p:tgtEl>
                                        <p:attrNameLst>
                                          <p:attrName>style.visibility</p:attrName>
                                        </p:attrNameLst>
                                      </p:cBhvr>
                                      <p:to>
                                        <p:strVal val="visible"/>
                                      </p:to>
                                    </p:set>
                                    <p:animEffect transition="in" filter="dissolve">
                                      <p:cBhvr>
                                        <p:cTn id="22" dur="500"/>
                                        <p:tgtEl>
                                          <p:spTgt spid="3">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dissolve">
                                      <p:cBhvr>
                                        <p:cTn id="2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P spid="7"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 name="Text Box 12">
            <a:extLst>
              <a:ext uri="{FF2B5EF4-FFF2-40B4-BE49-F238E27FC236}">
                <a16:creationId xmlns:a16="http://schemas.microsoft.com/office/drawing/2014/main" id="{39713235-40E8-FD43-A0F7-09AF038C8856}"/>
              </a:ext>
            </a:extLst>
          </p:cNvPr>
          <p:cNvSpPr txBox="1">
            <a:spLocks noChangeArrowheads="1"/>
          </p:cNvSpPr>
          <p:nvPr/>
        </p:nvSpPr>
        <p:spPr bwMode="auto">
          <a:xfrm>
            <a:off x="1188002" y="6033604"/>
            <a:ext cx="732072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but what happens if ranges don’</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divide up so nicely? </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pic>
        <p:nvPicPr>
          <p:cNvPr id="27" name="Picture 26">
            <a:extLst>
              <a:ext uri="{FF2B5EF4-FFF2-40B4-BE49-F238E27FC236}">
                <a16:creationId xmlns:a16="http://schemas.microsoft.com/office/drawing/2014/main" id="{26C911F9-D713-DF44-9F74-E50D01F6C43A}"/>
              </a:ext>
            </a:extLst>
          </p:cNvPr>
          <p:cNvPicPr>
            <a:picLocks noChangeAspect="1"/>
          </p:cNvPicPr>
          <p:nvPr/>
        </p:nvPicPr>
        <p:blipFill>
          <a:blip r:embed="rId3"/>
          <a:stretch>
            <a:fillRect/>
          </a:stretch>
        </p:blipFill>
        <p:spPr>
          <a:xfrm>
            <a:off x="1056411" y="3154505"/>
            <a:ext cx="9375866" cy="2779571"/>
          </a:xfrm>
          <a:prstGeom prst="rect">
            <a:avLst/>
          </a:prstGeom>
        </p:spPr>
      </p:pic>
      <p:grpSp>
        <p:nvGrpSpPr>
          <p:cNvPr id="7" name="Group 6">
            <a:extLst>
              <a:ext uri="{FF2B5EF4-FFF2-40B4-BE49-F238E27FC236}">
                <a16:creationId xmlns:a16="http://schemas.microsoft.com/office/drawing/2014/main" id="{625C7E65-E330-D54C-9458-A2526E45EE84}"/>
              </a:ext>
            </a:extLst>
          </p:cNvPr>
          <p:cNvGrpSpPr/>
          <p:nvPr/>
        </p:nvGrpSpPr>
        <p:grpSpPr>
          <a:xfrm>
            <a:off x="898734" y="1108364"/>
            <a:ext cx="9699993" cy="2044580"/>
            <a:chOff x="898734" y="1108364"/>
            <a:chExt cx="9699993" cy="2044580"/>
          </a:xfrm>
        </p:grpSpPr>
        <p:pic>
          <p:nvPicPr>
            <p:cNvPr id="28" name="Picture 27">
              <a:extLst>
                <a:ext uri="{FF2B5EF4-FFF2-40B4-BE49-F238E27FC236}">
                  <a16:creationId xmlns:a16="http://schemas.microsoft.com/office/drawing/2014/main" id="{AB2C9B1D-B13F-2A44-BFD7-FE059F60C03B}"/>
                </a:ext>
              </a:extLst>
            </p:cNvPr>
            <p:cNvPicPr>
              <a:picLocks noChangeAspect="1"/>
            </p:cNvPicPr>
            <p:nvPr/>
          </p:nvPicPr>
          <p:blipFill>
            <a:blip r:embed="rId4"/>
            <a:stretch>
              <a:fillRect/>
            </a:stretch>
          </p:blipFill>
          <p:spPr>
            <a:xfrm>
              <a:off x="898734" y="1186912"/>
              <a:ext cx="9594790" cy="1966032"/>
            </a:xfrm>
            <a:prstGeom prst="rect">
              <a:avLst/>
            </a:prstGeom>
          </p:spPr>
        </p:pic>
        <p:sp>
          <p:nvSpPr>
            <p:cNvPr id="5" name="Rectangle 4">
              <a:extLst>
                <a:ext uri="{FF2B5EF4-FFF2-40B4-BE49-F238E27FC236}">
                  <a16:creationId xmlns:a16="http://schemas.microsoft.com/office/drawing/2014/main" id="{1FAB1BC2-A9DF-384B-9E93-78C77805E9B5}"/>
                </a:ext>
              </a:extLst>
            </p:cNvPr>
            <p:cNvSpPr/>
            <p:nvPr/>
          </p:nvSpPr>
          <p:spPr>
            <a:xfrm>
              <a:off x="1039091" y="1108364"/>
              <a:ext cx="9559636" cy="2355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Destination-based forwarding</a:t>
            </a:r>
          </a:p>
        </p:txBody>
      </p:sp>
      <p:grpSp>
        <p:nvGrpSpPr>
          <p:cNvPr id="9" name="Group 8">
            <a:extLst>
              <a:ext uri="{FF2B5EF4-FFF2-40B4-BE49-F238E27FC236}">
                <a16:creationId xmlns:a16="http://schemas.microsoft.com/office/drawing/2014/main" id="{BDFBC640-7D8A-6C4E-A73D-113F295A0D69}"/>
              </a:ext>
            </a:extLst>
          </p:cNvPr>
          <p:cNvGrpSpPr/>
          <p:nvPr/>
        </p:nvGrpSpPr>
        <p:grpSpPr>
          <a:xfrm>
            <a:off x="1038514" y="2679128"/>
            <a:ext cx="9093336" cy="1283278"/>
            <a:chOff x="1038514" y="2679128"/>
            <a:chExt cx="9093336" cy="1283278"/>
          </a:xfrm>
        </p:grpSpPr>
        <p:pic>
          <p:nvPicPr>
            <p:cNvPr id="29" name="Picture 28">
              <a:extLst>
                <a:ext uri="{FF2B5EF4-FFF2-40B4-BE49-F238E27FC236}">
                  <a16:creationId xmlns:a16="http://schemas.microsoft.com/office/drawing/2014/main" id="{16512AEA-D127-3748-A1EB-EB563AC90228}"/>
                </a:ext>
              </a:extLst>
            </p:cNvPr>
            <p:cNvPicPr>
              <a:picLocks noChangeAspect="1"/>
            </p:cNvPicPr>
            <p:nvPr/>
          </p:nvPicPr>
          <p:blipFill>
            <a:blip r:embed="rId5"/>
            <a:stretch>
              <a:fillRect/>
            </a:stretch>
          </p:blipFill>
          <p:spPr>
            <a:xfrm>
              <a:off x="1038514" y="2679128"/>
              <a:ext cx="9093336" cy="1283278"/>
            </a:xfrm>
            <a:prstGeom prst="rect">
              <a:avLst/>
            </a:prstGeom>
          </p:spPr>
        </p:pic>
        <p:sp>
          <p:nvSpPr>
            <p:cNvPr id="8" name="TextBox 7">
              <a:extLst>
                <a:ext uri="{FF2B5EF4-FFF2-40B4-BE49-F238E27FC236}">
                  <a16:creationId xmlns:a16="http://schemas.microsoft.com/office/drawing/2014/main" id="{9EF59FBD-8B2C-9141-A4D8-C536B3311F8A}"/>
                </a:ext>
              </a:extLst>
            </p:cNvPr>
            <p:cNvSpPr txBox="1"/>
            <p:nvPr/>
          </p:nvSpPr>
          <p:spPr>
            <a:xfrm>
              <a:off x="8451272" y="3131128"/>
              <a:ext cx="886691" cy="430887"/>
            </a:xfrm>
            <a:prstGeom prst="rect">
              <a:avLst/>
            </a:prstGeom>
            <a:solidFill>
              <a:schemeClr val="bg1"/>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black"/>
                  </a:solidFill>
                  <a:effectLst/>
                  <a:uLnTx/>
                  <a:uFillTx/>
                  <a:latin typeface="Calibri" panose="020F0502020204030204"/>
                  <a:ea typeface="+mn-ea"/>
                  <a:cs typeface="+mn-cs"/>
                </a:rPr>
                <a:t>3</a:t>
              </a:r>
            </a:p>
          </p:txBody>
        </p:sp>
      </p:grpSp>
      <p:sp>
        <p:nvSpPr>
          <p:cNvPr id="11" name="Slide Number Placeholder 4">
            <a:extLst>
              <a:ext uri="{FF2B5EF4-FFF2-40B4-BE49-F238E27FC236}">
                <a16:creationId xmlns:a16="http://schemas.microsoft.com/office/drawing/2014/main" id="{81C74D07-6178-E24A-9413-942CDFCE346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13</a:t>
            </a:fld>
            <a:endParaRPr lang="en-US" dirty="0"/>
          </a:p>
        </p:txBody>
      </p:sp>
    </p:spTree>
    <p:extLst>
      <p:ext uri="{BB962C8B-B14F-4D97-AF65-F5344CB8AC3E}">
        <p14:creationId xmlns:p14="http://schemas.microsoft.com/office/powerpoint/2010/main" val="36579125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par>
                                <p:cTn id="8" presetID="42" presetClass="path" presetSubtype="0" accel="50000" decel="50000" fill="hold" nodeType="withEffect">
                                  <p:stCondLst>
                                    <p:cond delay="0"/>
                                  </p:stCondLst>
                                  <p:childTnLst>
                                    <p:animMotion origin="layout" path="M -3.75E-6 1.11022E-16 L 0.00052 0.10718 " pathEditMode="relative" rAng="0" ptsTypes="AA">
                                      <p:cBhvr>
                                        <p:cTn id="9" dur="2000" fill="hold"/>
                                        <p:tgtEl>
                                          <p:spTgt spid="27"/>
                                        </p:tgtEl>
                                        <p:attrNameLst>
                                          <p:attrName>ppt_x</p:attrName>
                                          <p:attrName>ppt_y</p:attrName>
                                        </p:attrNameLst>
                                      </p:cBhvr>
                                      <p:rCtr x="26" y="5347"/>
                                    </p:animMotion>
                                  </p:childTnLst>
                                </p:cTn>
                              </p:par>
                              <p:par>
                                <p:cTn id="10" presetID="42" presetClass="path" presetSubtype="0" accel="50000" decel="50000" fill="hold" nodeType="withEffect">
                                  <p:stCondLst>
                                    <p:cond delay="0"/>
                                  </p:stCondLst>
                                  <p:childTnLst>
                                    <p:animMotion origin="layout" path="M -4.375E-6 1.85185E-6 L 0.00013 -0.05417 " pathEditMode="relative" rAng="0" ptsTypes="AA">
                                      <p:cBhvr>
                                        <p:cTn id="11" dur="2000" fill="hold"/>
                                        <p:tgtEl>
                                          <p:spTgt spid="7"/>
                                        </p:tgtEl>
                                        <p:attrNameLst>
                                          <p:attrName>ppt_x</p:attrName>
                                          <p:attrName>ppt_y</p:attrName>
                                        </p:attrNameLst>
                                      </p:cBhvr>
                                      <p:rCtr x="0" y="-2708"/>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Longest prefix matching</a:t>
            </a:r>
          </a:p>
        </p:txBody>
      </p:sp>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grpSp>
        <p:nvGrpSpPr>
          <p:cNvPr id="3" name="Group 2">
            <a:extLst>
              <a:ext uri="{FF2B5EF4-FFF2-40B4-BE49-F238E27FC236}">
                <a16:creationId xmlns:a16="http://schemas.microsoft.com/office/drawing/2014/main" id="{03D13401-BB00-AB4B-8905-3EDC38C55E44}"/>
              </a:ext>
            </a:extLst>
          </p:cNvPr>
          <p:cNvGrpSpPr/>
          <p:nvPr/>
        </p:nvGrpSpPr>
        <p:grpSpPr>
          <a:xfrm>
            <a:off x="2674601" y="3416024"/>
            <a:ext cx="7479325" cy="2180038"/>
            <a:chOff x="2674601" y="3416024"/>
            <a:chExt cx="7479325" cy="2180038"/>
          </a:xfrm>
        </p:grpSpPr>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grpSp>
      <p:grpSp>
        <p:nvGrpSpPr>
          <p:cNvPr id="4" name="Group 3">
            <a:extLst>
              <a:ext uri="{FF2B5EF4-FFF2-40B4-BE49-F238E27FC236}">
                <a16:creationId xmlns:a16="http://schemas.microsoft.com/office/drawing/2014/main" id="{F655AE30-180F-9548-B5CE-B9911AA53A47}"/>
              </a:ext>
            </a:extLst>
          </p:cNvPr>
          <p:cNvGrpSpPr/>
          <p:nvPr/>
        </p:nvGrpSpPr>
        <p:grpSpPr>
          <a:xfrm>
            <a:off x="789703" y="5747609"/>
            <a:ext cx="9305341" cy="903606"/>
            <a:chOff x="789703" y="5747609"/>
            <a:chExt cx="9305341" cy="903606"/>
          </a:xfrm>
        </p:grpSpPr>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examples</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sp>
        <p:nvSpPr>
          <p:cNvPr id="31" name="Slide Number Placeholder 4">
            <a:extLst>
              <a:ext uri="{FF2B5EF4-FFF2-40B4-BE49-F238E27FC236}">
                <a16:creationId xmlns:a16="http://schemas.microsoft.com/office/drawing/2014/main" id="{EC760D1C-B9BF-9F46-BBE7-A444C5F68770}"/>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14</a:t>
            </a:fld>
            <a:endParaRPr lang="en-US" dirty="0"/>
          </a:p>
        </p:txBody>
      </p:sp>
    </p:spTree>
    <p:extLst>
      <p:ext uri="{BB962C8B-B14F-4D97-AF65-F5344CB8AC3E}">
        <p14:creationId xmlns:p14="http://schemas.microsoft.com/office/powerpoint/2010/main" val="14211897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Longest prefix matching</a:t>
            </a:r>
          </a:p>
        </p:txBody>
      </p:sp>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examples</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nvGrpSpPr>
          <p:cNvPr id="10" name="Group 9">
            <a:extLst>
              <a:ext uri="{FF2B5EF4-FFF2-40B4-BE49-F238E27FC236}">
                <a16:creationId xmlns:a16="http://schemas.microsoft.com/office/drawing/2014/main" id="{93F8BEA5-3425-B944-909B-1B37A09661F3}"/>
              </a:ext>
            </a:extLst>
          </p:cNvPr>
          <p:cNvGrpSpPr/>
          <p:nvPr/>
        </p:nvGrpSpPr>
        <p:grpSpPr>
          <a:xfrm>
            <a:off x="803563" y="3297382"/>
            <a:ext cx="9670473" cy="3560618"/>
            <a:chOff x="803563" y="3297382"/>
            <a:chExt cx="9670473" cy="3560618"/>
          </a:xfrm>
        </p:grpSpPr>
        <p:sp>
          <p:nvSpPr>
            <p:cNvPr id="7" name="Freeform 6">
              <a:extLst>
                <a:ext uri="{FF2B5EF4-FFF2-40B4-BE49-F238E27FC236}">
                  <a16:creationId xmlns:a16="http://schemas.microsoft.com/office/drawing/2014/main" id="{A848FF30-7F47-EF40-9B21-6336F9996053}"/>
                </a:ext>
              </a:extLst>
            </p:cNvPr>
            <p:cNvSpPr/>
            <p:nvPr/>
          </p:nvSpPr>
          <p:spPr>
            <a:xfrm>
              <a:off x="845127" y="3297382"/>
              <a:ext cx="9628909" cy="112221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28909" h="1122218">
                  <a:moveTo>
                    <a:pt x="110837" y="0"/>
                  </a:moveTo>
                  <a:lnTo>
                    <a:pt x="9628909" y="13854"/>
                  </a:lnTo>
                  <a:lnTo>
                    <a:pt x="9628909" y="1122218"/>
                  </a:lnTo>
                  <a:lnTo>
                    <a:pt x="5389418" y="1108364"/>
                  </a:lnTo>
                  <a:lnTo>
                    <a:pt x="5375564" y="665017"/>
                  </a:lnTo>
                  <a:lnTo>
                    <a:pt x="1856509" y="651163"/>
                  </a:lnTo>
                  <a:lnTo>
                    <a:pt x="1870364" y="1122218"/>
                  </a:lnTo>
                  <a:lnTo>
                    <a:pt x="0" y="1080654"/>
                  </a:lnTo>
                  <a:lnTo>
                    <a:pt x="110837" y="0"/>
                  </a:lnTo>
                  <a:close/>
                </a:path>
              </a:pathLst>
            </a:cu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1470E4B3-DFDA-4D4A-93DD-AEAF7A1D9F63}"/>
                </a:ext>
              </a:extLst>
            </p:cNvPr>
            <p:cNvSpPr/>
            <p:nvPr/>
          </p:nvSpPr>
          <p:spPr>
            <a:xfrm>
              <a:off x="1634837" y="4364180"/>
              <a:ext cx="8756072" cy="1399309"/>
            </a:xfrm>
            <a:prstGeom prst="rect">
              <a:avLst/>
            </a:pr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EA85C68C-577E-304A-9FB5-077E1B7756F7}"/>
                </a:ext>
              </a:extLst>
            </p:cNvPr>
            <p:cNvSpPr/>
            <p:nvPr/>
          </p:nvSpPr>
          <p:spPr>
            <a:xfrm flipV="1">
              <a:off x="803563" y="5735782"/>
              <a:ext cx="9628909" cy="112221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394363 w 9628909"/>
                <a:gd name="connsiteY4" fmla="*/ 668811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246 w 9628909"/>
                <a:gd name="connsiteY3" fmla="*/ 1094510 h 1122218"/>
                <a:gd name="connsiteX4" fmla="*/ 5394363 w 9628909"/>
                <a:gd name="connsiteY4" fmla="*/ 668811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28909" h="1122218">
                  <a:moveTo>
                    <a:pt x="110837" y="0"/>
                  </a:moveTo>
                  <a:lnTo>
                    <a:pt x="9628909" y="13854"/>
                  </a:lnTo>
                  <a:lnTo>
                    <a:pt x="9628909" y="1122218"/>
                  </a:lnTo>
                  <a:lnTo>
                    <a:pt x="5389246" y="1094510"/>
                  </a:lnTo>
                  <a:cubicBezTo>
                    <a:pt x="5390952" y="952610"/>
                    <a:pt x="5392657" y="810711"/>
                    <a:pt x="5394363" y="668811"/>
                  </a:cubicBezTo>
                  <a:lnTo>
                    <a:pt x="1856509" y="651163"/>
                  </a:lnTo>
                  <a:lnTo>
                    <a:pt x="1870364" y="1122218"/>
                  </a:lnTo>
                  <a:lnTo>
                    <a:pt x="0" y="1080654"/>
                  </a:lnTo>
                  <a:lnTo>
                    <a:pt x="110837" y="0"/>
                  </a:lnTo>
                  <a:close/>
                </a:path>
              </a:pathLst>
            </a:cu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A11ECD7F-5BE0-CD47-B7BE-F200416FECED}"/>
              </a:ext>
            </a:extLst>
          </p:cNvPr>
          <p:cNvGrpSpPr/>
          <p:nvPr/>
        </p:nvGrpSpPr>
        <p:grpSpPr>
          <a:xfrm>
            <a:off x="2701636" y="3972790"/>
            <a:ext cx="3505199" cy="2150919"/>
            <a:chOff x="2701636" y="3972790"/>
            <a:chExt cx="3505199" cy="2150919"/>
          </a:xfrm>
        </p:grpSpPr>
        <p:sp>
          <p:nvSpPr>
            <p:cNvPr id="3" name="Rectangle 2">
              <a:extLst>
                <a:ext uri="{FF2B5EF4-FFF2-40B4-BE49-F238E27FC236}">
                  <a16:creationId xmlns:a16="http://schemas.microsoft.com/office/drawing/2014/main" id="{0F0BC283-76C4-1340-944F-7C4D353D8FFC}"/>
                </a:ext>
              </a:extLst>
            </p:cNvPr>
            <p:cNvSpPr/>
            <p:nvPr/>
          </p:nvSpPr>
          <p:spPr>
            <a:xfrm>
              <a:off x="2701636" y="5791200"/>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 name="Rectangle 30">
              <a:extLst>
                <a:ext uri="{FF2B5EF4-FFF2-40B4-BE49-F238E27FC236}">
                  <a16:creationId xmlns:a16="http://schemas.microsoft.com/office/drawing/2014/main" id="{0DA5FFD1-43DB-9B46-9554-CAB7DAD58DCA}"/>
                </a:ext>
              </a:extLst>
            </p:cNvPr>
            <p:cNvSpPr/>
            <p:nvPr/>
          </p:nvSpPr>
          <p:spPr>
            <a:xfrm>
              <a:off x="2715489" y="3972790"/>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Up-Down Arrow 4">
              <a:extLst>
                <a:ext uri="{FF2B5EF4-FFF2-40B4-BE49-F238E27FC236}">
                  <a16:creationId xmlns:a16="http://schemas.microsoft.com/office/drawing/2014/main" id="{22823C07-49B0-9845-9B7A-6F370B443BE1}"/>
                </a:ext>
              </a:extLst>
            </p:cNvPr>
            <p:cNvSpPr/>
            <p:nvPr/>
          </p:nvSpPr>
          <p:spPr>
            <a:xfrm>
              <a:off x="4419600" y="4350327"/>
              <a:ext cx="290946" cy="1427018"/>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D205B53A-AC28-8740-95E3-3E5959F5B0CD}"/>
                </a:ext>
              </a:extLst>
            </p:cNvPr>
            <p:cNvSpPr txBox="1"/>
            <p:nvPr/>
          </p:nvSpPr>
          <p:spPr>
            <a:xfrm>
              <a:off x="4031673" y="4738255"/>
              <a:ext cx="1066061"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match!</a:t>
              </a:r>
            </a:p>
          </p:txBody>
        </p:sp>
      </p:grpSp>
      <p:sp>
        <p:nvSpPr>
          <p:cNvPr id="35" name="Slide Number Placeholder 4">
            <a:extLst>
              <a:ext uri="{FF2B5EF4-FFF2-40B4-BE49-F238E27FC236}">
                <a16:creationId xmlns:a16="http://schemas.microsoft.com/office/drawing/2014/main" id="{0AD153D5-F6CB-0E4F-AE80-7E6404A6B28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15</a:t>
            </a:fld>
            <a:endParaRPr lang="en-US" dirty="0"/>
          </a:p>
        </p:txBody>
      </p:sp>
    </p:spTree>
    <p:extLst>
      <p:ext uri="{BB962C8B-B14F-4D97-AF65-F5344CB8AC3E}">
        <p14:creationId xmlns:p14="http://schemas.microsoft.com/office/powerpoint/2010/main" val="42341776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Longest prefix matching</a:t>
            </a:r>
          </a:p>
        </p:txBody>
      </p:sp>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examples</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nvGrpSpPr>
          <p:cNvPr id="10" name="Group 9">
            <a:extLst>
              <a:ext uri="{FF2B5EF4-FFF2-40B4-BE49-F238E27FC236}">
                <a16:creationId xmlns:a16="http://schemas.microsoft.com/office/drawing/2014/main" id="{93F8BEA5-3425-B944-909B-1B37A09661F3}"/>
              </a:ext>
            </a:extLst>
          </p:cNvPr>
          <p:cNvGrpSpPr/>
          <p:nvPr/>
        </p:nvGrpSpPr>
        <p:grpSpPr>
          <a:xfrm>
            <a:off x="858982" y="3297383"/>
            <a:ext cx="9628910" cy="3560617"/>
            <a:chOff x="858982" y="3297383"/>
            <a:chExt cx="9628910" cy="3560617"/>
          </a:xfrm>
        </p:grpSpPr>
        <p:sp>
          <p:nvSpPr>
            <p:cNvPr id="7" name="Freeform 6">
              <a:extLst>
                <a:ext uri="{FF2B5EF4-FFF2-40B4-BE49-F238E27FC236}">
                  <a16:creationId xmlns:a16="http://schemas.microsoft.com/office/drawing/2014/main" id="{A848FF30-7F47-EF40-9B21-6336F9996053}"/>
                </a:ext>
              </a:extLst>
            </p:cNvPr>
            <p:cNvSpPr/>
            <p:nvPr/>
          </p:nvSpPr>
          <p:spPr>
            <a:xfrm>
              <a:off x="858982" y="3297383"/>
              <a:ext cx="9628910" cy="1944054"/>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731818"/>
                <a:gd name="connsiteX1" fmla="*/ 9628909 w 9628909"/>
                <a:gd name="connsiteY1" fmla="*/ 13854 h 1731818"/>
                <a:gd name="connsiteX2" fmla="*/ 9628909 w 9628909"/>
                <a:gd name="connsiteY2" fmla="*/ 1122218 h 1731818"/>
                <a:gd name="connsiteX3" fmla="*/ 5389418 w 9628909"/>
                <a:gd name="connsiteY3" fmla="*/ 1108364 h 1731818"/>
                <a:gd name="connsiteX4" fmla="*/ 5375564 w 9628909"/>
                <a:gd name="connsiteY4" fmla="*/ 665017 h 1731818"/>
                <a:gd name="connsiteX5" fmla="*/ 1856509 w 9628909"/>
                <a:gd name="connsiteY5" fmla="*/ 651163 h 1731818"/>
                <a:gd name="connsiteX6" fmla="*/ 1828801 w 9628909"/>
                <a:gd name="connsiteY6" fmla="*/ 1731818 h 1731818"/>
                <a:gd name="connsiteX7" fmla="*/ 0 w 9628909"/>
                <a:gd name="connsiteY7" fmla="*/ 1080654 h 1731818"/>
                <a:gd name="connsiteX8" fmla="*/ 110837 w 9628909"/>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108364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306291 w 9518072"/>
                <a:gd name="connsiteY4" fmla="*/ 1510144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31927"/>
                <a:gd name="connsiteY0" fmla="*/ 0 h 1925782"/>
                <a:gd name="connsiteX1" fmla="*/ 9518072 w 9531927"/>
                <a:gd name="connsiteY1" fmla="*/ 13854 h 1925782"/>
                <a:gd name="connsiteX2" fmla="*/ 9531927 w 9531927"/>
                <a:gd name="connsiteY2" fmla="*/ 1925782 h 1925782"/>
                <a:gd name="connsiteX3" fmla="*/ 5278581 w 9531927"/>
                <a:gd name="connsiteY3" fmla="*/ 1662545 h 1925782"/>
                <a:gd name="connsiteX4" fmla="*/ 5306291 w 9531927"/>
                <a:gd name="connsiteY4" fmla="*/ 1510144 h 1925782"/>
                <a:gd name="connsiteX5" fmla="*/ 1759526 w 9531927"/>
                <a:gd name="connsiteY5" fmla="*/ 1482436 h 1925782"/>
                <a:gd name="connsiteX6" fmla="*/ 1717964 w 9531927"/>
                <a:gd name="connsiteY6" fmla="*/ 1731818 h 1925782"/>
                <a:gd name="connsiteX7" fmla="*/ 152399 w 9531927"/>
                <a:gd name="connsiteY7" fmla="*/ 1634836 h 1925782"/>
                <a:gd name="connsiteX8" fmla="*/ 0 w 9531927"/>
                <a:gd name="connsiteY8" fmla="*/ 0 h 1925782"/>
                <a:gd name="connsiteX0" fmla="*/ 0 w 9531927"/>
                <a:gd name="connsiteY0" fmla="*/ 0 h 1939636"/>
                <a:gd name="connsiteX1" fmla="*/ 9518072 w 9531927"/>
                <a:gd name="connsiteY1" fmla="*/ 13854 h 1939636"/>
                <a:gd name="connsiteX2" fmla="*/ 9531927 w 9531927"/>
                <a:gd name="connsiteY2" fmla="*/ 1925782 h 1939636"/>
                <a:gd name="connsiteX3" fmla="*/ 5292436 w 9531927"/>
                <a:gd name="connsiteY3" fmla="*/ 1939636 h 1939636"/>
                <a:gd name="connsiteX4" fmla="*/ 5306291 w 9531927"/>
                <a:gd name="connsiteY4" fmla="*/ 1510144 h 1939636"/>
                <a:gd name="connsiteX5" fmla="*/ 1759526 w 9531927"/>
                <a:gd name="connsiteY5" fmla="*/ 1482436 h 1939636"/>
                <a:gd name="connsiteX6" fmla="*/ 1717964 w 9531927"/>
                <a:gd name="connsiteY6" fmla="*/ 1731818 h 1939636"/>
                <a:gd name="connsiteX7" fmla="*/ 152399 w 9531927"/>
                <a:gd name="connsiteY7" fmla="*/ 1634836 h 1939636"/>
                <a:gd name="connsiteX8" fmla="*/ 0 w 9531927"/>
                <a:gd name="connsiteY8" fmla="*/ 0 h 1939636"/>
                <a:gd name="connsiteX0" fmla="*/ 0 w 9531927"/>
                <a:gd name="connsiteY0" fmla="*/ 0 h 1939637"/>
                <a:gd name="connsiteX1" fmla="*/ 9518072 w 9531927"/>
                <a:gd name="connsiteY1" fmla="*/ 13854 h 1939637"/>
                <a:gd name="connsiteX2" fmla="*/ 9531927 w 9531927"/>
                <a:gd name="connsiteY2" fmla="*/ 1925782 h 1939637"/>
                <a:gd name="connsiteX3" fmla="*/ 5292436 w 9531927"/>
                <a:gd name="connsiteY3" fmla="*/ 1939636 h 1939637"/>
                <a:gd name="connsiteX4" fmla="*/ 5306291 w 9531927"/>
                <a:gd name="connsiteY4" fmla="*/ 1510144 h 1939637"/>
                <a:gd name="connsiteX5" fmla="*/ 1759526 w 9531927"/>
                <a:gd name="connsiteY5" fmla="*/ 1482436 h 1939637"/>
                <a:gd name="connsiteX6" fmla="*/ 1704109 w 9531927"/>
                <a:gd name="connsiteY6" fmla="*/ 1939637 h 1939637"/>
                <a:gd name="connsiteX7" fmla="*/ 152399 w 9531927"/>
                <a:gd name="connsiteY7" fmla="*/ 1634836 h 1939637"/>
                <a:gd name="connsiteX8" fmla="*/ 0 w 9531927"/>
                <a:gd name="connsiteY8" fmla="*/ 0 h 1939637"/>
                <a:gd name="connsiteX0" fmla="*/ 96983 w 9628910"/>
                <a:gd name="connsiteY0" fmla="*/ 0 h 1939637"/>
                <a:gd name="connsiteX1" fmla="*/ 9615055 w 9628910"/>
                <a:gd name="connsiteY1" fmla="*/ 13854 h 1939637"/>
                <a:gd name="connsiteX2" fmla="*/ 9628910 w 9628910"/>
                <a:gd name="connsiteY2" fmla="*/ 1925782 h 1939637"/>
                <a:gd name="connsiteX3" fmla="*/ 5389419 w 9628910"/>
                <a:gd name="connsiteY3" fmla="*/ 1939636 h 1939637"/>
                <a:gd name="connsiteX4" fmla="*/ 5403274 w 9628910"/>
                <a:gd name="connsiteY4" fmla="*/ 1510144 h 1939637"/>
                <a:gd name="connsiteX5" fmla="*/ 1856509 w 9628910"/>
                <a:gd name="connsiteY5" fmla="*/ 1482436 h 1939637"/>
                <a:gd name="connsiteX6" fmla="*/ 1801092 w 9628910"/>
                <a:gd name="connsiteY6" fmla="*/ 1939637 h 1939637"/>
                <a:gd name="connsiteX7" fmla="*/ 0 w 9628910"/>
                <a:gd name="connsiteY7" fmla="*/ 1884218 h 1939637"/>
                <a:gd name="connsiteX8" fmla="*/ 96983 w 9628910"/>
                <a:gd name="connsiteY8" fmla="*/ 0 h 1939637"/>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403274 w 9628910"/>
                <a:gd name="connsiteY4" fmla="*/ 1510144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341431 w 9628910"/>
                <a:gd name="connsiteY4" fmla="*/ 1505726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28910" h="1944054">
                  <a:moveTo>
                    <a:pt x="96983" y="0"/>
                  </a:moveTo>
                  <a:lnTo>
                    <a:pt x="9615055" y="13854"/>
                  </a:lnTo>
                  <a:lnTo>
                    <a:pt x="9628910" y="1925782"/>
                  </a:lnTo>
                  <a:lnTo>
                    <a:pt x="5349662" y="1944054"/>
                  </a:lnTo>
                  <a:lnTo>
                    <a:pt x="5341431" y="1505726"/>
                  </a:lnTo>
                  <a:lnTo>
                    <a:pt x="1856509" y="1482436"/>
                  </a:lnTo>
                  <a:lnTo>
                    <a:pt x="1801092" y="1939637"/>
                  </a:lnTo>
                  <a:lnTo>
                    <a:pt x="0" y="1884218"/>
                  </a:lnTo>
                  <a:lnTo>
                    <a:pt x="96983" y="0"/>
                  </a:lnTo>
                  <a:close/>
                </a:path>
              </a:pathLst>
            </a:cu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1470E4B3-DFDA-4D4A-93DD-AEAF7A1D9F63}"/>
                </a:ext>
              </a:extLst>
            </p:cNvPr>
            <p:cNvSpPr/>
            <p:nvPr/>
          </p:nvSpPr>
          <p:spPr>
            <a:xfrm>
              <a:off x="2299855" y="5112326"/>
              <a:ext cx="8118764" cy="1052948"/>
            </a:xfrm>
            <a:prstGeom prst="rect">
              <a:avLst/>
            </a:pr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EA85C68C-577E-304A-9FB5-077E1B7756F7}"/>
                </a:ext>
              </a:extLst>
            </p:cNvPr>
            <p:cNvSpPr/>
            <p:nvPr/>
          </p:nvSpPr>
          <p:spPr>
            <a:xfrm flipV="1">
              <a:off x="900546" y="5915892"/>
              <a:ext cx="9531927" cy="94210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6650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080654"/>
                <a:gd name="connsiteX1" fmla="*/ 9628909 w 9628909"/>
                <a:gd name="connsiteY1" fmla="*/ 13854 h 1080654"/>
                <a:gd name="connsiteX2" fmla="*/ 9628909 w 9628909"/>
                <a:gd name="connsiteY2" fmla="*/ 665018 h 1080654"/>
                <a:gd name="connsiteX3" fmla="*/ 5417127 w 9628909"/>
                <a:gd name="connsiteY3" fmla="*/ 692728 h 1080654"/>
                <a:gd name="connsiteX4" fmla="*/ 5430982 w 9628909"/>
                <a:gd name="connsiteY4" fmla="*/ 207817 h 1080654"/>
                <a:gd name="connsiteX5" fmla="*/ 1884218 w 9628909"/>
                <a:gd name="connsiteY5" fmla="*/ 138545 h 1080654"/>
                <a:gd name="connsiteX6" fmla="*/ 1884219 w 9628909"/>
                <a:gd name="connsiteY6" fmla="*/ 665018 h 1080654"/>
                <a:gd name="connsiteX7" fmla="*/ 0 w 9628909"/>
                <a:gd name="connsiteY7" fmla="*/ 1080654 h 1080654"/>
                <a:gd name="connsiteX8" fmla="*/ 110837 w 9628909"/>
                <a:gd name="connsiteY8" fmla="*/ 0 h 1080654"/>
                <a:gd name="connsiteX0" fmla="*/ 69274 w 9587346"/>
                <a:gd name="connsiteY0" fmla="*/ 0 h 692728"/>
                <a:gd name="connsiteX1" fmla="*/ 9587346 w 9587346"/>
                <a:gd name="connsiteY1" fmla="*/ 13854 h 692728"/>
                <a:gd name="connsiteX2" fmla="*/ 9587346 w 9587346"/>
                <a:gd name="connsiteY2" fmla="*/ 665018 h 692728"/>
                <a:gd name="connsiteX3" fmla="*/ 5375564 w 9587346"/>
                <a:gd name="connsiteY3" fmla="*/ 692728 h 692728"/>
                <a:gd name="connsiteX4" fmla="*/ 5389419 w 9587346"/>
                <a:gd name="connsiteY4" fmla="*/ 207817 h 692728"/>
                <a:gd name="connsiteX5" fmla="*/ 1842655 w 9587346"/>
                <a:gd name="connsiteY5" fmla="*/ 138545 h 692728"/>
                <a:gd name="connsiteX6" fmla="*/ 1842656 w 9587346"/>
                <a:gd name="connsiteY6" fmla="*/ 665018 h 692728"/>
                <a:gd name="connsiteX7" fmla="*/ 0 w 9587346"/>
                <a:gd name="connsiteY7" fmla="*/ 526472 h 692728"/>
                <a:gd name="connsiteX8" fmla="*/ 69274 w 9587346"/>
                <a:gd name="connsiteY8" fmla="*/ 0 h 69272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87237 w 9531927"/>
                <a:gd name="connsiteY6" fmla="*/ 665018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748145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298661 w 9531927"/>
                <a:gd name="connsiteY4" fmla="*/ 198982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31927" h="942108">
                  <a:moveTo>
                    <a:pt x="13855" y="0"/>
                  </a:moveTo>
                  <a:lnTo>
                    <a:pt x="9531927" y="13854"/>
                  </a:lnTo>
                  <a:lnTo>
                    <a:pt x="9531927" y="665018"/>
                  </a:lnTo>
                  <a:lnTo>
                    <a:pt x="5289224" y="652972"/>
                  </a:lnTo>
                  <a:lnTo>
                    <a:pt x="5298661" y="198982"/>
                  </a:lnTo>
                  <a:lnTo>
                    <a:pt x="1717964" y="221672"/>
                  </a:lnTo>
                  <a:cubicBezTo>
                    <a:pt x="1717964" y="397163"/>
                    <a:pt x="1759528" y="711200"/>
                    <a:pt x="1759528" y="886691"/>
                  </a:cubicBezTo>
                  <a:lnTo>
                    <a:pt x="0" y="942108"/>
                  </a:lnTo>
                  <a:lnTo>
                    <a:pt x="13855" y="0"/>
                  </a:lnTo>
                  <a:close/>
                </a:path>
              </a:pathLst>
            </a:cu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A11ECD7F-5BE0-CD47-B7BE-F200416FECED}"/>
              </a:ext>
            </a:extLst>
          </p:cNvPr>
          <p:cNvGrpSpPr/>
          <p:nvPr/>
        </p:nvGrpSpPr>
        <p:grpSpPr>
          <a:xfrm>
            <a:off x="2701636" y="4804081"/>
            <a:ext cx="3505199" cy="1804550"/>
            <a:chOff x="2701636" y="4319159"/>
            <a:chExt cx="3505199" cy="1804550"/>
          </a:xfrm>
        </p:grpSpPr>
        <p:sp>
          <p:nvSpPr>
            <p:cNvPr id="3" name="Rectangle 2">
              <a:extLst>
                <a:ext uri="{FF2B5EF4-FFF2-40B4-BE49-F238E27FC236}">
                  <a16:creationId xmlns:a16="http://schemas.microsoft.com/office/drawing/2014/main" id="{0F0BC283-76C4-1340-944F-7C4D353D8FFC}"/>
                </a:ext>
              </a:extLst>
            </p:cNvPr>
            <p:cNvSpPr/>
            <p:nvPr/>
          </p:nvSpPr>
          <p:spPr>
            <a:xfrm>
              <a:off x="2701636" y="5791200"/>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 name="Rectangle 30">
              <a:extLst>
                <a:ext uri="{FF2B5EF4-FFF2-40B4-BE49-F238E27FC236}">
                  <a16:creationId xmlns:a16="http://schemas.microsoft.com/office/drawing/2014/main" id="{0DA5FFD1-43DB-9B46-9554-CAB7DAD58DCA}"/>
                </a:ext>
              </a:extLst>
            </p:cNvPr>
            <p:cNvSpPr/>
            <p:nvPr/>
          </p:nvSpPr>
          <p:spPr>
            <a:xfrm>
              <a:off x="2715489" y="4319159"/>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Up-Down Arrow 4">
              <a:extLst>
                <a:ext uri="{FF2B5EF4-FFF2-40B4-BE49-F238E27FC236}">
                  <a16:creationId xmlns:a16="http://schemas.microsoft.com/office/drawing/2014/main" id="{22823C07-49B0-9845-9B7A-6F370B443BE1}"/>
                </a:ext>
              </a:extLst>
            </p:cNvPr>
            <p:cNvSpPr/>
            <p:nvPr/>
          </p:nvSpPr>
          <p:spPr>
            <a:xfrm>
              <a:off x="4419600" y="4682823"/>
              <a:ext cx="290945" cy="1094521"/>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D205B53A-AC28-8740-95E3-3E5959F5B0CD}"/>
                </a:ext>
              </a:extLst>
            </p:cNvPr>
            <p:cNvSpPr txBox="1"/>
            <p:nvPr/>
          </p:nvSpPr>
          <p:spPr>
            <a:xfrm>
              <a:off x="4031673" y="5029209"/>
              <a:ext cx="1066061"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match!</a:t>
              </a:r>
            </a:p>
          </p:txBody>
        </p:sp>
      </p:grpSp>
      <p:sp>
        <p:nvSpPr>
          <p:cNvPr id="35" name="Slide Number Placeholder 4">
            <a:extLst>
              <a:ext uri="{FF2B5EF4-FFF2-40B4-BE49-F238E27FC236}">
                <a16:creationId xmlns:a16="http://schemas.microsoft.com/office/drawing/2014/main" id="{41B73FEC-A96A-8347-A60F-5E87D5B24CA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16</a:t>
            </a:fld>
            <a:endParaRPr lang="en-US" dirty="0"/>
          </a:p>
        </p:txBody>
      </p:sp>
    </p:spTree>
    <p:extLst>
      <p:ext uri="{BB962C8B-B14F-4D97-AF65-F5344CB8AC3E}">
        <p14:creationId xmlns:p14="http://schemas.microsoft.com/office/powerpoint/2010/main" val="22045319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Longest prefix matching</a:t>
            </a:r>
          </a:p>
        </p:txBody>
      </p:sp>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examples</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nvGrpSpPr>
          <p:cNvPr id="10" name="Group 9">
            <a:extLst>
              <a:ext uri="{FF2B5EF4-FFF2-40B4-BE49-F238E27FC236}">
                <a16:creationId xmlns:a16="http://schemas.microsoft.com/office/drawing/2014/main" id="{93F8BEA5-3425-B944-909B-1B37A09661F3}"/>
              </a:ext>
            </a:extLst>
          </p:cNvPr>
          <p:cNvGrpSpPr/>
          <p:nvPr/>
        </p:nvGrpSpPr>
        <p:grpSpPr>
          <a:xfrm>
            <a:off x="858981" y="3297382"/>
            <a:ext cx="9615055" cy="3560618"/>
            <a:chOff x="858981" y="3297382"/>
            <a:chExt cx="9615055" cy="3560618"/>
          </a:xfrm>
        </p:grpSpPr>
        <p:sp>
          <p:nvSpPr>
            <p:cNvPr id="7" name="Freeform 6">
              <a:extLst>
                <a:ext uri="{FF2B5EF4-FFF2-40B4-BE49-F238E27FC236}">
                  <a16:creationId xmlns:a16="http://schemas.microsoft.com/office/drawing/2014/main" id="{A848FF30-7F47-EF40-9B21-6336F9996053}"/>
                </a:ext>
              </a:extLst>
            </p:cNvPr>
            <p:cNvSpPr/>
            <p:nvPr/>
          </p:nvSpPr>
          <p:spPr>
            <a:xfrm>
              <a:off x="858981" y="3297382"/>
              <a:ext cx="9615055" cy="188421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731818"/>
                <a:gd name="connsiteX1" fmla="*/ 9628909 w 9628909"/>
                <a:gd name="connsiteY1" fmla="*/ 13854 h 1731818"/>
                <a:gd name="connsiteX2" fmla="*/ 9628909 w 9628909"/>
                <a:gd name="connsiteY2" fmla="*/ 1122218 h 1731818"/>
                <a:gd name="connsiteX3" fmla="*/ 5389418 w 9628909"/>
                <a:gd name="connsiteY3" fmla="*/ 1108364 h 1731818"/>
                <a:gd name="connsiteX4" fmla="*/ 5375564 w 9628909"/>
                <a:gd name="connsiteY4" fmla="*/ 665017 h 1731818"/>
                <a:gd name="connsiteX5" fmla="*/ 1856509 w 9628909"/>
                <a:gd name="connsiteY5" fmla="*/ 651163 h 1731818"/>
                <a:gd name="connsiteX6" fmla="*/ 1828801 w 9628909"/>
                <a:gd name="connsiteY6" fmla="*/ 1731818 h 1731818"/>
                <a:gd name="connsiteX7" fmla="*/ 0 w 9628909"/>
                <a:gd name="connsiteY7" fmla="*/ 1080654 h 1731818"/>
                <a:gd name="connsiteX8" fmla="*/ 110837 w 9628909"/>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108364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306291 w 9518072"/>
                <a:gd name="connsiteY4" fmla="*/ 1510144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31927"/>
                <a:gd name="connsiteY0" fmla="*/ 0 h 1925782"/>
                <a:gd name="connsiteX1" fmla="*/ 9518072 w 9531927"/>
                <a:gd name="connsiteY1" fmla="*/ 13854 h 1925782"/>
                <a:gd name="connsiteX2" fmla="*/ 9531927 w 9531927"/>
                <a:gd name="connsiteY2" fmla="*/ 1925782 h 1925782"/>
                <a:gd name="connsiteX3" fmla="*/ 5278581 w 9531927"/>
                <a:gd name="connsiteY3" fmla="*/ 1662545 h 1925782"/>
                <a:gd name="connsiteX4" fmla="*/ 5306291 w 9531927"/>
                <a:gd name="connsiteY4" fmla="*/ 1510144 h 1925782"/>
                <a:gd name="connsiteX5" fmla="*/ 1759526 w 9531927"/>
                <a:gd name="connsiteY5" fmla="*/ 1482436 h 1925782"/>
                <a:gd name="connsiteX6" fmla="*/ 1717964 w 9531927"/>
                <a:gd name="connsiteY6" fmla="*/ 1731818 h 1925782"/>
                <a:gd name="connsiteX7" fmla="*/ 152399 w 9531927"/>
                <a:gd name="connsiteY7" fmla="*/ 1634836 h 1925782"/>
                <a:gd name="connsiteX8" fmla="*/ 0 w 9531927"/>
                <a:gd name="connsiteY8" fmla="*/ 0 h 1925782"/>
                <a:gd name="connsiteX0" fmla="*/ 0 w 9531927"/>
                <a:gd name="connsiteY0" fmla="*/ 0 h 1939636"/>
                <a:gd name="connsiteX1" fmla="*/ 9518072 w 9531927"/>
                <a:gd name="connsiteY1" fmla="*/ 13854 h 1939636"/>
                <a:gd name="connsiteX2" fmla="*/ 9531927 w 9531927"/>
                <a:gd name="connsiteY2" fmla="*/ 1925782 h 1939636"/>
                <a:gd name="connsiteX3" fmla="*/ 5292436 w 9531927"/>
                <a:gd name="connsiteY3" fmla="*/ 1939636 h 1939636"/>
                <a:gd name="connsiteX4" fmla="*/ 5306291 w 9531927"/>
                <a:gd name="connsiteY4" fmla="*/ 1510144 h 1939636"/>
                <a:gd name="connsiteX5" fmla="*/ 1759526 w 9531927"/>
                <a:gd name="connsiteY5" fmla="*/ 1482436 h 1939636"/>
                <a:gd name="connsiteX6" fmla="*/ 1717964 w 9531927"/>
                <a:gd name="connsiteY6" fmla="*/ 1731818 h 1939636"/>
                <a:gd name="connsiteX7" fmla="*/ 152399 w 9531927"/>
                <a:gd name="connsiteY7" fmla="*/ 1634836 h 1939636"/>
                <a:gd name="connsiteX8" fmla="*/ 0 w 9531927"/>
                <a:gd name="connsiteY8" fmla="*/ 0 h 1939636"/>
                <a:gd name="connsiteX0" fmla="*/ 0 w 9531927"/>
                <a:gd name="connsiteY0" fmla="*/ 0 h 1939637"/>
                <a:gd name="connsiteX1" fmla="*/ 9518072 w 9531927"/>
                <a:gd name="connsiteY1" fmla="*/ 13854 h 1939637"/>
                <a:gd name="connsiteX2" fmla="*/ 9531927 w 9531927"/>
                <a:gd name="connsiteY2" fmla="*/ 1925782 h 1939637"/>
                <a:gd name="connsiteX3" fmla="*/ 5292436 w 9531927"/>
                <a:gd name="connsiteY3" fmla="*/ 1939636 h 1939637"/>
                <a:gd name="connsiteX4" fmla="*/ 5306291 w 9531927"/>
                <a:gd name="connsiteY4" fmla="*/ 1510144 h 1939637"/>
                <a:gd name="connsiteX5" fmla="*/ 1759526 w 9531927"/>
                <a:gd name="connsiteY5" fmla="*/ 1482436 h 1939637"/>
                <a:gd name="connsiteX6" fmla="*/ 1704109 w 9531927"/>
                <a:gd name="connsiteY6" fmla="*/ 1939637 h 1939637"/>
                <a:gd name="connsiteX7" fmla="*/ 152399 w 9531927"/>
                <a:gd name="connsiteY7" fmla="*/ 1634836 h 1939637"/>
                <a:gd name="connsiteX8" fmla="*/ 0 w 9531927"/>
                <a:gd name="connsiteY8" fmla="*/ 0 h 1939637"/>
                <a:gd name="connsiteX0" fmla="*/ 96983 w 9628910"/>
                <a:gd name="connsiteY0" fmla="*/ 0 h 1939637"/>
                <a:gd name="connsiteX1" fmla="*/ 9615055 w 9628910"/>
                <a:gd name="connsiteY1" fmla="*/ 13854 h 1939637"/>
                <a:gd name="connsiteX2" fmla="*/ 9628910 w 9628910"/>
                <a:gd name="connsiteY2" fmla="*/ 1925782 h 1939637"/>
                <a:gd name="connsiteX3" fmla="*/ 5389419 w 9628910"/>
                <a:gd name="connsiteY3" fmla="*/ 1939636 h 1939637"/>
                <a:gd name="connsiteX4" fmla="*/ 5403274 w 9628910"/>
                <a:gd name="connsiteY4" fmla="*/ 1510144 h 1939637"/>
                <a:gd name="connsiteX5" fmla="*/ 1856509 w 9628910"/>
                <a:gd name="connsiteY5" fmla="*/ 1482436 h 1939637"/>
                <a:gd name="connsiteX6" fmla="*/ 1801092 w 9628910"/>
                <a:gd name="connsiteY6" fmla="*/ 1939637 h 1939637"/>
                <a:gd name="connsiteX7" fmla="*/ 0 w 9628910"/>
                <a:gd name="connsiteY7" fmla="*/ 1884218 h 1939637"/>
                <a:gd name="connsiteX8" fmla="*/ 96983 w 9628910"/>
                <a:gd name="connsiteY8" fmla="*/ 0 h 1939637"/>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403274 w 9628910"/>
                <a:gd name="connsiteY4" fmla="*/ 1510144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341431 w 9628910"/>
                <a:gd name="connsiteY4" fmla="*/ 1505726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 name="connsiteX0" fmla="*/ 96983 w 9628910"/>
                <a:gd name="connsiteY0" fmla="*/ 0 h 1939637"/>
                <a:gd name="connsiteX1" fmla="*/ 9615055 w 9628910"/>
                <a:gd name="connsiteY1" fmla="*/ 13854 h 1939637"/>
                <a:gd name="connsiteX2" fmla="*/ 9628910 w 9628910"/>
                <a:gd name="connsiteY2" fmla="*/ 1925782 h 1939637"/>
                <a:gd name="connsiteX3" fmla="*/ 5848426 w 9628910"/>
                <a:gd name="connsiteY3" fmla="*/ 1500709 h 1939637"/>
                <a:gd name="connsiteX4" fmla="*/ 5341431 w 9628910"/>
                <a:gd name="connsiteY4" fmla="*/ 1505726 h 1939637"/>
                <a:gd name="connsiteX5" fmla="*/ 1856509 w 9628910"/>
                <a:gd name="connsiteY5" fmla="*/ 1482436 h 1939637"/>
                <a:gd name="connsiteX6" fmla="*/ 1801092 w 9628910"/>
                <a:gd name="connsiteY6" fmla="*/ 1939637 h 1939637"/>
                <a:gd name="connsiteX7" fmla="*/ 0 w 9628910"/>
                <a:gd name="connsiteY7" fmla="*/ 1884218 h 1939637"/>
                <a:gd name="connsiteX8" fmla="*/ 96983 w 9628910"/>
                <a:gd name="connsiteY8" fmla="*/ 0 h 1939637"/>
                <a:gd name="connsiteX0" fmla="*/ 96983 w 9615055"/>
                <a:gd name="connsiteY0" fmla="*/ 0 h 1939637"/>
                <a:gd name="connsiteX1" fmla="*/ 9615055 w 9615055"/>
                <a:gd name="connsiteY1" fmla="*/ 13854 h 1939637"/>
                <a:gd name="connsiteX2" fmla="*/ 9545783 w 9615055"/>
                <a:gd name="connsiteY2" fmla="*/ 1510146 h 1939637"/>
                <a:gd name="connsiteX3" fmla="*/ 5848426 w 9615055"/>
                <a:gd name="connsiteY3" fmla="*/ 1500709 h 1939637"/>
                <a:gd name="connsiteX4" fmla="*/ 5341431 w 9615055"/>
                <a:gd name="connsiteY4" fmla="*/ 1505726 h 1939637"/>
                <a:gd name="connsiteX5" fmla="*/ 1856509 w 9615055"/>
                <a:gd name="connsiteY5" fmla="*/ 1482436 h 1939637"/>
                <a:gd name="connsiteX6" fmla="*/ 1801092 w 9615055"/>
                <a:gd name="connsiteY6" fmla="*/ 1939637 h 1939637"/>
                <a:gd name="connsiteX7" fmla="*/ 0 w 9615055"/>
                <a:gd name="connsiteY7" fmla="*/ 1884218 h 1939637"/>
                <a:gd name="connsiteX8" fmla="*/ 96983 w 9615055"/>
                <a:gd name="connsiteY8" fmla="*/ 0 h 1939637"/>
                <a:gd name="connsiteX0" fmla="*/ 96983 w 9615055"/>
                <a:gd name="connsiteY0" fmla="*/ 0 h 1939637"/>
                <a:gd name="connsiteX1" fmla="*/ 9615055 w 9615055"/>
                <a:gd name="connsiteY1" fmla="*/ 13854 h 1939637"/>
                <a:gd name="connsiteX2" fmla="*/ 9545783 w 9615055"/>
                <a:gd name="connsiteY2" fmla="*/ 1510146 h 1939637"/>
                <a:gd name="connsiteX3" fmla="*/ 5848426 w 9615055"/>
                <a:gd name="connsiteY3" fmla="*/ 1500709 h 1939637"/>
                <a:gd name="connsiteX4" fmla="*/ 5826340 w 9615055"/>
                <a:gd name="connsiteY4" fmla="*/ 1006963 h 1939637"/>
                <a:gd name="connsiteX5" fmla="*/ 1856509 w 9615055"/>
                <a:gd name="connsiteY5" fmla="*/ 1482436 h 1939637"/>
                <a:gd name="connsiteX6" fmla="*/ 1801092 w 9615055"/>
                <a:gd name="connsiteY6" fmla="*/ 1939637 h 1939637"/>
                <a:gd name="connsiteX7" fmla="*/ 0 w 9615055"/>
                <a:gd name="connsiteY7" fmla="*/ 1884218 h 1939637"/>
                <a:gd name="connsiteX8" fmla="*/ 96983 w 9615055"/>
                <a:gd name="connsiteY8" fmla="*/ 0 h 1939637"/>
                <a:gd name="connsiteX0" fmla="*/ 96983 w 9615055"/>
                <a:gd name="connsiteY0" fmla="*/ 0 h 1939637"/>
                <a:gd name="connsiteX1" fmla="*/ 9615055 w 9615055"/>
                <a:gd name="connsiteY1" fmla="*/ 13854 h 1939637"/>
                <a:gd name="connsiteX2" fmla="*/ 9545783 w 9615055"/>
                <a:gd name="connsiteY2" fmla="*/ 1510146 h 1939637"/>
                <a:gd name="connsiteX3" fmla="*/ 5848426 w 9615055"/>
                <a:gd name="connsiteY3" fmla="*/ 1500709 h 1939637"/>
                <a:gd name="connsiteX4" fmla="*/ 5826340 w 9615055"/>
                <a:gd name="connsiteY4" fmla="*/ 1006963 h 1939637"/>
                <a:gd name="connsiteX5" fmla="*/ 1856509 w 9615055"/>
                <a:gd name="connsiteY5" fmla="*/ 1066799 h 1939637"/>
                <a:gd name="connsiteX6" fmla="*/ 1801092 w 9615055"/>
                <a:gd name="connsiteY6" fmla="*/ 1939637 h 1939637"/>
                <a:gd name="connsiteX7" fmla="*/ 0 w 9615055"/>
                <a:gd name="connsiteY7" fmla="*/ 1884218 h 1939637"/>
                <a:gd name="connsiteX8" fmla="*/ 96983 w 9615055"/>
                <a:gd name="connsiteY8" fmla="*/ 0 h 1939637"/>
                <a:gd name="connsiteX0" fmla="*/ 96983 w 9615055"/>
                <a:gd name="connsiteY0" fmla="*/ 0 h 1884218"/>
                <a:gd name="connsiteX1" fmla="*/ 9615055 w 9615055"/>
                <a:gd name="connsiteY1" fmla="*/ 13854 h 1884218"/>
                <a:gd name="connsiteX2" fmla="*/ 9545783 w 9615055"/>
                <a:gd name="connsiteY2" fmla="*/ 1510146 h 1884218"/>
                <a:gd name="connsiteX3" fmla="*/ 5848426 w 9615055"/>
                <a:gd name="connsiteY3" fmla="*/ 1500709 h 1884218"/>
                <a:gd name="connsiteX4" fmla="*/ 5826340 w 9615055"/>
                <a:gd name="connsiteY4" fmla="*/ 1006963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848426 w 9615055"/>
                <a:gd name="connsiteY3" fmla="*/ 1500709 h 1884218"/>
                <a:gd name="connsiteX4" fmla="*/ 5833928 w 9615055"/>
                <a:gd name="connsiteY4" fmla="*/ 1063876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833928 w 9615055"/>
                <a:gd name="connsiteY4" fmla="*/ 1063876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88397 w 9615055"/>
                <a:gd name="connsiteY4" fmla="*/ 1063876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37712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26330 w 9615055"/>
                <a:gd name="connsiteY6" fmla="*/ 1818740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26330 w 9615055"/>
                <a:gd name="connsiteY6" fmla="*/ 1818740 h 1884218"/>
                <a:gd name="connsiteX7" fmla="*/ 0 w 9615055"/>
                <a:gd name="connsiteY7" fmla="*/ 1884218 h 1884218"/>
                <a:gd name="connsiteX8" fmla="*/ 96983 w 9615055"/>
                <a:gd name="connsiteY8" fmla="*/ 0 h 1884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15055" h="1884218">
                  <a:moveTo>
                    <a:pt x="96983" y="0"/>
                  </a:moveTo>
                  <a:lnTo>
                    <a:pt x="9615055" y="13854"/>
                  </a:lnTo>
                  <a:lnTo>
                    <a:pt x="9545783" y="1510146"/>
                  </a:lnTo>
                  <a:lnTo>
                    <a:pt x="5787719" y="1504503"/>
                  </a:lnTo>
                  <a:cubicBezTo>
                    <a:pt x="5789210" y="1356363"/>
                    <a:pt x="5790700" y="1208222"/>
                    <a:pt x="5792191" y="1060082"/>
                  </a:cubicBezTo>
                  <a:lnTo>
                    <a:pt x="1829949" y="1063004"/>
                  </a:lnTo>
                  <a:cubicBezTo>
                    <a:pt x="1832537" y="1313651"/>
                    <a:pt x="1835125" y="1571887"/>
                    <a:pt x="1826330" y="1818740"/>
                  </a:cubicBezTo>
                  <a:lnTo>
                    <a:pt x="0" y="1884218"/>
                  </a:lnTo>
                  <a:lnTo>
                    <a:pt x="96983" y="0"/>
                  </a:lnTo>
                  <a:close/>
                </a:path>
              </a:pathLst>
            </a:cu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1470E4B3-DFDA-4D4A-93DD-AEAF7A1D9F63}"/>
                </a:ext>
              </a:extLst>
            </p:cNvPr>
            <p:cNvSpPr/>
            <p:nvPr/>
          </p:nvSpPr>
          <p:spPr>
            <a:xfrm>
              <a:off x="2299855" y="4764472"/>
              <a:ext cx="8118764" cy="1343892"/>
            </a:xfrm>
            <a:prstGeom prst="rect">
              <a:avLst/>
            </a:pr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EA85C68C-577E-304A-9FB5-077E1B7756F7}"/>
                </a:ext>
              </a:extLst>
            </p:cNvPr>
            <p:cNvSpPr/>
            <p:nvPr/>
          </p:nvSpPr>
          <p:spPr>
            <a:xfrm flipV="1">
              <a:off x="900546" y="5915892"/>
              <a:ext cx="9531927" cy="94210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6650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080654"/>
                <a:gd name="connsiteX1" fmla="*/ 9628909 w 9628909"/>
                <a:gd name="connsiteY1" fmla="*/ 13854 h 1080654"/>
                <a:gd name="connsiteX2" fmla="*/ 9628909 w 9628909"/>
                <a:gd name="connsiteY2" fmla="*/ 665018 h 1080654"/>
                <a:gd name="connsiteX3" fmla="*/ 5417127 w 9628909"/>
                <a:gd name="connsiteY3" fmla="*/ 692728 h 1080654"/>
                <a:gd name="connsiteX4" fmla="*/ 5430982 w 9628909"/>
                <a:gd name="connsiteY4" fmla="*/ 207817 h 1080654"/>
                <a:gd name="connsiteX5" fmla="*/ 1884218 w 9628909"/>
                <a:gd name="connsiteY5" fmla="*/ 138545 h 1080654"/>
                <a:gd name="connsiteX6" fmla="*/ 1884219 w 9628909"/>
                <a:gd name="connsiteY6" fmla="*/ 665018 h 1080654"/>
                <a:gd name="connsiteX7" fmla="*/ 0 w 9628909"/>
                <a:gd name="connsiteY7" fmla="*/ 1080654 h 1080654"/>
                <a:gd name="connsiteX8" fmla="*/ 110837 w 9628909"/>
                <a:gd name="connsiteY8" fmla="*/ 0 h 1080654"/>
                <a:gd name="connsiteX0" fmla="*/ 69274 w 9587346"/>
                <a:gd name="connsiteY0" fmla="*/ 0 h 692728"/>
                <a:gd name="connsiteX1" fmla="*/ 9587346 w 9587346"/>
                <a:gd name="connsiteY1" fmla="*/ 13854 h 692728"/>
                <a:gd name="connsiteX2" fmla="*/ 9587346 w 9587346"/>
                <a:gd name="connsiteY2" fmla="*/ 665018 h 692728"/>
                <a:gd name="connsiteX3" fmla="*/ 5375564 w 9587346"/>
                <a:gd name="connsiteY3" fmla="*/ 692728 h 692728"/>
                <a:gd name="connsiteX4" fmla="*/ 5389419 w 9587346"/>
                <a:gd name="connsiteY4" fmla="*/ 207817 h 692728"/>
                <a:gd name="connsiteX5" fmla="*/ 1842655 w 9587346"/>
                <a:gd name="connsiteY5" fmla="*/ 138545 h 692728"/>
                <a:gd name="connsiteX6" fmla="*/ 1842656 w 9587346"/>
                <a:gd name="connsiteY6" fmla="*/ 665018 h 692728"/>
                <a:gd name="connsiteX7" fmla="*/ 0 w 9587346"/>
                <a:gd name="connsiteY7" fmla="*/ 526472 h 692728"/>
                <a:gd name="connsiteX8" fmla="*/ 69274 w 9587346"/>
                <a:gd name="connsiteY8" fmla="*/ 0 h 69272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87237 w 9531927"/>
                <a:gd name="connsiteY6" fmla="*/ 665018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748145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298661 w 9531927"/>
                <a:gd name="connsiteY4" fmla="*/ 198982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728152 w 9531927"/>
                <a:gd name="connsiteY4" fmla="*/ 185128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760279 w 9531927"/>
                <a:gd name="connsiteY3" fmla="*/ 625263 h 942108"/>
                <a:gd name="connsiteX4" fmla="*/ 5728152 w 9531927"/>
                <a:gd name="connsiteY4" fmla="*/ 185128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31927" h="942108">
                  <a:moveTo>
                    <a:pt x="13855" y="0"/>
                  </a:moveTo>
                  <a:lnTo>
                    <a:pt x="9531927" y="13854"/>
                  </a:lnTo>
                  <a:lnTo>
                    <a:pt x="9531927" y="665018"/>
                  </a:lnTo>
                  <a:lnTo>
                    <a:pt x="5760279" y="625263"/>
                  </a:lnTo>
                  <a:lnTo>
                    <a:pt x="5728152" y="185128"/>
                  </a:lnTo>
                  <a:lnTo>
                    <a:pt x="1717964" y="221672"/>
                  </a:lnTo>
                  <a:cubicBezTo>
                    <a:pt x="1717964" y="397163"/>
                    <a:pt x="1759528" y="711200"/>
                    <a:pt x="1759528" y="886691"/>
                  </a:cubicBezTo>
                  <a:lnTo>
                    <a:pt x="0" y="942108"/>
                  </a:lnTo>
                  <a:lnTo>
                    <a:pt x="13855" y="0"/>
                  </a:lnTo>
                  <a:close/>
                </a:path>
              </a:pathLst>
            </a:cu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A11ECD7F-5BE0-CD47-B7BE-F200416FECED}"/>
              </a:ext>
            </a:extLst>
          </p:cNvPr>
          <p:cNvGrpSpPr/>
          <p:nvPr/>
        </p:nvGrpSpPr>
        <p:grpSpPr>
          <a:xfrm>
            <a:off x="2701635" y="4388439"/>
            <a:ext cx="3934692" cy="2261743"/>
            <a:chOff x="2701635" y="3903517"/>
            <a:chExt cx="3934692" cy="2261743"/>
          </a:xfrm>
        </p:grpSpPr>
        <p:sp>
          <p:nvSpPr>
            <p:cNvPr id="3" name="Rectangle 2">
              <a:extLst>
                <a:ext uri="{FF2B5EF4-FFF2-40B4-BE49-F238E27FC236}">
                  <a16:creationId xmlns:a16="http://schemas.microsoft.com/office/drawing/2014/main" id="{0F0BC283-76C4-1340-944F-7C4D353D8FFC}"/>
                </a:ext>
              </a:extLst>
            </p:cNvPr>
            <p:cNvSpPr/>
            <p:nvPr/>
          </p:nvSpPr>
          <p:spPr>
            <a:xfrm>
              <a:off x="2701635" y="5791200"/>
              <a:ext cx="3934691" cy="374060"/>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 name="Rectangle 30">
              <a:extLst>
                <a:ext uri="{FF2B5EF4-FFF2-40B4-BE49-F238E27FC236}">
                  <a16:creationId xmlns:a16="http://schemas.microsoft.com/office/drawing/2014/main" id="{0DA5FFD1-43DB-9B46-9554-CAB7DAD58DCA}"/>
                </a:ext>
              </a:extLst>
            </p:cNvPr>
            <p:cNvSpPr/>
            <p:nvPr/>
          </p:nvSpPr>
          <p:spPr>
            <a:xfrm>
              <a:off x="2715489" y="3903517"/>
              <a:ext cx="3920838" cy="349816"/>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Up-Down Arrow 4">
              <a:extLst>
                <a:ext uri="{FF2B5EF4-FFF2-40B4-BE49-F238E27FC236}">
                  <a16:creationId xmlns:a16="http://schemas.microsoft.com/office/drawing/2014/main" id="{22823C07-49B0-9845-9B7A-6F370B443BE1}"/>
                </a:ext>
              </a:extLst>
            </p:cNvPr>
            <p:cNvSpPr/>
            <p:nvPr/>
          </p:nvSpPr>
          <p:spPr>
            <a:xfrm>
              <a:off x="4419600" y="4294897"/>
              <a:ext cx="346364" cy="1482448"/>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D205B53A-AC28-8740-95E3-3E5959F5B0CD}"/>
                </a:ext>
              </a:extLst>
            </p:cNvPr>
            <p:cNvSpPr txBox="1"/>
            <p:nvPr/>
          </p:nvSpPr>
          <p:spPr>
            <a:xfrm>
              <a:off x="4045528" y="4807539"/>
              <a:ext cx="1066061"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match!</a:t>
              </a:r>
            </a:p>
          </p:txBody>
        </p:sp>
      </p:grpSp>
      <p:sp>
        <p:nvSpPr>
          <p:cNvPr id="35" name="Slide Number Placeholder 4">
            <a:extLst>
              <a:ext uri="{FF2B5EF4-FFF2-40B4-BE49-F238E27FC236}">
                <a16:creationId xmlns:a16="http://schemas.microsoft.com/office/drawing/2014/main" id="{448BDD4C-3288-5747-9BB3-0F1BB4D2595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17</a:t>
            </a:fld>
            <a:endParaRPr lang="en-US" dirty="0"/>
          </a:p>
        </p:txBody>
      </p:sp>
    </p:spTree>
    <p:extLst>
      <p:ext uri="{BB962C8B-B14F-4D97-AF65-F5344CB8AC3E}">
        <p14:creationId xmlns:p14="http://schemas.microsoft.com/office/powerpoint/2010/main" val="36153230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p:txBody>
          <a:bodyPr/>
          <a:lstStyle/>
          <a:p>
            <a:pPr indent="-287338"/>
            <a:r>
              <a:rPr lang="en-US" altLang="en-US" sz="3200" dirty="0">
                <a:ea typeface="ＭＳ Ｐゴシック" panose="020B0600070205080204" pitchFamily="34" charset="-128"/>
                <a:cs typeface="ＭＳ Ｐゴシック" panose="020B0600070205080204" pitchFamily="34" charset="-128"/>
              </a:rPr>
              <a:t>we’ll see</a:t>
            </a:r>
            <a:r>
              <a:rPr lang="en-US" altLang="en-US" sz="3200" i="1" dirty="0">
                <a:solidFill>
                  <a:srgbClr val="000090"/>
                </a:solidFill>
                <a:ea typeface="ＭＳ Ｐゴシック" panose="020B0600070205080204" pitchFamily="34" charset="-128"/>
                <a:cs typeface="ＭＳ Ｐゴシック" panose="020B0600070205080204" pitchFamily="34" charset="-128"/>
              </a:rPr>
              <a:t> why </a:t>
            </a:r>
            <a:r>
              <a:rPr lang="en-US" altLang="en-US" sz="3200" dirty="0">
                <a:ea typeface="ＭＳ Ｐゴシック" panose="020B0600070205080204" pitchFamily="34" charset="-128"/>
                <a:cs typeface="ＭＳ Ｐゴシック" panose="020B0600070205080204" pitchFamily="34" charset="-128"/>
              </a:rPr>
              <a:t>longest prefix matching is used shortly, when we study addressing</a:t>
            </a:r>
          </a:p>
          <a:p>
            <a:pPr indent="-287338"/>
            <a:r>
              <a:rPr lang="en-US" altLang="en-US" sz="3200" dirty="0">
                <a:ea typeface="ＭＳ Ｐゴシック" panose="020B0600070205080204" pitchFamily="34" charset="-128"/>
                <a:cs typeface="ＭＳ Ｐゴシック" panose="020B0600070205080204" pitchFamily="34" charset="-128"/>
              </a:rPr>
              <a:t>longest prefix matching: often performed using ternary content addressable memories (TCAMs)</a:t>
            </a:r>
          </a:p>
          <a:p>
            <a:pPr lvl="1"/>
            <a:r>
              <a:rPr lang="en-US" altLang="en-US" sz="2800" i="1" dirty="0">
                <a:solidFill>
                  <a:srgbClr val="CC0000"/>
                </a:solidFill>
                <a:ea typeface="ＭＳ Ｐゴシック" panose="020B0600070205080204" pitchFamily="34" charset="-128"/>
              </a:rPr>
              <a:t>content addressable: </a:t>
            </a:r>
            <a:r>
              <a:rPr lang="en-US" altLang="en-US" sz="2800" dirty="0">
                <a:ea typeface="ＭＳ Ｐゴシック" panose="020B0600070205080204" pitchFamily="34" charset="-128"/>
              </a:rPr>
              <a:t>present address to TCAM: retrieve address in one clock cycle, regardless of table size</a:t>
            </a:r>
          </a:p>
          <a:p>
            <a:pPr lvl="1"/>
            <a:r>
              <a:rPr lang="en-US" altLang="en-US" sz="2800" dirty="0">
                <a:ea typeface="ＭＳ Ｐゴシック" panose="020B0600070205080204" pitchFamily="34" charset="-128"/>
              </a:rPr>
              <a:t>Cisco Catalyst:  ~1M routing table entries in TCAM</a:t>
            </a:r>
          </a:p>
          <a:p>
            <a:endParaRPr lang="en-US" dirty="0"/>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sz="4800" dirty="0"/>
              <a:t>Longest prefix matching</a:t>
            </a:r>
          </a:p>
        </p:txBody>
      </p:sp>
      <p:sp>
        <p:nvSpPr>
          <p:cNvPr id="4" name="Slide Number Placeholder 4">
            <a:extLst>
              <a:ext uri="{FF2B5EF4-FFF2-40B4-BE49-F238E27FC236}">
                <a16:creationId xmlns:a16="http://schemas.microsoft.com/office/drawing/2014/main" id="{3FF29919-E30C-C848-A2A0-2376EB62D48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18</a:t>
            </a:fld>
            <a:endParaRPr lang="en-US" dirty="0"/>
          </a:p>
        </p:txBody>
      </p:sp>
    </p:spTree>
    <p:extLst>
      <p:ext uri="{BB962C8B-B14F-4D97-AF65-F5344CB8AC3E}">
        <p14:creationId xmlns:p14="http://schemas.microsoft.com/office/powerpoint/2010/main" val="3253087878"/>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spcBef>
                <a:spcPts val="1200"/>
              </a:spcBef>
            </a:pPr>
            <a:r>
              <a:rPr lang="en-US" sz="4800" dirty="0"/>
              <a:t>Sidebar: Network Neutrality</a:t>
            </a:r>
          </a:p>
        </p:txBody>
      </p:sp>
      <p:sp>
        <p:nvSpPr>
          <p:cNvPr id="5" name="Content Placeholder 2"/>
          <p:cNvSpPr>
            <a:spLocks noGrp="1"/>
          </p:cNvSpPr>
          <p:nvPr>
            <p:ph idx="1"/>
          </p:nvPr>
        </p:nvSpPr>
        <p:spPr>
          <a:xfrm>
            <a:off x="793894" y="1421607"/>
            <a:ext cx="10607531" cy="4530306"/>
          </a:xfrm>
        </p:spPr>
        <p:txBody>
          <a:bodyPr>
            <a:noAutofit/>
          </a:bodyPr>
          <a:lstStyle/>
          <a:p>
            <a:pPr marL="0" indent="0">
              <a:lnSpc>
                <a:spcPct val="100000"/>
              </a:lnSpc>
              <a:buNone/>
            </a:pPr>
            <a:r>
              <a:rPr lang="en-US" sz="3600" dirty="0"/>
              <a:t>What is network neutrality?</a:t>
            </a:r>
          </a:p>
          <a:p>
            <a:pPr marL="520700" lvl="1" indent="-338138">
              <a:lnSpc>
                <a:spcPct val="100000"/>
              </a:lnSpc>
              <a:buFont typeface="Wingdings" pitchFamily="2" charset="2"/>
              <a:buChar char="§"/>
              <a:tabLst>
                <a:tab pos="280988" algn="l"/>
              </a:tabLst>
            </a:pPr>
            <a:r>
              <a:rPr lang="en-US" sz="3200" i="1" dirty="0">
                <a:solidFill>
                  <a:srgbClr val="010F90"/>
                </a:solidFill>
              </a:rPr>
              <a:t>technical: </a:t>
            </a:r>
            <a:r>
              <a:rPr lang="en-US" sz="3200" dirty="0"/>
              <a:t>how an ISP should share/allocation its resources</a:t>
            </a:r>
          </a:p>
          <a:p>
            <a:pPr marL="922338" lvl="1" indent="-279400">
              <a:lnSpc>
                <a:spcPct val="100000"/>
              </a:lnSpc>
            </a:pPr>
            <a:r>
              <a:rPr lang="en-US" sz="2800" dirty="0"/>
              <a:t>packet scheduling, buffer management are the </a:t>
            </a:r>
            <a:r>
              <a:rPr lang="en-US" sz="2800" i="1" dirty="0"/>
              <a:t>mechanisms</a:t>
            </a:r>
          </a:p>
          <a:p>
            <a:pPr marL="465138" lvl="1" indent="-282575">
              <a:lnSpc>
                <a:spcPct val="100000"/>
              </a:lnSpc>
              <a:buFont typeface="Wingdings" pitchFamily="2" charset="2"/>
              <a:buChar char="§"/>
            </a:pPr>
            <a:r>
              <a:rPr lang="en-US" sz="3200" i="1" dirty="0">
                <a:solidFill>
                  <a:srgbClr val="0000A3"/>
                </a:solidFill>
              </a:rPr>
              <a:t>social, economic  </a:t>
            </a:r>
            <a:r>
              <a:rPr lang="en-US" sz="3200" dirty="0"/>
              <a:t>principles </a:t>
            </a:r>
          </a:p>
          <a:p>
            <a:pPr marL="922338" lvl="2" indent="-292100">
              <a:lnSpc>
                <a:spcPct val="100000"/>
              </a:lnSpc>
              <a:buClr>
                <a:srgbClr val="0000A3"/>
              </a:buClr>
            </a:pPr>
            <a:r>
              <a:rPr lang="en-US" sz="2800" dirty="0"/>
              <a:t>protecting free speech</a:t>
            </a:r>
          </a:p>
          <a:p>
            <a:pPr marL="922338" lvl="2" indent="-292100">
              <a:lnSpc>
                <a:spcPct val="100000"/>
              </a:lnSpc>
              <a:buClr>
                <a:srgbClr val="0000A3"/>
              </a:buClr>
            </a:pPr>
            <a:r>
              <a:rPr lang="en-US" sz="2800" dirty="0"/>
              <a:t>encouraging innovation, competition</a:t>
            </a:r>
          </a:p>
          <a:p>
            <a:pPr marL="465138" lvl="1" indent="-282575">
              <a:lnSpc>
                <a:spcPct val="100000"/>
              </a:lnSpc>
              <a:buFont typeface="Wingdings" pitchFamily="2" charset="2"/>
              <a:buChar char="§"/>
            </a:pPr>
            <a:r>
              <a:rPr lang="en-US" sz="3200" dirty="0"/>
              <a:t>enforced</a:t>
            </a:r>
            <a:r>
              <a:rPr lang="en-US" sz="3200" i="1" dirty="0"/>
              <a:t> </a:t>
            </a:r>
            <a:r>
              <a:rPr lang="en-US" sz="3200" i="1" dirty="0">
                <a:solidFill>
                  <a:srgbClr val="0000A3"/>
                </a:solidFill>
              </a:rPr>
              <a:t>legal</a:t>
            </a:r>
            <a:r>
              <a:rPr lang="en-US" sz="3200" i="1" dirty="0"/>
              <a:t> </a:t>
            </a:r>
            <a:r>
              <a:rPr lang="en-US" sz="3200" dirty="0"/>
              <a:t>rules and policies</a:t>
            </a:r>
          </a:p>
        </p:txBody>
      </p:sp>
      <p:sp>
        <p:nvSpPr>
          <p:cNvPr id="3" name="TextBox 2">
            <a:extLst>
              <a:ext uri="{FF2B5EF4-FFF2-40B4-BE49-F238E27FC236}">
                <a16:creationId xmlns:a16="http://schemas.microsoft.com/office/drawing/2014/main" id="{CC6088C0-5072-5D4F-AF99-BACB3C9DEDB2}"/>
              </a:ext>
            </a:extLst>
          </p:cNvPr>
          <p:cNvSpPr txBox="1"/>
          <p:nvPr/>
        </p:nvSpPr>
        <p:spPr>
          <a:xfrm>
            <a:off x="1197032" y="5702531"/>
            <a:ext cx="9360126"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Different countries have different “takes” on network neutrality</a:t>
            </a:r>
          </a:p>
        </p:txBody>
      </p:sp>
      <p:sp>
        <p:nvSpPr>
          <p:cNvPr id="6" name="Slide Number Placeholder 4">
            <a:extLst>
              <a:ext uri="{FF2B5EF4-FFF2-40B4-BE49-F238E27FC236}">
                <a16:creationId xmlns:a16="http://schemas.microsoft.com/office/drawing/2014/main" id="{79556C6D-5BE8-AC42-B9B0-C0D3341D3BF5}"/>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19</a:t>
            </a:fld>
            <a:endParaRPr lang="en-US" dirty="0"/>
          </a:p>
        </p:txBody>
      </p:sp>
    </p:spTree>
    <p:extLst>
      <p:ext uri="{BB962C8B-B14F-4D97-AF65-F5344CB8AC3E}">
        <p14:creationId xmlns:p14="http://schemas.microsoft.com/office/powerpoint/2010/main" val="9326838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Effect transition="in" filter="dissolve">
                                      <p:cBhvr>
                                        <p:cTn id="7" dur="500"/>
                                        <p:tgtEl>
                                          <p:spTgt spid="5">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5">
                                            <p:txEl>
                                              <p:pRg st="1" end="1"/>
                                            </p:txEl>
                                          </p:spTgt>
                                        </p:tgtEl>
                                        <p:attrNameLst>
                                          <p:attrName>style.visibility</p:attrName>
                                        </p:attrNameLst>
                                      </p:cBhvr>
                                      <p:to>
                                        <p:strVal val="visible"/>
                                      </p:to>
                                    </p:set>
                                    <p:animEffect transition="in" filter="dissolve">
                                      <p:cBhvr>
                                        <p:cTn id="12" dur="500"/>
                                        <p:tgtEl>
                                          <p:spTgt spid="5">
                                            <p:txEl>
                                              <p:pRg st="1" end="1"/>
                                            </p:txEl>
                                          </p:spTgt>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5">
                                            <p:txEl>
                                              <p:pRg st="2" end="2"/>
                                            </p:txEl>
                                          </p:spTgt>
                                        </p:tgtEl>
                                        <p:attrNameLst>
                                          <p:attrName>style.visibility</p:attrName>
                                        </p:attrNameLst>
                                      </p:cBhvr>
                                      <p:to>
                                        <p:strVal val="visible"/>
                                      </p:to>
                                    </p:set>
                                    <p:animEffect transition="in" filter="dissolve">
                                      <p:cBhvr>
                                        <p:cTn id="15" dur="500"/>
                                        <p:tgtEl>
                                          <p:spTgt spid="5">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5">
                                            <p:txEl>
                                              <p:pRg st="3" end="3"/>
                                            </p:txEl>
                                          </p:spTgt>
                                        </p:tgtEl>
                                        <p:attrNameLst>
                                          <p:attrName>style.visibility</p:attrName>
                                        </p:attrNameLst>
                                      </p:cBhvr>
                                      <p:to>
                                        <p:strVal val="visible"/>
                                      </p:to>
                                    </p:set>
                                    <p:animEffect transition="in" filter="dissolve">
                                      <p:cBhvr>
                                        <p:cTn id="20" dur="500"/>
                                        <p:tgtEl>
                                          <p:spTgt spid="5">
                                            <p:txEl>
                                              <p:pRg st="3" end="3"/>
                                            </p:txEl>
                                          </p:spTgt>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5">
                                            <p:txEl>
                                              <p:pRg st="4" end="4"/>
                                            </p:txEl>
                                          </p:spTgt>
                                        </p:tgtEl>
                                        <p:attrNameLst>
                                          <p:attrName>style.visibility</p:attrName>
                                        </p:attrNameLst>
                                      </p:cBhvr>
                                      <p:to>
                                        <p:strVal val="visible"/>
                                      </p:to>
                                    </p:set>
                                    <p:animEffect transition="in" filter="dissolve">
                                      <p:cBhvr>
                                        <p:cTn id="23" dur="500"/>
                                        <p:tgtEl>
                                          <p:spTgt spid="5">
                                            <p:txEl>
                                              <p:pRg st="4" end="4"/>
                                            </p:txEl>
                                          </p:spTgt>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5">
                                            <p:txEl>
                                              <p:pRg st="5" end="5"/>
                                            </p:txEl>
                                          </p:spTgt>
                                        </p:tgtEl>
                                        <p:attrNameLst>
                                          <p:attrName>style.visibility</p:attrName>
                                        </p:attrNameLst>
                                      </p:cBhvr>
                                      <p:to>
                                        <p:strVal val="visible"/>
                                      </p:to>
                                    </p:set>
                                    <p:animEffect transition="in" filter="dissolve">
                                      <p:cBhvr>
                                        <p:cTn id="26" dur="500"/>
                                        <p:tgtEl>
                                          <p:spTgt spid="5">
                                            <p:txEl>
                                              <p:pRg st="5" end="5"/>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5">
                                            <p:txEl>
                                              <p:pRg st="6" end="6"/>
                                            </p:txEl>
                                          </p:spTgt>
                                        </p:tgtEl>
                                        <p:attrNameLst>
                                          <p:attrName>style.visibility</p:attrName>
                                        </p:attrNameLst>
                                      </p:cBhvr>
                                      <p:to>
                                        <p:strVal val="visible"/>
                                      </p:to>
                                    </p:set>
                                    <p:animEffect transition="in" filter="dissolve">
                                      <p:cBhvr>
                                        <p:cTn id="31" dur="500"/>
                                        <p:tgtEl>
                                          <p:spTgt spid="5">
                                            <p:txEl>
                                              <p:pRg st="6" end="6"/>
                                            </p:txEl>
                                          </p:spTgt>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grpId="0" nodeType="clickEffect">
                                  <p:stCondLst>
                                    <p:cond delay="0"/>
                                  </p:stCondLst>
                                  <p:childTnLst>
                                    <p:set>
                                      <p:cBhvr>
                                        <p:cTn id="35" dur="1" fill="hold">
                                          <p:stCondLst>
                                            <p:cond delay="0"/>
                                          </p:stCondLst>
                                        </p:cTn>
                                        <p:tgtEl>
                                          <p:spTgt spid="3"/>
                                        </p:tgtEl>
                                        <p:attrNameLst>
                                          <p:attrName>style.visibility</p:attrName>
                                        </p:attrNameLst>
                                      </p:cBhvr>
                                      <p:to>
                                        <p:strVal val="visible"/>
                                      </p:to>
                                    </p:set>
                                    <p:animEffect transition="in" filter="dissolve">
                                      <p:cBhvr>
                                        <p:cTn id="36"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uiExpand="1" build="p" bldLvl="2"/>
      <p:bldP spid="3"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spcBef>
                <a:spcPts val="1200"/>
              </a:spcBef>
            </a:pPr>
            <a:r>
              <a:rPr lang="en-US" sz="4800" dirty="0"/>
              <a:t>Sidebar: Network Neutrality</a:t>
            </a:r>
          </a:p>
        </p:txBody>
      </p:sp>
      <p:sp>
        <p:nvSpPr>
          <p:cNvPr id="5" name="Content Placeholder 2"/>
          <p:cNvSpPr>
            <a:spLocks noGrp="1"/>
          </p:cNvSpPr>
          <p:nvPr>
            <p:ph idx="1"/>
          </p:nvPr>
        </p:nvSpPr>
        <p:spPr>
          <a:xfrm>
            <a:off x="838200" y="1570666"/>
            <a:ext cx="10758487" cy="4248243"/>
          </a:xfrm>
        </p:spPr>
        <p:txBody>
          <a:bodyPr>
            <a:normAutofit/>
          </a:bodyPr>
          <a:lstStyle/>
          <a:p>
            <a:pPr marL="0" indent="0">
              <a:lnSpc>
                <a:spcPct val="100000"/>
              </a:lnSpc>
              <a:buNone/>
            </a:pPr>
            <a:r>
              <a:rPr lang="en-US" dirty="0"/>
              <a:t>2015 US FCC </a:t>
            </a:r>
            <a:r>
              <a:rPr lang="en-US" i="1" dirty="0"/>
              <a:t>Order on Protecting and Promoting an Open Internet: </a:t>
            </a:r>
            <a:r>
              <a:rPr lang="en-US" dirty="0"/>
              <a:t>three “clear, bright line” rules:</a:t>
            </a:r>
          </a:p>
          <a:p>
            <a:pPr lvl="0">
              <a:lnSpc>
                <a:spcPct val="100000"/>
              </a:lnSpc>
            </a:pPr>
            <a:r>
              <a:rPr lang="en-US" dirty="0">
                <a:solidFill>
                  <a:srgbClr val="010F90"/>
                </a:solidFill>
              </a:rPr>
              <a:t>no blocking </a:t>
            </a:r>
            <a:r>
              <a:rPr lang="en-US" sz="2400" dirty="0"/>
              <a:t>… “shall not block lawful content, applications, services, or non-harmful devices, subject to reasonable network management.”</a:t>
            </a:r>
          </a:p>
          <a:p>
            <a:pPr lvl="0">
              <a:lnSpc>
                <a:spcPct val="100000"/>
              </a:lnSpc>
            </a:pPr>
            <a:r>
              <a:rPr lang="en-US" dirty="0">
                <a:solidFill>
                  <a:srgbClr val="010F90"/>
                </a:solidFill>
              </a:rPr>
              <a:t>no throttling  </a:t>
            </a:r>
            <a:r>
              <a:rPr lang="en-US" sz="2400" dirty="0"/>
              <a:t>… “shall not impair or degrade lawful Internet traffic on the basis of Internet content, application, or service, or use of a non-harmful device, subject to reasonable network management.”</a:t>
            </a:r>
          </a:p>
          <a:p>
            <a:pPr lvl="0">
              <a:lnSpc>
                <a:spcPct val="100000"/>
              </a:lnSpc>
            </a:pPr>
            <a:r>
              <a:rPr lang="en-US" dirty="0">
                <a:solidFill>
                  <a:srgbClr val="010F90"/>
                </a:solidFill>
              </a:rPr>
              <a:t>no paid prioritization. </a:t>
            </a:r>
            <a:r>
              <a:rPr lang="en-US" sz="2400" dirty="0"/>
              <a:t>… “shall not engage in paid prioritization”</a:t>
            </a:r>
          </a:p>
          <a:p>
            <a:pPr marL="0" indent="0">
              <a:buNone/>
            </a:pPr>
            <a:endParaRPr lang="en-US" dirty="0"/>
          </a:p>
        </p:txBody>
      </p:sp>
      <p:sp>
        <p:nvSpPr>
          <p:cNvPr id="4" name="Slide Number Placeholder 4">
            <a:extLst>
              <a:ext uri="{FF2B5EF4-FFF2-40B4-BE49-F238E27FC236}">
                <a16:creationId xmlns:a16="http://schemas.microsoft.com/office/drawing/2014/main" id="{43FC1194-244D-8645-BC37-13120C1632D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20</a:t>
            </a:fld>
            <a:endParaRPr lang="en-US" dirty="0"/>
          </a:p>
        </p:txBody>
      </p:sp>
      <p:sp>
        <p:nvSpPr>
          <p:cNvPr id="3" name="TextBox 2">
            <a:extLst>
              <a:ext uri="{FF2B5EF4-FFF2-40B4-BE49-F238E27FC236}">
                <a16:creationId xmlns:a16="http://schemas.microsoft.com/office/drawing/2014/main" id="{B90349C5-7895-5737-C51C-88095B050DF4}"/>
              </a:ext>
            </a:extLst>
          </p:cNvPr>
          <p:cNvSpPr txBox="1"/>
          <p:nvPr/>
        </p:nvSpPr>
        <p:spPr>
          <a:xfrm>
            <a:off x="838200" y="5433564"/>
            <a:ext cx="4746492" cy="954107"/>
          </a:xfrm>
          <a:prstGeom prst="rect">
            <a:avLst/>
          </a:prstGeom>
          <a:noFill/>
        </p:spPr>
        <p:txBody>
          <a:bodyPr wrap="none" rtlCol="0">
            <a:spAutoFit/>
          </a:bodyPr>
          <a:lstStyle/>
          <a:p>
            <a:r>
              <a:rPr lang="en-US" sz="2800" dirty="0"/>
              <a:t>2017: rollback of 2015 order</a:t>
            </a:r>
          </a:p>
          <a:p>
            <a:r>
              <a:rPr lang="en-US" sz="2800" dirty="0"/>
              <a:t>2024: rollback of 2017 rollback </a:t>
            </a:r>
          </a:p>
        </p:txBody>
      </p:sp>
    </p:spTree>
    <p:extLst>
      <p:ext uri="{BB962C8B-B14F-4D97-AF65-F5344CB8AC3E}">
        <p14:creationId xmlns:p14="http://schemas.microsoft.com/office/powerpoint/2010/main" val="2816408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xEl>
                                              <p:pRg st="1" end="1"/>
                                            </p:txEl>
                                          </p:spTgt>
                                        </p:tgtEl>
                                        <p:attrNameLst>
                                          <p:attrName>style.visibility</p:attrName>
                                        </p:attrNameLst>
                                      </p:cBhvr>
                                      <p:to>
                                        <p:strVal val="visible"/>
                                      </p:to>
                                    </p:set>
                                    <p:animEffect transition="in" filter="dissolve">
                                      <p:cBhvr>
                                        <p:cTn id="7" dur="500"/>
                                        <p:tgtEl>
                                          <p:spTgt spid="5">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5">
                                            <p:txEl>
                                              <p:pRg st="2" end="2"/>
                                            </p:txEl>
                                          </p:spTgt>
                                        </p:tgtEl>
                                        <p:attrNameLst>
                                          <p:attrName>style.visibility</p:attrName>
                                        </p:attrNameLst>
                                      </p:cBhvr>
                                      <p:to>
                                        <p:strVal val="visible"/>
                                      </p:to>
                                    </p:set>
                                    <p:animEffect transition="in" filter="dissolve">
                                      <p:cBhvr>
                                        <p:cTn id="12" dur="500"/>
                                        <p:tgtEl>
                                          <p:spTgt spid="5">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
                                            <p:txEl>
                                              <p:pRg st="3" end="3"/>
                                            </p:txEl>
                                          </p:spTgt>
                                        </p:tgtEl>
                                        <p:attrNameLst>
                                          <p:attrName>style.visibility</p:attrName>
                                        </p:attrNameLst>
                                      </p:cBhvr>
                                      <p:to>
                                        <p:strVal val="visible"/>
                                      </p:to>
                                    </p:set>
                                    <p:animEffect transition="in" filter="dissolve">
                                      <p:cBhvr>
                                        <p:cTn id="17" dur="500"/>
                                        <p:tgtEl>
                                          <p:spTgt spid="5">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42913" y="230147"/>
            <a:ext cx="11749087" cy="1143000"/>
          </a:xfrm>
        </p:spPr>
        <p:txBody>
          <a:bodyPr>
            <a:normAutofit/>
          </a:bodyPr>
          <a:lstStyle/>
          <a:p>
            <a:r>
              <a:rPr lang="en-US" dirty="0">
                <a:solidFill>
                  <a:srgbClr val="000090"/>
                </a:solidFill>
              </a:rPr>
              <a:t>ISP: telecommunications or information service?</a:t>
            </a:r>
          </a:p>
        </p:txBody>
      </p:sp>
      <p:sp>
        <p:nvSpPr>
          <p:cNvPr id="3" name="Content Placeholder 2"/>
          <p:cNvSpPr>
            <a:spLocks noGrp="1"/>
          </p:cNvSpPr>
          <p:nvPr>
            <p:ph idx="1"/>
          </p:nvPr>
        </p:nvSpPr>
        <p:spPr>
          <a:xfrm>
            <a:off x="390805" y="3052761"/>
            <a:ext cx="11015663" cy="3469063"/>
          </a:xfrm>
        </p:spPr>
        <p:txBody>
          <a:bodyPr>
            <a:normAutofit/>
          </a:bodyPr>
          <a:lstStyle/>
          <a:p>
            <a:pPr marL="0" indent="0">
              <a:buNone/>
            </a:pPr>
            <a:r>
              <a:rPr lang="en-US" sz="3200" dirty="0"/>
              <a:t>US Telecommunication Act of 1934 and 1996: </a:t>
            </a:r>
          </a:p>
          <a:p>
            <a:pPr lvl="1"/>
            <a:r>
              <a:rPr lang="en-US" sz="2800" i="1" dirty="0">
                <a:solidFill>
                  <a:srgbClr val="C00000"/>
                </a:solidFill>
              </a:rPr>
              <a:t>Title II: </a:t>
            </a:r>
            <a:r>
              <a:rPr lang="en-US" sz="2800" dirty="0"/>
              <a:t>imposes “common carrier duties” on </a:t>
            </a:r>
            <a:r>
              <a:rPr lang="en-US" sz="2800" i="1" dirty="0">
                <a:solidFill>
                  <a:srgbClr val="C00000"/>
                </a:solidFill>
              </a:rPr>
              <a:t>telecommunications services</a:t>
            </a:r>
            <a:r>
              <a:rPr lang="en-US" sz="2800" dirty="0">
                <a:solidFill>
                  <a:srgbClr val="C00000"/>
                </a:solidFill>
              </a:rPr>
              <a:t>:</a:t>
            </a:r>
            <a:r>
              <a:rPr lang="en-US" sz="2800" dirty="0"/>
              <a:t> reasonable rates, non-discrimination and </a:t>
            </a:r>
            <a:r>
              <a:rPr lang="en-US" sz="2800" i="1" dirty="0"/>
              <a:t>requires</a:t>
            </a:r>
            <a:r>
              <a:rPr lang="en-US" sz="2800" dirty="0"/>
              <a:t> </a:t>
            </a:r>
            <a:r>
              <a:rPr lang="en-US" sz="2800" i="1" dirty="0"/>
              <a:t>regulation</a:t>
            </a:r>
            <a:endParaRPr lang="en-US" sz="2800" dirty="0"/>
          </a:p>
          <a:p>
            <a:pPr lvl="1"/>
            <a:r>
              <a:rPr lang="en-US" sz="2800" i="1" dirty="0">
                <a:solidFill>
                  <a:srgbClr val="C00000"/>
                </a:solidFill>
              </a:rPr>
              <a:t>Title I: </a:t>
            </a:r>
            <a:r>
              <a:rPr lang="en-US" sz="2800" dirty="0"/>
              <a:t>applies to </a:t>
            </a:r>
            <a:r>
              <a:rPr lang="en-US" sz="2800" i="1" dirty="0">
                <a:solidFill>
                  <a:srgbClr val="C00000"/>
                </a:solidFill>
              </a:rPr>
              <a:t>information services: </a:t>
            </a:r>
          </a:p>
          <a:p>
            <a:pPr lvl="2"/>
            <a:r>
              <a:rPr lang="en-US" sz="2800" dirty="0"/>
              <a:t>no common carrier duties (</a:t>
            </a:r>
            <a:r>
              <a:rPr lang="en-US" sz="2800" i="1" dirty="0"/>
              <a:t>not regulated</a:t>
            </a:r>
            <a:r>
              <a:rPr lang="en-US" sz="2800" dirty="0"/>
              <a:t>)</a:t>
            </a:r>
          </a:p>
          <a:p>
            <a:pPr lvl="2"/>
            <a:r>
              <a:rPr lang="en-US" sz="2800" dirty="0"/>
              <a:t>but grants FCC authority  “… as may be necessary in the execution of its functions”</a:t>
            </a:r>
            <a:r>
              <a:rPr lang="en-US" sz="500" dirty="0"/>
              <a:t>4</a:t>
            </a:r>
          </a:p>
        </p:txBody>
      </p:sp>
      <p:sp>
        <p:nvSpPr>
          <p:cNvPr id="6" name="TextBox 5">
            <a:extLst>
              <a:ext uri="{FF2B5EF4-FFF2-40B4-BE49-F238E27FC236}">
                <a16:creationId xmlns:a16="http://schemas.microsoft.com/office/drawing/2014/main" id="{CE155C79-2C98-224B-ABAB-4A0A77BD5DA8}"/>
              </a:ext>
            </a:extLst>
          </p:cNvPr>
          <p:cNvSpPr txBox="1"/>
          <p:nvPr/>
        </p:nvSpPr>
        <p:spPr>
          <a:xfrm>
            <a:off x="524437" y="1358153"/>
            <a:ext cx="10542493" cy="1409617"/>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Is an ISP a “telecommunications service” or an “information service” provider?</a:t>
            </a:r>
          </a:p>
          <a:p>
            <a:pPr marL="520700" marR="0" lvl="0" indent="-280988"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the answer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really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matters from a regulatory standpoint!</a:t>
            </a:r>
          </a:p>
        </p:txBody>
      </p:sp>
      <p:sp>
        <p:nvSpPr>
          <p:cNvPr id="5" name="Slide Number Placeholder 4">
            <a:extLst>
              <a:ext uri="{FF2B5EF4-FFF2-40B4-BE49-F238E27FC236}">
                <a16:creationId xmlns:a16="http://schemas.microsoft.com/office/drawing/2014/main" id="{7BE39E3B-631A-AE43-A35B-E97AD11430E0}"/>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21</a:t>
            </a:fld>
            <a:endParaRPr lang="en-US" dirty="0"/>
          </a:p>
        </p:txBody>
      </p:sp>
    </p:spTree>
    <p:extLst>
      <p:ext uri="{BB962C8B-B14F-4D97-AF65-F5344CB8AC3E}">
        <p14:creationId xmlns:p14="http://schemas.microsoft.com/office/powerpoint/2010/main" val="9445092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dissolve">
                                      <p:cBhvr>
                                        <p:cTn id="7" dur="500"/>
                                        <p:tgtEl>
                                          <p:spTgt spid="3">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animEffect transition="in" filter="dissolve">
                                      <p:cBhvr>
                                        <p:cTn id="10" dur="500"/>
                                        <p:tgtEl>
                                          <p:spTgt spid="3">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animEffect transition="in" filter="dissolve">
                                      <p:cBhvr>
                                        <p:cTn id="13" dur="500"/>
                                        <p:tgtEl>
                                          <p:spTgt spid="3">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3">
                                            <p:txEl>
                                              <p:pRg st="3" end="3"/>
                                            </p:txEl>
                                          </p:spTgt>
                                        </p:tgtEl>
                                        <p:attrNameLst>
                                          <p:attrName>style.visibility</p:attrName>
                                        </p:attrNameLst>
                                      </p:cBhvr>
                                      <p:to>
                                        <p:strVal val="visible"/>
                                      </p:to>
                                    </p:set>
                                    <p:animEffect transition="in" filter="dissolve">
                                      <p:cBhvr>
                                        <p:cTn id="16" dur="500"/>
                                        <p:tgtEl>
                                          <p:spTgt spid="3">
                                            <p:txEl>
                                              <p:pRg st="3" end="3"/>
                                            </p:txEl>
                                          </p:spTgt>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animEffect transition="in" filter="dissolve">
                                      <p:cBhvr>
                                        <p:cTn id="19" dur="500"/>
                                        <p:tgtEl>
                                          <p:spTgt spid="3">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0048B98-018A-8D60-98C7-89B49B21809B}"/>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9E0E40EC-3456-D107-AA1E-B0DCE40F383D}"/>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2499107E-7E3F-5A99-9ED0-0E3C33C1330D}"/>
              </a:ext>
            </a:extLst>
          </p:cNvPr>
          <p:cNvSpPr>
            <a:spLocks noGrp="1" noChangeArrowheads="1"/>
          </p:cNvSpPr>
          <p:nvPr>
            <p:ph sz="half" idx="2"/>
          </p:nvPr>
        </p:nvSpPr>
        <p:spPr>
          <a:xfrm>
            <a:off x="570089" y="1428299"/>
            <a:ext cx="6618109" cy="5001077"/>
          </a:xfrm>
        </p:spPr>
        <p:txBody>
          <a:bodyPr>
            <a:noAutofit/>
          </a:body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 plane</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control plane</a:t>
            </a:r>
          </a:p>
        </p:txBody>
      </p:sp>
      <p:sp>
        <p:nvSpPr>
          <p:cNvPr id="7" name="Rectangle 4">
            <a:extLst>
              <a:ext uri="{FF2B5EF4-FFF2-40B4-BE49-F238E27FC236}">
                <a16:creationId xmlns:a16="http://schemas.microsoft.com/office/drawing/2014/main" id="{C8E476A0-B0CE-ED87-5775-B6FB8AE8F5A0}"/>
              </a:ext>
            </a:extLst>
          </p:cNvPr>
          <p:cNvSpPr txBox="1">
            <a:spLocks noChangeArrowheads="1"/>
          </p:cNvSpPr>
          <p:nvPr/>
        </p:nvSpPr>
        <p:spPr>
          <a:xfrm>
            <a:off x="6682013" y="3716475"/>
            <a:ext cx="5075205" cy="28164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lnSpc>
                <a:spcPct val="100000"/>
              </a:lnSpc>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Generalized Forwarding</a:t>
            </a:r>
          </a:p>
          <a:p>
            <a:pPr lvl="1">
              <a:lnSpc>
                <a:spcPct val="100000"/>
              </a:lnSpc>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Match+action</a:t>
            </a:r>
          </a:p>
          <a:p>
            <a:pPr lvl="1">
              <a:lnSpc>
                <a:spcPct val="100000"/>
              </a:lnSpc>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OpenFlow</a:t>
            </a:r>
          </a:p>
        </p:txBody>
      </p:sp>
      <p:sp>
        <p:nvSpPr>
          <p:cNvPr id="8" name="Slide Number Placeholder 4">
            <a:extLst>
              <a:ext uri="{FF2B5EF4-FFF2-40B4-BE49-F238E27FC236}">
                <a16:creationId xmlns:a16="http://schemas.microsoft.com/office/drawing/2014/main" id="{C7AB6A76-B177-4779-2F69-91AA01090721}"/>
              </a:ext>
            </a:extLst>
          </p:cNvPr>
          <p:cNvSpPr>
            <a:spLocks noGrp="1"/>
          </p:cNvSpPr>
          <p:nvPr>
            <p:ph type="sldNum" sz="quarter" idx="4"/>
          </p:nvPr>
        </p:nvSpPr>
        <p:spPr>
          <a:xfrm>
            <a:off x="9219616" y="6465391"/>
            <a:ext cx="2743200" cy="365125"/>
          </a:xfrm>
        </p:spPr>
        <p:txBody>
          <a:bodyPr/>
          <a:lstStyle/>
          <a:p>
            <a:r>
              <a:rPr lang="en-US" dirty="0"/>
              <a:t>Network Layer: 4-</a:t>
            </a:r>
            <a:fld id="{C4204591-24BD-A542-B9D5-F8D8A88D2FEE}" type="slidenum">
              <a:rPr lang="en-US" smtClean="0"/>
              <a:pPr/>
              <a:t>22</a:t>
            </a:fld>
            <a:endParaRPr lang="en-US" dirty="0"/>
          </a:p>
        </p:txBody>
      </p:sp>
      <p:sp>
        <p:nvSpPr>
          <p:cNvPr id="10" name="Rectangle 4">
            <a:extLst>
              <a:ext uri="{FF2B5EF4-FFF2-40B4-BE49-F238E27FC236}">
                <a16:creationId xmlns:a16="http://schemas.microsoft.com/office/drawing/2014/main" id="{B82B6F31-F5FE-F8D6-2932-2BC830EFB6DF}"/>
              </a:ext>
            </a:extLst>
          </p:cNvPr>
          <p:cNvSpPr txBox="1">
            <a:spLocks noChangeArrowheads="1"/>
          </p:cNvSpPr>
          <p:nvPr/>
        </p:nvSpPr>
        <p:spPr>
          <a:xfrm>
            <a:off x="570088" y="2760950"/>
            <a:ext cx="6618109" cy="346132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buClr>
                <a:srgbClr val="010F90"/>
              </a:buClr>
            </a:pPr>
            <a:r>
              <a:rPr lang="en-US" altLang="en-US" sz="3200" dirty="0">
                <a:solidFill>
                  <a:srgbClr val="C00000"/>
                </a:solidFill>
                <a:ea typeface="ＭＳ Ｐゴシック" panose="020B0600070205080204" pitchFamily="34" charset="-128"/>
                <a:cs typeface="Arial" panose="020B0604020202020204" pitchFamily="34" charset="0"/>
              </a:rPr>
              <a:t>IP: the Internet Protocol</a:t>
            </a:r>
          </a:p>
          <a:p>
            <a:pPr lvl="1">
              <a:spcBef>
                <a:spcPts val="0"/>
              </a:spcBef>
              <a:buClr>
                <a:srgbClr val="010F90"/>
              </a:buClr>
            </a:pPr>
            <a:r>
              <a:rPr lang="en-US" altLang="en-US" sz="2800" dirty="0">
                <a:ea typeface="ＭＳ Ｐゴシック" panose="020B0600070205080204" pitchFamily="34" charset="-128"/>
                <a:cs typeface="Arial" panose="020B0604020202020204" pitchFamily="34" charset="0"/>
              </a:rPr>
              <a:t>datagram format, addressing</a:t>
            </a:r>
          </a:p>
          <a:p>
            <a:pPr lvl="1">
              <a:spcBef>
                <a:spcPts val="0"/>
              </a:spcBef>
              <a:buClr>
                <a:srgbClr val="010F90"/>
              </a:buClr>
            </a:pPr>
            <a:r>
              <a:rPr lang="en-US" altLang="en-US" sz="2800" dirty="0">
                <a:ea typeface="ＭＳ Ｐゴシック" panose="020B0600070205080204" pitchFamily="34" charset="-128"/>
                <a:cs typeface="Arial" panose="020B0604020202020204" pitchFamily="34" charset="0"/>
              </a:rPr>
              <a:t>network address translation (NAT)</a:t>
            </a:r>
          </a:p>
          <a:p>
            <a:pPr lvl="1">
              <a:spcBef>
                <a:spcPts val="0"/>
              </a:spcBef>
              <a:buClr>
                <a:srgbClr val="010F90"/>
              </a:buClr>
            </a:pPr>
            <a:r>
              <a:rPr lang="en-US" altLang="en-US" sz="2800" dirty="0">
                <a:ea typeface="ＭＳ Ｐゴシック" panose="020B0600070205080204" pitchFamily="34" charset="-128"/>
                <a:cs typeface="Arial" panose="020B0604020202020204" pitchFamily="34" charset="0"/>
              </a:rPr>
              <a:t>IPv6</a:t>
            </a:r>
          </a:p>
        </p:txBody>
      </p:sp>
      <p:pic>
        <p:nvPicPr>
          <p:cNvPr id="3" name="Picture 2">
            <a:extLst>
              <a:ext uri="{FF2B5EF4-FFF2-40B4-BE49-F238E27FC236}">
                <a16:creationId xmlns:a16="http://schemas.microsoft.com/office/drawing/2014/main" id="{69E64FBA-B081-C439-692F-DA2E408B653B}"/>
              </a:ext>
            </a:extLst>
          </p:cNvPr>
          <p:cNvPicPr>
            <a:picLocks noChangeAspect="1"/>
          </p:cNvPicPr>
          <p:nvPr/>
        </p:nvPicPr>
        <p:blipFill>
          <a:blip r:embed="rId3"/>
          <a:stretch>
            <a:fillRect/>
          </a:stretch>
        </p:blipFill>
        <p:spPr>
          <a:xfrm>
            <a:off x="6904759" y="1279236"/>
            <a:ext cx="3361460" cy="2149764"/>
          </a:xfrm>
          <a:prstGeom prst="rect">
            <a:avLst/>
          </a:prstGeom>
        </p:spPr>
      </p:pic>
    </p:spTree>
    <p:extLst>
      <p:ext uri="{BB962C8B-B14F-4D97-AF65-F5344CB8AC3E}">
        <p14:creationId xmlns:p14="http://schemas.microsoft.com/office/powerpoint/2010/main" val="33282102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dissolve">
                                      <p:cBhvr>
                                        <p:cTn id="7" dur="500"/>
                                        <p:tgtEl>
                                          <p:spTgt spid="10">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0">
                                            <p:txEl>
                                              <p:pRg st="1" end="1"/>
                                            </p:txEl>
                                          </p:spTgt>
                                        </p:tgtEl>
                                        <p:attrNameLst>
                                          <p:attrName>style.visibility</p:attrName>
                                        </p:attrNameLst>
                                      </p:cBhvr>
                                      <p:to>
                                        <p:strVal val="visible"/>
                                      </p:to>
                                    </p:set>
                                    <p:animEffect transition="in" filter="dissolve">
                                      <p:cBhvr>
                                        <p:cTn id="10" dur="500"/>
                                        <p:tgtEl>
                                          <p:spTgt spid="10">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0">
                                            <p:txEl>
                                              <p:pRg st="2" end="2"/>
                                            </p:txEl>
                                          </p:spTgt>
                                        </p:tgtEl>
                                        <p:attrNameLst>
                                          <p:attrName>style.visibility</p:attrName>
                                        </p:attrNameLst>
                                      </p:cBhvr>
                                      <p:to>
                                        <p:strVal val="visible"/>
                                      </p:to>
                                    </p:set>
                                    <p:animEffect transition="in" filter="dissolve">
                                      <p:cBhvr>
                                        <p:cTn id="13" dur="500"/>
                                        <p:tgtEl>
                                          <p:spTgt spid="10">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10">
                                            <p:txEl>
                                              <p:pRg st="3" end="3"/>
                                            </p:txEl>
                                          </p:spTgt>
                                        </p:tgtEl>
                                        <p:attrNameLst>
                                          <p:attrName>style.visibility</p:attrName>
                                        </p:attrNameLst>
                                      </p:cBhvr>
                                      <p:to>
                                        <p:strVal val="visible"/>
                                      </p:to>
                                    </p:set>
                                    <p:animEffect transition="in" filter="dissolve">
                                      <p:cBhvr>
                                        <p:cTn id="16" dur="500"/>
                                        <p:tgtEl>
                                          <p:spTgt spid="10">
                                            <p:txEl>
                                              <p:pRg st="3" end="3"/>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dissolve">
                                      <p:cBhvr>
                                        <p:cTn id="21"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build="p"/>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ea typeface="ＭＳ Ｐゴシック" panose="020B0600070205080204" pitchFamily="34" charset="-128"/>
              </a:rPr>
              <a:t>Network Layer: Internet</a:t>
            </a:r>
            <a:endParaRPr lang="en-US" dirty="0"/>
          </a:p>
        </p:txBody>
      </p:sp>
      <p:sp>
        <p:nvSpPr>
          <p:cNvPr id="42" name="Rectangle 3">
            <a:extLst>
              <a:ext uri="{FF2B5EF4-FFF2-40B4-BE49-F238E27FC236}">
                <a16:creationId xmlns:a16="http://schemas.microsoft.com/office/drawing/2014/main" id="{54249E09-2CB1-514A-AC5F-40ADE00A2799}"/>
              </a:ext>
            </a:extLst>
          </p:cNvPr>
          <p:cNvSpPr>
            <a:spLocks noChangeArrowheads="1"/>
          </p:cNvSpPr>
          <p:nvPr/>
        </p:nvSpPr>
        <p:spPr bwMode="auto">
          <a:xfrm>
            <a:off x="3137317" y="2215552"/>
            <a:ext cx="7370788" cy="4076700"/>
          </a:xfrm>
          <a:prstGeom prst="rect">
            <a:avLst/>
          </a:prstGeom>
          <a:solidFill>
            <a:srgbClr val="FFFFFF"/>
          </a:solidFill>
          <a:ln w="19050">
            <a:solidFill>
              <a:srgbClr val="000000"/>
            </a:solidFill>
            <a:miter lim="800000"/>
            <a:headEnd/>
            <a:tailEnd/>
          </a:ln>
          <a:effectLst>
            <a:outerShdw blurRad="1651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 name="Rectangle 16">
            <a:extLst>
              <a:ext uri="{FF2B5EF4-FFF2-40B4-BE49-F238E27FC236}">
                <a16:creationId xmlns:a16="http://schemas.microsoft.com/office/drawing/2014/main" id="{B180F0D6-1F8C-804C-9B7D-8CC6486CAF5D}"/>
              </a:ext>
            </a:extLst>
          </p:cNvPr>
          <p:cNvSpPr txBox="1">
            <a:spLocks noChangeArrowheads="1"/>
          </p:cNvSpPr>
          <p:nvPr/>
        </p:nvSpPr>
        <p:spPr bwMode="auto">
          <a:xfrm>
            <a:off x="888584" y="1413891"/>
            <a:ext cx="7534275" cy="438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router network layer functions:</a:t>
            </a:r>
          </a:p>
        </p:txBody>
      </p:sp>
      <p:sp>
        <p:nvSpPr>
          <p:cNvPr id="54" name="Line 17">
            <a:extLst>
              <a:ext uri="{FF2B5EF4-FFF2-40B4-BE49-F238E27FC236}">
                <a16:creationId xmlns:a16="http://schemas.microsoft.com/office/drawing/2014/main" id="{C662B522-B91B-764B-B1C6-707D227F7B4D}"/>
              </a:ext>
            </a:extLst>
          </p:cNvPr>
          <p:cNvSpPr>
            <a:spLocks noChangeShapeType="1"/>
          </p:cNvSpPr>
          <p:nvPr/>
        </p:nvSpPr>
        <p:spPr bwMode="auto">
          <a:xfrm flipV="1">
            <a:off x="3127792" y="5768661"/>
            <a:ext cx="7395303" cy="108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5" name="Line 18">
            <a:extLst>
              <a:ext uri="{FF2B5EF4-FFF2-40B4-BE49-F238E27FC236}">
                <a16:creationId xmlns:a16="http://schemas.microsoft.com/office/drawing/2014/main" id="{FF84D1AE-B7A3-194D-8C60-F60894071514}"/>
              </a:ext>
            </a:extLst>
          </p:cNvPr>
          <p:cNvSpPr>
            <a:spLocks noChangeShapeType="1"/>
          </p:cNvSpPr>
          <p:nvPr/>
        </p:nvSpPr>
        <p:spPr bwMode="auto">
          <a:xfrm flipV="1">
            <a:off x="3156367" y="5244860"/>
            <a:ext cx="7366728" cy="1075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60" name="Group 24">
            <a:extLst>
              <a:ext uri="{FF2B5EF4-FFF2-40B4-BE49-F238E27FC236}">
                <a16:creationId xmlns:a16="http://schemas.microsoft.com/office/drawing/2014/main" id="{5EB605D2-4BE6-F84E-ADE0-AB4D2A7BF140}"/>
              </a:ext>
            </a:extLst>
          </p:cNvPr>
          <p:cNvGrpSpPr>
            <a:grpSpLocks/>
          </p:cNvGrpSpPr>
          <p:nvPr/>
        </p:nvGrpSpPr>
        <p:grpSpPr bwMode="auto">
          <a:xfrm>
            <a:off x="7184669" y="2927915"/>
            <a:ext cx="3136903" cy="1276350"/>
            <a:chOff x="102" y="1294"/>
            <a:chExt cx="1976" cy="804"/>
          </a:xfrm>
        </p:grpSpPr>
        <p:sp>
          <p:nvSpPr>
            <p:cNvPr id="62" name="Rectangle 26">
              <a:extLst>
                <a:ext uri="{FF2B5EF4-FFF2-40B4-BE49-F238E27FC236}">
                  <a16:creationId xmlns:a16="http://schemas.microsoft.com/office/drawing/2014/main" id="{2EDD264A-A709-3A4C-A00D-67F984963850}"/>
                </a:ext>
              </a:extLst>
            </p:cNvPr>
            <p:cNvSpPr>
              <a:spLocks noChangeArrowheads="1"/>
            </p:cNvSpPr>
            <p:nvPr/>
          </p:nvSpPr>
          <p:spPr bwMode="auto">
            <a:xfrm>
              <a:off x="102" y="1314"/>
              <a:ext cx="1976" cy="784"/>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3" name="Text Box 27">
              <a:extLst>
                <a:ext uri="{FF2B5EF4-FFF2-40B4-BE49-F238E27FC236}">
                  <a16:creationId xmlns:a16="http://schemas.microsoft.com/office/drawing/2014/main" id="{0296BAAF-C3F3-6D4C-8BEA-A71228A41980}"/>
                </a:ext>
              </a:extLst>
            </p:cNvPr>
            <p:cNvSpPr txBox="1">
              <a:spLocks noChangeArrowheads="1"/>
            </p:cNvSpPr>
            <p:nvPr/>
          </p:nvSpPr>
          <p:spPr bwMode="auto">
            <a:xfrm>
              <a:off x="131" y="1294"/>
              <a:ext cx="1918" cy="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IP protocol</a:t>
              </a: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0" marR="0" lvl="0" indent="0" algn="l" defTabSz="914400" rtl="0" eaLnBrk="0" fontAlgn="base" latinLnBrk="0" hangingPunct="0">
                <a:lnSpc>
                  <a:spcPct val="95000"/>
                </a:lnSpc>
                <a:spcBef>
                  <a:spcPct val="0"/>
                </a:spcBef>
                <a:spcAft>
                  <a:spcPct val="0"/>
                </a:spcAft>
                <a:buClr>
                  <a:srgbClr val="0000A3"/>
                </a:buClr>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datagram format</a:t>
              </a:r>
            </a:p>
            <a:p>
              <a:pPr marL="0" marR="0" lvl="0" indent="0" algn="l" defTabSz="914400" rtl="0" eaLnBrk="0" fontAlgn="base" latinLnBrk="0" hangingPunct="0">
                <a:lnSpc>
                  <a:spcPct val="95000"/>
                </a:lnSpc>
                <a:spcBef>
                  <a:spcPct val="0"/>
                </a:spcBef>
                <a:spcAft>
                  <a:spcPct val="0"/>
                </a:spcAft>
                <a:buClr>
                  <a:srgbClr val="0000A3"/>
                </a:buClr>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addressing</a:t>
              </a:r>
            </a:p>
            <a:p>
              <a:pPr marL="0" marR="0" lvl="0" indent="0" algn="l" defTabSz="914400" rtl="0" eaLnBrk="0" fontAlgn="base" latinLnBrk="0" hangingPunct="0">
                <a:lnSpc>
                  <a:spcPct val="95000"/>
                </a:lnSpc>
                <a:spcBef>
                  <a:spcPct val="0"/>
                </a:spcBef>
                <a:spcAft>
                  <a:spcPct val="0"/>
                </a:spcAft>
                <a:buClr>
                  <a:srgbClr val="0000A3"/>
                </a:buClr>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packet handling conventions</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65" name="Rectangle 30">
            <a:extLst>
              <a:ext uri="{FF2B5EF4-FFF2-40B4-BE49-F238E27FC236}">
                <a16:creationId xmlns:a16="http://schemas.microsoft.com/office/drawing/2014/main" id="{D53E8097-7EF9-9F40-A258-C7BAC9FB04F8}"/>
              </a:ext>
            </a:extLst>
          </p:cNvPr>
          <p:cNvSpPr>
            <a:spLocks noChangeArrowheads="1"/>
          </p:cNvSpPr>
          <p:nvPr/>
        </p:nvSpPr>
        <p:spPr bwMode="auto">
          <a:xfrm>
            <a:off x="7723368" y="4279825"/>
            <a:ext cx="2376099" cy="885011"/>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6" name="Text Box 31">
            <a:extLst>
              <a:ext uri="{FF2B5EF4-FFF2-40B4-BE49-F238E27FC236}">
                <a16:creationId xmlns:a16="http://schemas.microsoft.com/office/drawing/2014/main" id="{CA5FE275-A1EE-6149-A25B-AB47FE13C914}"/>
              </a:ext>
            </a:extLst>
          </p:cNvPr>
          <p:cNvSpPr txBox="1">
            <a:spLocks noChangeArrowheads="1"/>
          </p:cNvSpPr>
          <p:nvPr/>
        </p:nvSpPr>
        <p:spPr bwMode="auto">
          <a:xfrm>
            <a:off x="7779352" y="4233489"/>
            <a:ext cx="2455380" cy="9694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5000"/>
              </a:lnSpc>
              <a:spcBef>
                <a:spcPct val="0"/>
              </a:spcBef>
              <a:spcAft>
                <a:spcPct val="0"/>
              </a:spcAft>
              <a:buClrTx/>
              <a:buSzTx/>
              <a:buFontTx/>
              <a:buNone/>
              <a:tabLst/>
              <a:defRPr/>
            </a:pPr>
            <a:r>
              <a:rPr kumimoji="0" lang="en-US" altLang="en-US" sz="24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ICMP protocol</a:t>
            </a:r>
          </a:p>
          <a:p>
            <a:pPr marL="0" marR="0" lvl="0" indent="0" algn="l" defTabSz="914400" rtl="0" eaLnBrk="0" fontAlgn="base" latinLnBrk="0" hangingPunct="0">
              <a:lnSpc>
                <a:spcPct val="95000"/>
              </a:lnSpc>
              <a:spcBef>
                <a:spcPct val="0"/>
              </a:spcBef>
              <a:spcAft>
                <a:spcPct val="0"/>
              </a:spcAft>
              <a:buClrTx/>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error reporting</a:t>
            </a:r>
          </a:p>
          <a:p>
            <a:pPr marL="0" marR="0" lvl="0" indent="0" algn="l" defTabSz="914400" rtl="0" eaLnBrk="0" fontAlgn="base" latinLnBrk="0" hangingPunct="0">
              <a:lnSpc>
                <a:spcPct val="95000"/>
              </a:lnSpc>
              <a:spcBef>
                <a:spcPct val="0"/>
              </a:spcBef>
              <a:spcAft>
                <a:spcPct val="0"/>
              </a:spcAft>
              <a:buClrTx/>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router “</a:t>
            </a:r>
            <a:r>
              <a:rPr kumimoji="0" lang="en-US" altLang="ja-JP"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signaling”</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7" name="Line 32">
            <a:extLst>
              <a:ext uri="{FF2B5EF4-FFF2-40B4-BE49-F238E27FC236}">
                <a16:creationId xmlns:a16="http://schemas.microsoft.com/office/drawing/2014/main" id="{83D8B023-CCE3-A545-A900-2FBC5363CBA5}"/>
              </a:ext>
            </a:extLst>
          </p:cNvPr>
          <p:cNvSpPr>
            <a:spLocks noChangeShapeType="1"/>
          </p:cNvSpPr>
          <p:nvPr/>
        </p:nvSpPr>
        <p:spPr bwMode="auto">
          <a:xfrm flipV="1">
            <a:off x="3156367" y="2825510"/>
            <a:ext cx="7366728" cy="1075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8" name="Text Box 33">
            <a:extLst>
              <a:ext uri="{FF2B5EF4-FFF2-40B4-BE49-F238E27FC236}">
                <a16:creationId xmlns:a16="http://schemas.microsoft.com/office/drawing/2014/main" id="{0FCECF46-65B8-9744-948E-304AC0DAC27D}"/>
              </a:ext>
            </a:extLst>
          </p:cNvPr>
          <p:cNvSpPr txBox="1">
            <a:spLocks noChangeArrowheads="1"/>
          </p:cNvSpPr>
          <p:nvPr/>
        </p:nvSpPr>
        <p:spPr bwMode="auto">
          <a:xfrm>
            <a:off x="5347325" y="2318922"/>
            <a:ext cx="283763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808080"/>
                </a:solidFill>
                <a:effectLst/>
                <a:uLnTx/>
                <a:uFillTx/>
                <a:latin typeface="Calibri" panose="020F0502020204030204"/>
                <a:ea typeface="ＭＳ Ｐゴシック" panose="020B0600070205080204" pitchFamily="34" charset="-128"/>
                <a:cs typeface="+mn-cs"/>
              </a:rPr>
              <a:t>transport layer: TCP, UDP</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9" name="Text Box 34">
            <a:extLst>
              <a:ext uri="{FF2B5EF4-FFF2-40B4-BE49-F238E27FC236}">
                <a16:creationId xmlns:a16="http://schemas.microsoft.com/office/drawing/2014/main" id="{F0EDF1E8-9470-B34D-B8BA-67D4C38586E9}"/>
              </a:ext>
            </a:extLst>
          </p:cNvPr>
          <p:cNvSpPr txBox="1">
            <a:spLocks noChangeArrowheads="1"/>
          </p:cNvSpPr>
          <p:nvPr/>
        </p:nvSpPr>
        <p:spPr bwMode="auto">
          <a:xfrm>
            <a:off x="6161947" y="5335692"/>
            <a:ext cx="112883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808080"/>
                </a:solidFill>
                <a:effectLst/>
                <a:uLnTx/>
                <a:uFillTx/>
                <a:latin typeface="Calibri" panose="020F0502020204030204"/>
                <a:ea typeface="ＭＳ Ｐゴシック" panose="020B0600070205080204" pitchFamily="34" charset="-128"/>
                <a:cs typeface="+mn-cs"/>
              </a:rPr>
              <a:t>link layer</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0" name="Text Box 35">
            <a:extLst>
              <a:ext uri="{FF2B5EF4-FFF2-40B4-BE49-F238E27FC236}">
                <a16:creationId xmlns:a16="http://schemas.microsoft.com/office/drawing/2014/main" id="{DC66EFC2-D14F-D54B-94E4-C02AED9BE40C}"/>
              </a:ext>
            </a:extLst>
          </p:cNvPr>
          <p:cNvSpPr txBox="1">
            <a:spLocks noChangeArrowheads="1"/>
          </p:cNvSpPr>
          <p:nvPr/>
        </p:nvSpPr>
        <p:spPr bwMode="auto">
          <a:xfrm>
            <a:off x="6039527" y="5844577"/>
            <a:ext cx="159530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808080"/>
                </a:solidFill>
                <a:effectLst/>
                <a:uLnTx/>
                <a:uFillTx/>
                <a:latin typeface="Calibri" panose="020F0502020204030204"/>
                <a:ea typeface="ＭＳ Ｐゴシック" panose="020B0600070205080204" pitchFamily="34" charset="-128"/>
                <a:cs typeface="+mn-cs"/>
              </a:rPr>
              <a:t>physical layer</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1" name="Text Box 36">
            <a:extLst>
              <a:ext uri="{FF2B5EF4-FFF2-40B4-BE49-F238E27FC236}">
                <a16:creationId xmlns:a16="http://schemas.microsoft.com/office/drawing/2014/main" id="{443CA5C2-E267-9843-988A-10AA069D7A88}"/>
              </a:ext>
            </a:extLst>
          </p:cNvPr>
          <p:cNvSpPr txBox="1">
            <a:spLocks noChangeArrowheads="1"/>
          </p:cNvSpPr>
          <p:nvPr/>
        </p:nvSpPr>
        <p:spPr bwMode="auto">
          <a:xfrm>
            <a:off x="1664488" y="3618902"/>
            <a:ext cx="1406154"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network</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layer</a:t>
            </a:r>
            <a:endParaRPr kumimoji="0" lang="en-US" altLang="en-US" sz="20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72" name="Line 37">
            <a:extLst>
              <a:ext uri="{FF2B5EF4-FFF2-40B4-BE49-F238E27FC236}">
                <a16:creationId xmlns:a16="http://schemas.microsoft.com/office/drawing/2014/main" id="{3FA09A96-5FBE-6E4C-B57D-75ADA055202E}"/>
              </a:ext>
            </a:extLst>
          </p:cNvPr>
          <p:cNvSpPr>
            <a:spLocks noChangeShapeType="1"/>
          </p:cNvSpPr>
          <p:nvPr/>
        </p:nvSpPr>
        <p:spPr bwMode="auto">
          <a:xfrm flipV="1">
            <a:off x="2880142" y="2845789"/>
            <a:ext cx="0" cy="7429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3" name="Line 38">
            <a:extLst>
              <a:ext uri="{FF2B5EF4-FFF2-40B4-BE49-F238E27FC236}">
                <a16:creationId xmlns:a16="http://schemas.microsoft.com/office/drawing/2014/main" id="{F1A87A3C-ABBA-1445-B932-9F07DDB1DC8B}"/>
              </a:ext>
            </a:extLst>
          </p:cNvPr>
          <p:cNvSpPr>
            <a:spLocks noChangeShapeType="1"/>
          </p:cNvSpPr>
          <p:nvPr/>
        </p:nvSpPr>
        <p:spPr bwMode="auto">
          <a:xfrm>
            <a:off x="2894578" y="4512664"/>
            <a:ext cx="0" cy="7429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C8E5DB8E-5758-7A40-B6B5-7D4AF5690956}"/>
              </a:ext>
            </a:extLst>
          </p:cNvPr>
          <p:cNvGrpSpPr/>
          <p:nvPr/>
        </p:nvGrpSpPr>
        <p:grpSpPr>
          <a:xfrm>
            <a:off x="3407866" y="3093438"/>
            <a:ext cx="3656521" cy="1988228"/>
            <a:chOff x="3407866" y="3093438"/>
            <a:chExt cx="3656521" cy="1988228"/>
          </a:xfrm>
        </p:grpSpPr>
        <p:grpSp>
          <p:nvGrpSpPr>
            <p:cNvPr id="43" name="Group 6">
              <a:extLst>
                <a:ext uri="{FF2B5EF4-FFF2-40B4-BE49-F238E27FC236}">
                  <a16:creationId xmlns:a16="http://schemas.microsoft.com/office/drawing/2014/main" id="{871F3AA1-3276-FB48-99A0-4DB2EA4E1228}"/>
                </a:ext>
              </a:extLst>
            </p:cNvPr>
            <p:cNvGrpSpPr>
              <a:grpSpLocks/>
            </p:cNvGrpSpPr>
            <p:nvPr/>
          </p:nvGrpSpPr>
          <p:grpSpPr bwMode="auto">
            <a:xfrm>
              <a:off x="5731569" y="3657572"/>
              <a:ext cx="1332818" cy="1171575"/>
              <a:chOff x="3972" y="2910"/>
              <a:chExt cx="649" cy="738"/>
            </a:xfrm>
          </p:grpSpPr>
          <p:sp>
            <p:nvSpPr>
              <p:cNvPr id="45" name="Rectangle 8">
                <a:extLst>
                  <a:ext uri="{FF2B5EF4-FFF2-40B4-BE49-F238E27FC236}">
                    <a16:creationId xmlns:a16="http://schemas.microsoft.com/office/drawing/2014/main" id="{BA7260F4-B2A7-AF47-BF92-9B85CFE6FC13}"/>
                  </a:ext>
                </a:extLst>
              </p:cNvPr>
              <p:cNvSpPr>
                <a:spLocks noChangeArrowheads="1"/>
              </p:cNvSpPr>
              <p:nvPr/>
            </p:nvSpPr>
            <p:spPr bwMode="auto">
              <a:xfrm>
                <a:off x="3996" y="2910"/>
                <a:ext cx="582" cy="738"/>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6" name="Text Box 9">
                <a:extLst>
                  <a:ext uri="{FF2B5EF4-FFF2-40B4-BE49-F238E27FC236}">
                    <a16:creationId xmlns:a16="http://schemas.microsoft.com/office/drawing/2014/main" id="{C24F447E-295B-5343-A770-64A4288623FA}"/>
                  </a:ext>
                </a:extLst>
              </p:cNvPr>
              <p:cNvSpPr txBox="1">
                <a:spLocks noChangeArrowheads="1"/>
              </p:cNvSpPr>
              <p:nvPr/>
            </p:nvSpPr>
            <p:spPr bwMode="auto">
              <a:xfrm>
                <a:off x="3972" y="3071"/>
                <a:ext cx="649" cy="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forwarding</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table</a:t>
                </a:r>
              </a:p>
            </p:txBody>
          </p:sp>
          <p:sp>
            <p:nvSpPr>
              <p:cNvPr id="47" name="Line 10">
                <a:extLst>
                  <a:ext uri="{FF2B5EF4-FFF2-40B4-BE49-F238E27FC236}">
                    <a16:creationId xmlns:a16="http://schemas.microsoft.com/office/drawing/2014/main" id="{A1A6378B-7AD4-9543-A13E-9D075DF319CB}"/>
                  </a:ext>
                </a:extLst>
              </p:cNvPr>
              <p:cNvSpPr>
                <a:spLocks noChangeShapeType="1"/>
              </p:cNvSpPr>
              <p:nvPr/>
            </p:nvSpPr>
            <p:spPr bwMode="auto">
              <a:xfrm>
                <a:off x="4065" y="2994"/>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8" name="Line 11">
                <a:extLst>
                  <a:ext uri="{FF2B5EF4-FFF2-40B4-BE49-F238E27FC236}">
                    <a16:creationId xmlns:a16="http://schemas.microsoft.com/office/drawing/2014/main" id="{AFF84EEF-BF82-EE46-A8CD-990D38D7B888}"/>
                  </a:ext>
                </a:extLst>
              </p:cNvPr>
              <p:cNvSpPr>
                <a:spLocks noChangeShapeType="1"/>
              </p:cNvSpPr>
              <p:nvPr/>
            </p:nvSpPr>
            <p:spPr bwMode="auto">
              <a:xfrm>
                <a:off x="4071" y="3048"/>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9" name="Line 12">
                <a:extLst>
                  <a:ext uri="{FF2B5EF4-FFF2-40B4-BE49-F238E27FC236}">
                    <a16:creationId xmlns:a16="http://schemas.microsoft.com/office/drawing/2014/main" id="{F9BAE992-9BF7-104C-8ECA-81D34B658B5E}"/>
                  </a:ext>
                </a:extLst>
              </p:cNvPr>
              <p:cNvSpPr>
                <a:spLocks noChangeShapeType="1"/>
              </p:cNvSpPr>
              <p:nvPr/>
            </p:nvSpPr>
            <p:spPr bwMode="auto">
              <a:xfrm>
                <a:off x="4074" y="3102"/>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 name="Line 13">
                <a:extLst>
                  <a:ext uri="{FF2B5EF4-FFF2-40B4-BE49-F238E27FC236}">
                    <a16:creationId xmlns:a16="http://schemas.microsoft.com/office/drawing/2014/main" id="{3429694D-F679-004A-9DBC-A3A9033DE14F}"/>
                  </a:ext>
                </a:extLst>
              </p:cNvPr>
              <p:cNvSpPr>
                <a:spLocks noChangeShapeType="1"/>
              </p:cNvSpPr>
              <p:nvPr/>
            </p:nvSpPr>
            <p:spPr bwMode="auto">
              <a:xfrm>
                <a:off x="4065" y="3477"/>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 name="Line 14">
                <a:extLst>
                  <a:ext uri="{FF2B5EF4-FFF2-40B4-BE49-F238E27FC236}">
                    <a16:creationId xmlns:a16="http://schemas.microsoft.com/office/drawing/2014/main" id="{76EE42B6-BAC1-4944-9196-448650DA216C}"/>
                  </a:ext>
                </a:extLst>
              </p:cNvPr>
              <p:cNvSpPr>
                <a:spLocks noChangeShapeType="1"/>
              </p:cNvSpPr>
              <p:nvPr/>
            </p:nvSpPr>
            <p:spPr bwMode="auto">
              <a:xfrm>
                <a:off x="4068" y="3528"/>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 name="Line 15">
                <a:extLst>
                  <a:ext uri="{FF2B5EF4-FFF2-40B4-BE49-F238E27FC236}">
                    <a16:creationId xmlns:a16="http://schemas.microsoft.com/office/drawing/2014/main" id="{F59AD1B5-E124-0149-BDFB-A6D75F8BE6E8}"/>
                  </a:ext>
                </a:extLst>
              </p:cNvPr>
              <p:cNvSpPr>
                <a:spLocks noChangeShapeType="1"/>
              </p:cNvSpPr>
              <p:nvPr/>
            </p:nvSpPr>
            <p:spPr bwMode="auto">
              <a:xfrm>
                <a:off x="4071" y="3579"/>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7" name="Rectangle 21">
              <a:extLst>
                <a:ext uri="{FF2B5EF4-FFF2-40B4-BE49-F238E27FC236}">
                  <a16:creationId xmlns:a16="http://schemas.microsoft.com/office/drawing/2014/main" id="{D79EAD81-D7BF-7740-89CA-28286122F096}"/>
                </a:ext>
              </a:extLst>
            </p:cNvPr>
            <p:cNvSpPr>
              <a:spLocks noChangeArrowheads="1"/>
            </p:cNvSpPr>
            <p:nvPr/>
          </p:nvSpPr>
          <p:spPr bwMode="auto">
            <a:xfrm>
              <a:off x="3407866" y="3093438"/>
              <a:ext cx="2048551" cy="1988228"/>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8" name="Text Box 22">
              <a:extLst>
                <a:ext uri="{FF2B5EF4-FFF2-40B4-BE49-F238E27FC236}">
                  <a16:creationId xmlns:a16="http://schemas.microsoft.com/office/drawing/2014/main" id="{468D56E5-617A-EB4B-A291-7109B25CF16E}"/>
                </a:ext>
              </a:extLst>
            </p:cNvPr>
            <p:cNvSpPr txBox="1">
              <a:spLocks noChangeArrowheads="1"/>
            </p:cNvSpPr>
            <p:nvPr/>
          </p:nvSpPr>
          <p:spPr bwMode="auto">
            <a:xfrm>
              <a:off x="3446596" y="3128879"/>
              <a:ext cx="2125210" cy="1846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Path-selection  algorithms: </a:t>
              </a:r>
              <a:r>
                <a:rPr kumimoji="0" lang="en-US" altLang="en-US" sz="20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implemented in </a:t>
              </a:r>
            </a:p>
            <a:p>
              <a:pPr marL="228600" marR="0" lvl="0" indent="-171450" algn="l" defTabSz="914400" rtl="0" eaLnBrk="0" fontAlgn="base" latinLnBrk="0" hangingPunct="0">
                <a:lnSpc>
                  <a:spcPct val="100000"/>
                </a:lnSpc>
                <a:spcBef>
                  <a:spcPct val="0"/>
                </a:spcBef>
                <a:spcAft>
                  <a:spcPct val="0"/>
                </a:spcAft>
                <a:buClr>
                  <a:srgbClr val="0000A3"/>
                </a:buClr>
                <a:buSzTx/>
                <a:buFont typeface="Arial" panose="020B0604020202020204" pitchFamily="34" charset="0"/>
                <a:buChar char="•"/>
                <a:tabLst>
                  <a:tab pos="53975" algn="l"/>
                  <a:tab pos="111125" algn="l"/>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routing protocols (OSPF, BGP)</a:t>
              </a:r>
            </a:p>
            <a:p>
              <a:pPr marL="228600" marR="0" lvl="0" indent="-171450" algn="l" defTabSz="914400" rtl="0" eaLnBrk="0" fontAlgn="base" latinLnBrk="0" hangingPunct="0">
                <a:lnSpc>
                  <a:spcPct val="100000"/>
                </a:lnSpc>
                <a:spcBef>
                  <a:spcPct val="0"/>
                </a:spcBef>
                <a:spcAft>
                  <a:spcPct val="0"/>
                </a:spcAft>
                <a:buClr>
                  <a:srgbClr val="0000A3"/>
                </a:buClr>
                <a:buSzTx/>
                <a:buFont typeface="Arial" panose="020B0604020202020204" pitchFamily="34" charset="0"/>
                <a:buChar char="•"/>
                <a:tabLst>
                  <a:tab pos="53975" algn="l"/>
                  <a:tab pos="111125" algn="l"/>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SDN controller</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4" name="Bent Arrow 73">
              <a:extLst>
                <a:ext uri="{FF2B5EF4-FFF2-40B4-BE49-F238E27FC236}">
                  <a16:creationId xmlns:a16="http://schemas.microsoft.com/office/drawing/2014/main" id="{0C3DF2E4-3C65-BB46-9EC4-94CCFD39934B}"/>
                </a:ext>
              </a:extLst>
            </p:cNvPr>
            <p:cNvSpPr/>
            <p:nvPr/>
          </p:nvSpPr>
          <p:spPr>
            <a:xfrm rot="5400000">
              <a:off x="5728412" y="2923460"/>
              <a:ext cx="479687" cy="868680"/>
            </a:xfrm>
            <a:prstGeom prst="ben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2" name="Slide Number Placeholder 3">
            <a:extLst>
              <a:ext uri="{FF2B5EF4-FFF2-40B4-BE49-F238E27FC236}">
                <a16:creationId xmlns:a16="http://schemas.microsoft.com/office/drawing/2014/main" id="{2ED44C56-FED1-2249-B378-3FF1836635D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23</a:t>
            </a:fld>
            <a:endParaRPr lang="en-US" dirty="0"/>
          </a:p>
        </p:txBody>
      </p:sp>
    </p:spTree>
    <p:extLst>
      <p:ext uri="{BB962C8B-B14F-4D97-AF65-F5344CB8AC3E}">
        <p14:creationId xmlns:p14="http://schemas.microsoft.com/office/powerpoint/2010/main" val="37791507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0"/>
                                        </p:tgtEl>
                                        <p:attrNameLst>
                                          <p:attrName>style.visibility</p:attrName>
                                        </p:attrNameLst>
                                      </p:cBhvr>
                                      <p:to>
                                        <p:strVal val="visible"/>
                                      </p:to>
                                    </p:set>
                                    <p:animEffect transition="in" filter="dissolve">
                                      <p:cBhvr>
                                        <p:cTn id="12" dur="500"/>
                                        <p:tgtEl>
                                          <p:spTgt spid="6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5"/>
                                        </p:tgtEl>
                                        <p:attrNameLst>
                                          <p:attrName>style.visibility</p:attrName>
                                        </p:attrNameLst>
                                      </p:cBhvr>
                                      <p:to>
                                        <p:strVal val="visible"/>
                                      </p:to>
                                    </p:set>
                                    <p:animEffect transition="in" filter="dissolve">
                                      <p:cBhvr>
                                        <p:cTn id="17" dur="500"/>
                                        <p:tgtEl>
                                          <p:spTgt spid="65"/>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66"/>
                                        </p:tgtEl>
                                        <p:attrNameLst>
                                          <p:attrName>style.visibility</p:attrName>
                                        </p:attrNameLst>
                                      </p:cBhvr>
                                      <p:to>
                                        <p:strVal val="visible"/>
                                      </p:to>
                                    </p:set>
                                    <p:animEffect transition="in" filter="dissolve">
                                      <p:cBhvr>
                                        <p:cTn id="20" dur="500"/>
                                        <p:tgtEl>
                                          <p:spTgt spid="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animBg="1"/>
      <p:bldP spid="66"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ea typeface="ＭＳ Ｐゴシック" panose="020B0600070205080204" pitchFamily="34" charset="-128"/>
              </a:rPr>
              <a:t>IP Datagram format</a:t>
            </a:r>
            <a:endParaRPr lang="en-US" dirty="0"/>
          </a:p>
        </p:txBody>
      </p:sp>
      <p:grpSp>
        <p:nvGrpSpPr>
          <p:cNvPr id="120" name="Group 55">
            <a:extLst>
              <a:ext uri="{FF2B5EF4-FFF2-40B4-BE49-F238E27FC236}">
                <a16:creationId xmlns:a16="http://schemas.microsoft.com/office/drawing/2014/main" id="{096C3C5A-67A4-3541-9E14-6812D63272DC}"/>
              </a:ext>
            </a:extLst>
          </p:cNvPr>
          <p:cNvGrpSpPr>
            <a:grpSpLocks/>
          </p:cNvGrpSpPr>
          <p:nvPr/>
        </p:nvGrpSpPr>
        <p:grpSpPr bwMode="auto">
          <a:xfrm>
            <a:off x="4441383" y="1263416"/>
            <a:ext cx="4040188" cy="5326062"/>
            <a:chOff x="1929" y="607"/>
            <a:chExt cx="2545" cy="3355"/>
          </a:xfrm>
        </p:grpSpPr>
        <p:sp>
          <p:nvSpPr>
            <p:cNvPr id="122" name="Rectangle 5">
              <a:extLst>
                <a:ext uri="{FF2B5EF4-FFF2-40B4-BE49-F238E27FC236}">
                  <a16:creationId xmlns:a16="http://schemas.microsoft.com/office/drawing/2014/main" id="{7B516688-96C2-8349-A69E-D6A9EC6BBF14}"/>
                </a:ext>
              </a:extLst>
            </p:cNvPr>
            <p:cNvSpPr>
              <a:spLocks noChangeArrowheads="1"/>
            </p:cNvSpPr>
            <p:nvPr/>
          </p:nvSpPr>
          <p:spPr bwMode="auto">
            <a:xfrm>
              <a:off x="1980" y="935"/>
              <a:ext cx="2489" cy="3027"/>
            </a:xfrm>
            <a:prstGeom prst="rect">
              <a:avLst/>
            </a:prstGeom>
            <a:solidFill>
              <a:srgbClr val="FFFFFF"/>
            </a:solidFill>
            <a:ln w="19050">
              <a:solidFill>
                <a:srgbClr val="000000"/>
              </a:solidFill>
              <a:miter lim="800000"/>
              <a:headEnd/>
              <a:tailEnd/>
            </a:ln>
            <a:effectLst>
              <a:outerShdw blurRad="1397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3" name="Text Box 6">
              <a:extLst>
                <a:ext uri="{FF2B5EF4-FFF2-40B4-BE49-F238E27FC236}">
                  <a16:creationId xmlns:a16="http://schemas.microsoft.com/office/drawing/2014/main" id="{DF4EC220-193E-8947-9E07-CECD76B72F65}"/>
                </a:ext>
              </a:extLst>
            </p:cNvPr>
            <p:cNvSpPr txBox="1">
              <a:spLocks noChangeArrowheads="1"/>
            </p:cNvSpPr>
            <p:nvPr/>
          </p:nvSpPr>
          <p:spPr bwMode="auto">
            <a:xfrm>
              <a:off x="1954" y="973"/>
              <a:ext cx="31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4" name="Text Box 7">
              <a:extLst>
                <a:ext uri="{FF2B5EF4-FFF2-40B4-BE49-F238E27FC236}">
                  <a16:creationId xmlns:a16="http://schemas.microsoft.com/office/drawing/2014/main" id="{3EE9E625-9218-0244-9694-F71E2BAA4608}"/>
                </a:ext>
              </a:extLst>
            </p:cNvPr>
            <p:cNvSpPr txBox="1">
              <a:spLocks noChangeArrowheads="1"/>
            </p:cNvSpPr>
            <p:nvPr/>
          </p:nvSpPr>
          <p:spPr bwMode="auto">
            <a:xfrm>
              <a:off x="3529" y="1012"/>
              <a:ext cx="508"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length</a:t>
              </a:r>
            </a:p>
          </p:txBody>
        </p:sp>
        <p:sp>
          <p:nvSpPr>
            <p:cNvPr id="125" name="Line 8">
              <a:extLst>
                <a:ext uri="{FF2B5EF4-FFF2-40B4-BE49-F238E27FC236}">
                  <a16:creationId xmlns:a16="http://schemas.microsoft.com/office/drawing/2014/main" id="{F817320A-8485-D045-8632-7F84A094CE8F}"/>
                </a:ext>
              </a:extLst>
            </p:cNvPr>
            <p:cNvSpPr>
              <a:spLocks noChangeShapeType="1"/>
            </p:cNvSpPr>
            <p:nvPr/>
          </p:nvSpPr>
          <p:spPr bwMode="auto">
            <a:xfrm>
              <a:off x="1988" y="1261"/>
              <a:ext cx="2486" cy="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6" name="Line 9">
              <a:extLst>
                <a:ext uri="{FF2B5EF4-FFF2-40B4-BE49-F238E27FC236}">
                  <a16:creationId xmlns:a16="http://schemas.microsoft.com/office/drawing/2014/main" id="{4A7FCA27-B9B4-7C40-B61E-66830D6E541D}"/>
                </a:ext>
              </a:extLst>
            </p:cNvPr>
            <p:cNvSpPr>
              <a:spLocks noChangeShapeType="1"/>
            </p:cNvSpPr>
            <p:nvPr/>
          </p:nvSpPr>
          <p:spPr bwMode="auto">
            <a:xfrm flipH="1" flipV="1">
              <a:off x="3210" y="941"/>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7" name="Text Box 10">
              <a:extLst>
                <a:ext uri="{FF2B5EF4-FFF2-40B4-BE49-F238E27FC236}">
                  <a16:creationId xmlns:a16="http://schemas.microsoft.com/office/drawing/2014/main" id="{4C789F02-EAB2-A242-BBE2-FBDC34528E5A}"/>
                </a:ext>
              </a:extLst>
            </p:cNvPr>
            <p:cNvSpPr txBox="1">
              <a:spLocks noChangeArrowheads="1"/>
            </p:cNvSpPr>
            <p:nvPr/>
          </p:nvSpPr>
          <p:spPr bwMode="auto">
            <a:xfrm>
              <a:off x="2922" y="607"/>
              <a:ext cx="54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32 bits</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8" name="Line 11">
              <a:extLst>
                <a:ext uri="{FF2B5EF4-FFF2-40B4-BE49-F238E27FC236}">
                  <a16:creationId xmlns:a16="http://schemas.microsoft.com/office/drawing/2014/main" id="{95360C57-2C57-0544-9320-4650E66A99D5}"/>
                </a:ext>
              </a:extLst>
            </p:cNvPr>
            <p:cNvSpPr>
              <a:spLocks noChangeShapeType="1"/>
            </p:cNvSpPr>
            <p:nvPr/>
          </p:nvSpPr>
          <p:spPr bwMode="auto">
            <a:xfrm>
              <a:off x="3552" y="762"/>
              <a:ext cx="899" cy="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9" name="Line 12">
              <a:extLst>
                <a:ext uri="{FF2B5EF4-FFF2-40B4-BE49-F238E27FC236}">
                  <a16:creationId xmlns:a16="http://schemas.microsoft.com/office/drawing/2014/main" id="{5C078034-561A-DD4E-8E06-3CE9768E71F5}"/>
                </a:ext>
              </a:extLst>
            </p:cNvPr>
            <p:cNvSpPr>
              <a:spLocks noChangeShapeType="1"/>
            </p:cNvSpPr>
            <p:nvPr/>
          </p:nvSpPr>
          <p:spPr bwMode="auto">
            <a:xfrm rot="10800000">
              <a:off x="1972" y="769"/>
              <a:ext cx="845"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 name="Text Box 13">
              <a:extLst>
                <a:ext uri="{FF2B5EF4-FFF2-40B4-BE49-F238E27FC236}">
                  <a16:creationId xmlns:a16="http://schemas.microsoft.com/office/drawing/2014/main" id="{EAAA5B1E-960B-444D-BC67-196606CFF4BD}"/>
                </a:ext>
              </a:extLst>
            </p:cNvPr>
            <p:cNvSpPr txBox="1">
              <a:spLocks noChangeArrowheads="1"/>
            </p:cNvSpPr>
            <p:nvPr/>
          </p:nvSpPr>
          <p:spPr bwMode="auto">
            <a:xfrm>
              <a:off x="2578" y="2943"/>
              <a:ext cx="1351" cy="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payload data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(variable length,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typically a TCP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 UDP segment)</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 name="Text Box 14">
              <a:extLst>
                <a:ext uri="{FF2B5EF4-FFF2-40B4-BE49-F238E27FC236}">
                  <a16:creationId xmlns:a16="http://schemas.microsoft.com/office/drawing/2014/main" id="{B7C5120C-457F-DD46-9E43-405DD41CBE92}"/>
                </a:ext>
              </a:extLst>
            </p:cNvPr>
            <p:cNvSpPr txBox="1">
              <a:spLocks noChangeArrowheads="1"/>
            </p:cNvSpPr>
            <p:nvPr/>
          </p:nvSpPr>
          <p:spPr bwMode="auto">
            <a:xfrm>
              <a:off x="1929" y="1320"/>
              <a:ext cx="135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16-bit identifier</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 name="Line 15">
              <a:extLst>
                <a:ext uri="{FF2B5EF4-FFF2-40B4-BE49-F238E27FC236}">
                  <a16:creationId xmlns:a16="http://schemas.microsoft.com/office/drawing/2014/main" id="{6E8EDA64-4D72-E644-A7A2-C624035759F6}"/>
                </a:ext>
              </a:extLst>
            </p:cNvPr>
            <p:cNvSpPr>
              <a:spLocks noChangeShapeType="1"/>
            </p:cNvSpPr>
            <p:nvPr/>
          </p:nvSpPr>
          <p:spPr bwMode="auto">
            <a:xfrm flipV="1">
              <a:off x="1984" y="2205"/>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3" name="Line 16">
              <a:extLst>
                <a:ext uri="{FF2B5EF4-FFF2-40B4-BE49-F238E27FC236}">
                  <a16:creationId xmlns:a16="http://schemas.microsoft.com/office/drawing/2014/main" id="{27C58B80-F7F3-2B47-A794-308A73EF2619}"/>
                </a:ext>
              </a:extLst>
            </p:cNvPr>
            <p:cNvSpPr>
              <a:spLocks noChangeShapeType="1"/>
            </p:cNvSpPr>
            <p:nvPr/>
          </p:nvSpPr>
          <p:spPr bwMode="auto">
            <a:xfrm flipV="1">
              <a:off x="1984" y="2505"/>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 name="Text Box 17">
              <a:extLst>
                <a:ext uri="{FF2B5EF4-FFF2-40B4-BE49-F238E27FC236}">
                  <a16:creationId xmlns:a16="http://schemas.microsoft.com/office/drawing/2014/main" id="{C16AB973-194F-5A45-BFDC-8BC3E836AD72}"/>
                </a:ext>
              </a:extLst>
            </p:cNvPr>
            <p:cNvSpPr txBox="1">
              <a:spLocks noChangeArrowheads="1"/>
            </p:cNvSpPr>
            <p:nvPr/>
          </p:nvSpPr>
          <p:spPr bwMode="auto">
            <a:xfrm>
              <a:off x="3464" y="1549"/>
              <a:ext cx="80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checksum</a:t>
              </a:r>
            </a:p>
          </p:txBody>
        </p:sp>
        <p:sp>
          <p:nvSpPr>
            <p:cNvPr id="135" name="Text Box 18">
              <a:extLst>
                <a:ext uri="{FF2B5EF4-FFF2-40B4-BE49-F238E27FC236}">
                  <a16:creationId xmlns:a16="http://schemas.microsoft.com/office/drawing/2014/main" id="{73F144F0-D722-DD4E-913A-9D1C13A3A3DC}"/>
                </a:ext>
              </a:extLst>
            </p:cNvPr>
            <p:cNvSpPr txBox="1">
              <a:spLocks noChangeArrowheads="1"/>
            </p:cNvSpPr>
            <p:nvPr/>
          </p:nvSpPr>
          <p:spPr bwMode="auto">
            <a:xfrm>
              <a:off x="2008" y="1531"/>
              <a:ext cx="54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time to</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live</a:t>
              </a:r>
            </a:p>
          </p:txBody>
        </p:sp>
        <p:sp>
          <p:nvSpPr>
            <p:cNvPr id="136" name="Text Box 19">
              <a:extLst>
                <a:ext uri="{FF2B5EF4-FFF2-40B4-BE49-F238E27FC236}">
                  <a16:creationId xmlns:a16="http://schemas.microsoft.com/office/drawing/2014/main" id="{24E2CAED-6A31-D148-BAF3-804A52CDFBE4}"/>
                </a:ext>
              </a:extLst>
            </p:cNvPr>
            <p:cNvSpPr txBox="1">
              <a:spLocks noChangeArrowheads="1"/>
            </p:cNvSpPr>
            <p:nvPr/>
          </p:nvSpPr>
          <p:spPr bwMode="auto">
            <a:xfrm>
              <a:off x="2539" y="1959"/>
              <a:ext cx="1328"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source IP address</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 name="Text Box 31">
              <a:extLst>
                <a:ext uri="{FF2B5EF4-FFF2-40B4-BE49-F238E27FC236}">
                  <a16:creationId xmlns:a16="http://schemas.microsoft.com/office/drawing/2014/main" id="{BEE296DD-3F61-ED40-BC79-F3A9021ABAD7}"/>
                </a:ext>
              </a:extLst>
            </p:cNvPr>
            <p:cNvSpPr txBox="1">
              <a:spLocks noChangeArrowheads="1"/>
            </p:cNvSpPr>
            <p:nvPr/>
          </p:nvSpPr>
          <p:spPr bwMode="auto">
            <a:xfrm>
              <a:off x="2222" y="907"/>
              <a:ext cx="47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len</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8" name="Text Box 32">
              <a:extLst>
                <a:ext uri="{FF2B5EF4-FFF2-40B4-BE49-F238E27FC236}">
                  <a16:creationId xmlns:a16="http://schemas.microsoft.com/office/drawing/2014/main" id="{F97B56F5-767E-B842-B667-C862E3D38318}"/>
                </a:ext>
              </a:extLst>
            </p:cNvPr>
            <p:cNvSpPr txBox="1">
              <a:spLocks noChangeArrowheads="1"/>
            </p:cNvSpPr>
            <p:nvPr/>
          </p:nvSpPr>
          <p:spPr bwMode="auto">
            <a:xfrm>
              <a:off x="2646" y="901"/>
              <a:ext cx="5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type of</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service</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 name="Line 33">
              <a:extLst>
                <a:ext uri="{FF2B5EF4-FFF2-40B4-BE49-F238E27FC236}">
                  <a16:creationId xmlns:a16="http://schemas.microsoft.com/office/drawing/2014/main" id="{BDD076AF-08C4-4F47-9082-FD95A3AE8871}"/>
                </a:ext>
              </a:extLst>
            </p:cNvPr>
            <p:cNvSpPr>
              <a:spLocks noChangeShapeType="1"/>
            </p:cNvSpPr>
            <p:nvPr/>
          </p:nvSpPr>
          <p:spPr bwMode="auto">
            <a:xfrm flipH="1" flipV="1">
              <a:off x="2646" y="938"/>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 name="Line 34">
              <a:extLst>
                <a:ext uri="{FF2B5EF4-FFF2-40B4-BE49-F238E27FC236}">
                  <a16:creationId xmlns:a16="http://schemas.microsoft.com/office/drawing/2014/main" id="{ED69820A-98A8-C448-9306-B016D7131F89}"/>
                </a:ext>
              </a:extLst>
            </p:cNvPr>
            <p:cNvSpPr>
              <a:spLocks noChangeShapeType="1"/>
            </p:cNvSpPr>
            <p:nvPr/>
          </p:nvSpPr>
          <p:spPr bwMode="auto">
            <a:xfrm flipH="1" flipV="1">
              <a:off x="2259" y="944"/>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 name="Line 37">
              <a:extLst>
                <a:ext uri="{FF2B5EF4-FFF2-40B4-BE49-F238E27FC236}">
                  <a16:creationId xmlns:a16="http://schemas.microsoft.com/office/drawing/2014/main" id="{4C39789B-1352-C348-9751-652C9E9F847E}"/>
                </a:ext>
              </a:extLst>
            </p:cNvPr>
            <p:cNvSpPr>
              <a:spLocks noChangeShapeType="1"/>
            </p:cNvSpPr>
            <p:nvPr/>
          </p:nvSpPr>
          <p:spPr bwMode="auto">
            <a:xfrm flipH="1" flipV="1">
              <a:off x="3210" y="1265"/>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 name="Text Box 38">
              <a:extLst>
                <a:ext uri="{FF2B5EF4-FFF2-40B4-BE49-F238E27FC236}">
                  <a16:creationId xmlns:a16="http://schemas.microsoft.com/office/drawing/2014/main" id="{D17766F8-1604-7844-AF12-5526BB719D91}"/>
                </a:ext>
              </a:extLst>
            </p:cNvPr>
            <p:cNvSpPr txBox="1">
              <a:spLocks noChangeArrowheads="1"/>
            </p:cNvSpPr>
            <p:nvPr/>
          </p:nvSpPr>
          <p:spPr bwMode="auto">
            <a:xfrm>
              <a:off x="3117" y="1314"/>
              <a:ext cx="48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flgs</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 name="Line 39">
              <a:extLst>
                <a:ext uri="{FF2B5EF4-FFF2-40B4-BE49-F238E27FC236}">
                  <a16:creationId xmlns:a16="http://schemas.microsoft.com/office/drawing/2014/main" id="{347B244D-DD5B-7D4F-94F4-91C0A285AFF9}"/>
                </a:ext>
              </a:extLst>
            </p:cNvPr>
            <p:cNvSpPr>
              <a:spLocks noChangeShapeType="1"/>
            </p:cNvSpPr>
            <p:nvPr/>
          </p:nvSpPr>
          <p:spPr bwMode="auto">
            <a:xfrm flipH="1" flipV="1">
              <a:off x="3504" y="1259"/>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 name="Text Box 40">
              <a:extLst>
                <a:ext uri="{FF2B5EF4-FFF2-40B4-BE49-F238E27FC236}">
                  <a16:creationId xmlns:a16="http://schemas.microsoft.com/office/drawing/2014/main" id="{7247D566-AB42-3841-994B-E294C06DAB62}"/>
                </a:ext>
              </a:extLst>
            </p:cNvPr>
            <p:cNvSpPr txBox="1">
              <a:spLocks noChangeArrowheads="1"/>
            </p:cNvSpPr>
            <p:nvPr/>
          </p:nvSpPr>
          <p:spPr bwMode="auto">
            <a:xfrm>
              <a:off x="3531" y="1230"/>
              <a:ext cx="90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fragment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offset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5" name="Line 43">
              <a:extLst>
                <a:ext uri="{FF2B5EF4-FFF2-40B4-BE49-F238E27FC236}">
                  <a16:creationId xmlns:a16="http://schemas.microsoft.com/office/drawing/2014/main" id="{3AA0ABEC-0F0D-104F-A9E5-4BBC9A6A4208}"/>
                </a:ext>
              </a:extLst>
            </p:cNvPr>
            <p:cNvSpPr>
              <a:spLocks noChangeShapeType="1"/>
            </p:cNvSpPr>
            <p:nvPr/>
          </p:nvSpPr>
          <p:spPr bwMode="auto">
            <a:xfrm flipV="1">
              <a:off x="1984" y="1581"/>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 name="Line 44">
              <a:extLst>
                <a:ext uri="{FF2B5EF4-FFF2-40B4-BE49-F238E27FC236}">
                  <a16:creationId xmlns:a16="http://schemas.microsoft.com/office/drawing/2014/main" id="{3BCAABB0-D26C-C443-A64A-9B2F129C9CCE}"/>
                </a:ext>
              </a:extLst>
            </p:cNvPr>
            <p:cNvSpPr>
              <a:spLocks noChangeShapeType="1"/>
            </p:cNvSpPr>
            <p:nvPr/>
          </p:nvSpPr>
          <p:spPr bwMode="auto">
            <a:xfrm flipH="1" flipV="1">
              <a:off x="3210" y="1583"/>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 name="Line 45">
              <a:extLst>
                <a:ext uri="{FF2B5EF4-FFF2-40B4-BE49-F238E27FC236}">
                  <a16:creationId xmlns:a16="http://schemas.microsoft.com/office/drawing/2014/main" id="{E866F42A-10BE-C449-97E1-04B252E8309D}"/>
                </a:ext>
              </a:extLst>
            </p:cNvPr>
            <p:cNvSpPr>
              <a:spLocks noChangeShapeType="1"/>
            </p:cNvSpPr>
            <p:nvPr/>
          </p:nvSpPr>
          <p:spPr bwMode="auto">
            <a:xfrm flipV="1">
              <a:off x="1972" y="1905"/>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 name="Text Box 46">
              <a:extLst>
                <a:ext uri="{FF2B5EF4-FFF2-40B4-BE49-F238E27FC236}">
                  <a16:creationId xmlns:a16="http://schemas.microsoft.com/office/drawing/2014/main" id="{E683D402-CA7F-9F47-849F-2224DC3DE9FB}"/>
                </a:ext>
              </a:extLst>
            </p:cNvPr>
            <p:cNvSpPr txBox="1">
              <a:spLocks noChangeArrowheads="1"/>
            </p:cNvSpPr>
            <p:nvPr/>
          </p:nvSpPr>
          <p:spPr bwMode="auto">
            <a:xfrm>
              <a:off x="2668" y="1525"/>
              <a:ext cx="48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upper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layer</a:t>
              </a:r>
            </a:p>
          </p:txBody>
        </p:sp>
        <p:sp>
          <p:nvSpPr>
            <p:cNvPr id="149" name="Line 47">
              <a:extLst>
                <a:ext uri="{FF2B5EF4-FFF2-40B4-BE49-F238E27FC236}">
                  <a16:creationId xmlns:a16="http://schemas.microsoft.com/office/drawing/2014/main" id="{0E531E3C-4F5A-D941-83E8-AE1464B5A344}"/>
                </a:ext>
              </a:extLst>
            </p:cNvPr>
            <p:cNvSpPr>
              <a:spLocks noChangeShapeType="1"/>
            </p:cNvSpPr>
            <p:nvPr/>
          </p:nvSpPr>
          <p:spPr bwMode="auto">
            <a:xfrm flipH="1" flipV="1">
              <a:off x="2610" y="1589"/>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0" name="Text Box 49">
              <a:extLst>
                <a:ext uri="{FF2B5EF4-FFF2-40B4-BE49-F238E27FC236}">
                  <a16:creationId xmlns:a16="http://schemas.microsoft.com/office/drawing/2014/main" id="{0D207251-C799-F041-9618-AD88DBAA8CF0}"/>
                </a:ext>
              </a:extLst>
            </p:cNvPr>
            <p:cNvSpPr txBox="1">
              <a:spLocks noChangeArrowheads="1"/>
            </p:cNvSpPr>
            <p:nvPr/>
          </p:nvSpPr>
          <p:spPr bwMode="auto">
            <a:xfrm>
              <a:off x="2450" y="2235"/>
              <a:ext cx="1554"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destination IP address</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1" name="Line 50">
              <a:extLst>
                <a:ext uri="{FF2B5EF4-FFF2-40B4-BE49-F238E27FC236}">
                  <a16:creationId xmlns:a16="http://schemas.microsoft.com/office/drawing/2014/main" id="{3D7847B5-06DC-744F-AFA4-710C1C3AACDA}"/>
                </a:ext>
              </a:extLst>
            </p:cNvPr>
            <p:cNvSpPr>
              <a:spLocks noChangeShapeType="1"/>
            </p:cNvSpPr>
            <p:nvPr/>
          </p:nvSpPr>
          <p:spPr bwMode="auto">
            <a:xfrm flipV="1">
              <a:off x="1984" y="2787"/>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2" name="Text Box 51">
              <a:extLst>
                <a:ext uri="{FF2B5EF4-FFF2-40B4-BE49-F238E27FC236}">
                  <a16:creationId xmlns:a16="http://schemas.microsoft.com/office/drawing/2014/main" id="{DDCF4509-5098-514D-8D40-9FA4EA41780D}"/>
                </a:ext>
              </a:extLst>
            </p:cNvPr>
            <p:cNvSpPr txBox="1">
              <a:spLocks noChangeArrowheads="1"/>
            </p:cNvSpPr>
            <p:nvPr/>
          </p:nvSpPr>
          <p:spPr bwMode="auto">
            <a:xfrm>
              <a:off x="2673" y="2529"/>
              <a:ext cx="106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options (if any)</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53" name="Group 56">
            <a:extLst>
              <a:ext uri="{FF2B5EF4-FFF2-40B4-BE49-F238E27FC236}">
                <a16:creationId xmlns:a16="http://schemas.microsoft.com/office/drawing/2014/main" id="{F46ED7D0-3A4C-C74F-A2AF-2F28546928AE}"/>
              </a:ext>
            </a:extLst>
          </p:cNvPr>
          <p:cNvGrpSpPr>
            <a:grpSpLocks/>
          </p:cNvGrpSpPr>
          <p:nvPr/>
        </p:nvGrpSpPr>
        <p:grpSpPr bwMode="auto">
          <a:xfrm>
            <a:off x="1064770" y="1650761"/>
            <a:ext cx="3598863" cy="369886"/>
            <a:chOff x="-198" y="851"/>
            <a:chExt cx="2267" cy="233"/>
          </a:xfrm>
        </p:grpSpPr>
        <p:sp>
          <p:nvSpPr>
            <p:cNvPr id="154" name="Text Box 20">
              <a:extLst>
                <a:ext uri="{FF2B5EF4-FFF2-40B4-BE49-F238E27FC236}">
                  <a16:creationId xmlns:a16="http://schemas.microsoft.com/office/drawing/2014/main" id="{DD501FF6-E28D-E740-B77A-CD4A3210C2D5}"/>
                </a:ext>
              </a:extLst>
            </p:cNvPr>
            <p:cNvSpPr txBox="1">
              <a:spLocks noChangeArrowheads="1"/>
            </p:cNvSpPr>
            <p:nvPr/>
          </p:nvSpPr>
          <p:spPr bwMode="auto">
            <a:xfrm>
              <a:off x="-198" y="851"/>
              <a:ext cx="196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protocol version number</a:t>
              </a:r>
              <a:endParaRPr kumimoji="0" lang="en-US" altLang="en-US" sz="1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5" name="Line 23">
              <a:extLst>
                <a:ext uri="{FF2B5EF4-FFF2-40B4-BE49-F238E27FC236}">
                  <a16:creationId xmlns:a16="http://schemas.microsoft.com/office/drawing/2014/main" id="{F85B0816-D21B-CB47-8C66-E05D0680EC83}"/>
                </a:ext>
              </a:extLst>
            </p:cNvPr>
            <p:cNvSpPr>
              <a:spLocks noChangeShapeType="1"/>
            </p:cNvSpPr>
            <p:nvPr/>
          </p:nvSpPr>
          <p:spPr bwMode="auto">
            <a:xfrm flipV="1">
              <a:off x="1740" y="996"/>
              <a:ext cx="329" cy="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56" name="Group 57">
            <a:extLst>
              <a:ext uri="{FF2B5EF4-FFF2-40B4-BE49-F238E27FC236}">
                <a16:creationId xmlns:a16="http://schemas.microsoft.com/office/drawing/2014/main" id="{09D76537-7447-BC4F-803B-D699F93DFDEB}"/>
              </a:ext>
            </a:extLst>
          </p:cNvPr>
          <p:cNvGrpSpPr>
            <a:grpSpLocks/>
          </p:cNvGrpSpPr>
          <p:nvPr/>
        </p:nvGrpSpPr>
        <p:grpSpPr bwMode="auto">
          <a:xfrm>
            <a:off x="1228282" y="2004782"/>
            <a:ext cx="3817939" cy="369888"/>
            <a:chOff x="-95" y="1074"/>
            <a:chExt cx="2405" cy="233"/>
          </a:xfrm>
        </p:grpSpPr>
        <p:sp>
          <p:nvSpPr>
            <p:cNvPr id="157" name="Text Box 21">
              <a:extLst>
                <a:ext uri="{FF2B5EF4-FFF2-40B4-BE49-F238E27FC236}">
                  <a16:creationId xmlns:a16="http://schemas.microsoft.com/office/drawing/2014/main" id="{6BB3B2E4-B494-8F48-ADC1-00DA5E9C53C6}"/>
                </a:ext>
              </a:extLst>
            </p:cNvPr>
            <p:cNvSpPr txBox="1">
              <a:spLocks noChangeArrowheads="1"/>
            </p:cNvSpPr>
            <p:nvPr/>
          </p:nvSpPr>
          <p:spPr bwMode="auto">
            <a:xfrm>
              <a:off x="-95" y="1074"/>
              <a:ext cx="18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header length(bytes)</a:t>
              </a:r>
              <a:endParaRPr kumimoji="0" lang="en-US" altLang="en-US" sz="1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8" name="Line 24">
              <a:extLst>
                <a:ext uri="{FF2B5EF4-FFF2-40B4-BE49-F238E27FC236}">
                  <a16:creationId xmlns:a16="http://schemas.microsoft.com/office/drawing/2014/main" id="{706E58AF-5939-4644-8ECF-E13603BC22AD}"/>
                </a:ext>
              </a:extLst>
            </p:cNvPr>
            <p:cNvSpPr>
              <a:spLocks noChangeShapeType="1"/>
            </p:cNvSpPr>
            <p:nvPr/>
          </p:nvSpPr>
          <p:spPr bwMode="auto">
            <a:xfrm flipV="1">
              <a:off x="1748" y="1184"/>
              <a:ext cx="562" cy="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59" name="Group 60">
            <a:extLst>
              <a:ext uri="{FF2B5EF4-FFF2-40B4-BE49-F238E27FC236}">
                <a16:creationId xmlns:a16="http://schemas.microsoft.com/office/drawing/2014/main" id="{4258D741-EF03-AB43-8674-1FF314406AE4}"/>
              </a:ext>
            </a:extLst>
          </p:cNvPr>
          <p:cNvGrpSpPr>
            <a:grpSpLocks/>
          </p:cNvGrpSpPr>
          <p:nvPr/>
        </p:nvGrpSpPr>
        <p:grpSpPr bwMode="auto">
          <a:xfrm>
            <a:off x="151955" y="3111541"/>
            <a:ext cx="5535615" cy="1247776"/>
            <a:chOff x="-773" y="1434"/>
            <a:chExt cx="3487" cy="786"/>
          </a:xfrm>
        </p:grpSpPr>
        <p:sp>
          <p:nvSpPr>
            <p:cNvPr id="160" name="Text Box 27">
              <a:extLst>
                <a:ext uri="{FF2B5EF4-FFF2-40B4-BE49-F238E27FC236}">
                  <a16:creationId xmlns:a16="http://schemas.microsoft.com/office/drawing/2014/main" id="{2ABE1009-3567-E94C-9ECA-3B9CCF763210}"/>
                </a:ext>
              </a:extLst>
            </p:cNvPr>
            <p:cNvSpPr txBox="1">
              <a:spLocks noChangeArrowheads="1"/>
            </p:cNvSpPr>
            <p:nvPr/>
          </p:nvSpPr>
          <p:spPr bwMode="auto">
            <a:xfrm>
              <a:off x="-773" y="1987"/>
              <a:ext cx="2568"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upper layer protocol </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(e.g., TCP or UDP)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1" name="Line 28">
              <a:extLst>
                <a:ext uri="{FF2B5EF4-FFF2-40B4-BE49-F238E27FC236}">
                  <a16:creationId xmlns:a16="http://schemas.microsoft.com/office/drawing/2014/main" id="{5458F48E-33B1-F14C-AC20-E862C9526956}"/>
                </a:ext>
              </a:extLst>
            </p:cNvPr>
            <p:cNvSpPr>
              <a:spLocks noChangeShapeType="1"/>
            </p:cNvSpPr>
            <p:nvPr/>
          </p:nvSpPr>
          <p:spPr bwMode="auto">
            <a:xfrm flipV="1">
              <a:off x="1766" y="1434"/>
              <a:ext cx="948" cy="672"/>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2" name="Group 61">
            <a:extLst>
              <a:ext uri="{FF2B5EF4-FFF2-40B4-BE49-F238E27FC236}">
                <a16:creationId xmlns:a16="http://schemas.microsoft.com/office/drawing/2014/main" id="{CACE9B0D-62D6-B34E-89A0-4E0AFCF2C3B2}"/>
              </a:ext>
            </a:extLst>
          </p:cNvPr>
          <p:cNvGrpSpPr>
            <a:grpSpLocks/>
          </p:cNvGrpSpPr>
          <p:nvPr/>
        </p:nvGrpSpPr>
        <p:grpSpPr bwMode="auto">
          <a:xfrm>
            <a:off x="8102158" y="1652352"/>
            <a:ext cx="2322512" cy="641350"/>
            <a:chOff x="4235" y="852"/>
            <a:chExt cx="1463" cy="404"/>
          </a:xfrm>
        </p:grpSpPr>
        <p:sp>
          <p:nvSpPr>
            <p:cNvPr id="163" name="Text Box 26">
              <a:extLst>
                <a:ext uri="{FF2B5EF4-FFF2-40B4-BE49-F238E27FC236}">
                  <a16:creationId xmlns:a16="http://schemas.microsoft.com/office/drawing/2014/main" id="{30E427B3-A5A5-4D4F-B92F-565A16BD627D}"/>
                </a:ext>
              </a:extLst>
            </p:cNvPr>
            <p:cNvSpPr txBox="1">
              <a:spLocks noChangeArrowheads="1"/>
            </p:cNvSpPr>
            <p:nvPr/>
          </p:nvSpPr>
          <p:spPr bwMode="auto">
            <a:xfrm>
              <a:off x="4662" y="852"/>
              <a:ext cx="103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total datagram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length (bytes)</a:t>
              </a:r>
            </a:p>
          </p:txBody>
        </p:sp>
        <p:sp>
          <p:nvSpPr>
            <p:cNvPr id="164" name="Line 30">
              <a:extLst>
                <a:ext uri="{FF2B5EF4-FFF2-40B4-BE49-F238E27FC236}">
                  <a16:creationId xmlns:a16="http://schemas.microsoft.com/office/drawing/2014/main" id="{3AF47488-1011-A848-99D2-FC6016C55C06}"/>
                </a:ext>
              </a:extLst>
            </p:cNvPr>
            <p:cNvSpPr>
              <a:spLocks noChangeShapeType="1"/>
            </p:cNvSpPr>
            <p:nvPr/>
          </p:nvSpPr>
          <p:spPr bwMode="auto">
            <a:xfrm flipH="1">
              <a:off x="4235" y="1149"/>
              <a:ext cx="429" cy="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5" name="Group 58">
            <a:extLst>
              <a:ext uri="{FF2B5EF4-FFF2-40B4-BE49-F238E27FC236}">
                <a16:creationId xmlns:a16="http://schemas.microsoft.com/office/drawing/2014/main" id="{48A836F1-05EC-DE4D-B1B8-1C5131E8EA97}"/>
              </a:ext>
            </a:extLst>
          </p:cNvPr>
          <p:cNvGrpSpPr>
            <a:grpSpLocks/>
          </p:cNvGrpSpPr>
          <p:nvPr/>
        </p:nvGrpSpPr>
        <p:grpSpPr bwMode="auto">
          <a:xfrm>
            <a:off x="2323661" y="2060348"/>
            <a:ext cx="3378202" cy="1452568"/>
            <a:chOff x="595" y="1109"/>
            <a:chExt cx="2128" cy="915"/>
          </a:xfrm>
        </p:grpSpPr>
        <p:sp>
          <p:nvSpPr>
            <p:cNvPr id="166" name="Text Box 35">
              <a:extLst>
                <a:ext uri="{FF2B5EF4-FFF2-40B4-BE49-F238E27FC236}">
                  <a16:creationId xmlns:a16="http://schemas.microsoft.com/office/drawing/2014/main" id="{30EE02F6-A328-8D46-8C08-639ED0208690}"/>
                </a:ext>
              </a:extLst>
            </p:cNvPr>
            <p:cNvSpPr txBox="1">
              <a:spLocks noChangeArrowheads="1"/>
            </p:cNvSpPr>
            <p:nvPr/>
          </p:nvSpPr>
          <p:spPr bwMode="auto">
            <a:xfrm>
              <a:off x="595" y="1307"/>
              <a:ext cx="1202" cy="7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ja-JP"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“type” of service:</a:t>
              </a:r>
            </a:p>
            <a:p>
              <a:pPr marL="285750" marR="0" lvl="0" indent="-165100" algn="l" defTabSz="914400" rtl="0" eaLnBrk="0" fontAlgn="base" latinLnBrk="0" hangingPunct="0">
                <a:lnSpc>
                  <a:spcPct val="100000"/>
                </a:lnSpc>
                <a:spcBef>
                  <a:spcPct val="0"/>
                </a:spcBef>
                <a:spcAft>
                  <a:spcPct val="0"/>
                </a:spcAft>
                <a:buClr>
                  <a:srgbClr val="0000A8"/>
                </a:buClr>
                <a:buSzTx/>
                <a:buFont typeface="Wingdings" pitchFamily="2" charset="2"/>
                <a:buChar char="§"/>
                <a:tabLst/>
                <a:defRPr/>
              </a:pP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diffserv (0:5)</a:t>
              </a:r>
            </a:p>
            <a:p>
              <a:pPr marL="285750" marR="0" lvl="0" indent="-165100" algn="l" defTabSz="914400" rtl="0" eaLnBrk="0" fontAlgn="base" latinLnBrk="0" hangingPunct="0">
                <a:lnSpc>
                  <a:spcPct val="100000"/>
                </a:lnSpc>
                <a:spcBef>
                  <a:spcPct val="0"/>
                </a:spcBef>
                <a:spcAft>
                  <a:spcPct val="0"/>
                </a:spcAft>
                <a:buClr>
                  <a:srgbClr val="0000A8"/>
                </a:buClr>
                <a:buSzTx/>
                <a:buFont typeface="Wingdings" pitchFamily="2" charset="2"/>
                <a:buChar char="§"/>
                <a:tabLst/>
                <a:defRPr/>
              </a:pP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ECN (6:7)</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ja-JP"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1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7" name="Line 36">
              <a:extLst>
                <a:ext uri="{FF2B5EF4-FFF2-40B4-BE49-F238E27FC236}">
                  <a16:creationId xmlns:a16="http://schemas.microsoft.com/office/drawing/2014/main" id="{F3ABE1B3-92EF-EE40-8416-0B8D319EE942}"/>
                </a:ext>
              </a:extLst>
            </p:cNvPr>
            <p:cNvSpPr>
              <a:spLocks noChangeShapeType="1"/>
            </p:cNvSpPr>
            <p:nvPr/>
          </p:nvSpPr>
          <p:spPr bwMode="auto">
            <a:xfrm flipV="1">
              <a:off x="1746" y="1109"/>
              <a:ext cx="977" cy="32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8" name="Group 62">
            <a:extLst>
              <a:ext uri="{FF2B5EF4-FFF2-40B4-BE49-F238E27FC236}">
                <a16:creationId xmlns:a16="http://schemas.microsoft.com/office/drawing/2014/main" id="{4087126E-9476-2B47-BE4F-7A42B99BC7FE}"/>
              </a:ext>
            </a:extLst>
          </p:cNvPr>
          <p:cNvGrpSpPr>
            <a:grpSpLocks/>
          </p:cNvGrpSpPr>
          <p:nvPr/>
        </p:nvGrpSpPr>
        <p:grpSpPr bwMode="auto">
          <a:xfrm>
            <a:off x="6330509" y="2273066"/>
            <a:ext cx="4110038" cy="646113"/>
            <a:chOff x="3119" y="1243"/>
            <a:chExt cx="2589" cy="407"/>
          </a:xfrm>
        </p:grpSpPr>
        <p:sp>
          <p:nvSpPr>
            <p:cNvPr id="169" name="Text Box 25">
              <a:extLst>
                <a:ext uri="{FF2B5EF4-FFF2-40B4-BE49-F238E27FC236}">
                  <a16:creationId xmlns:a16="http://schemas.microsoft.com/office/drawing/2014/main" id="{512E3B71-E3FC-D34A-9DEC-E65FCBAE37BC}"/>
                </a:ext>
              </a:extLst>
            </p:cNvPr>
            <p:cNvSpPr txBox="1">
              <a:spLocks noChangeArrowheads="1"/>
            </p:cNvSpPr>
            <p:nvPr/>
          </p:nvSpPr>
          <p:spPr bwMode="auto">
            <a:xfrm>
              <a:off x="4663" y="1243"/>
              <a:ext cx="104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fragmentation/</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reassembly</a:t>
              </a:r>
            </a:p>
          </p:txBody>
        </p:sp>
        <p:sp>
          <p:nvSpPr>
            <p:cNvPr id="170" name="Line 29">
              <a:extLst>
                <a:ext uri="{FF2B5EF4-FFF2-40B4-BE49-F238E27FC236}">
                  <a16:creationId xmlns:a16="http://schemas.microsoft.com/office/drawing/2014/main" id="{82BB5C8E-99D8-AB4F-812C-C8887D1E1E10}"/>
                </a:ext>
              </a:extLst>
            </p:cNvPr>
            <p:cNvSpPr>
              <a:spLocks noChangeShapeType="1"/>
            </p:cNvSpPr>
            <p:nvPr/>
          </p:nvSpPr>
          <p:spPr bwMode="auto">
            <a:xfrm flipH="1">
              <a:off x="3443" y="1358"/>
              <a:ext cx="1228" cy="177"/>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1" name="Line 41">
              <a:extLst>
                <a:ext uri="{FF2B5EF4-FFF2-40B4-BE49-F238E27FC236}">
                  <a16:creationId xmlns:a16="http://schemas.microsoft.com/office/drawing/2014/main" id="{179D4ED7-D84C-2F4C-8903-32B5F0AEECE1}"/>
                </a:ext>
              </a:extLst>
            </p:cNvPr>
            <p:cNvSpPr>
              <a:spLocks noChangeShapeType="1"/>
            </p:cNvSpPr>
            <p:nvPr/>
          </p:nvSpPr>
          <p:spPr bwMode="auto">
            <a:xfrm flipH="1" flipV="1">
              <a:off x="4301" y="1349"/>
              <a:ext cx="381" cy="2"/>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2" name="Line 42">
              <a:extLst>
                <a:ext uri="{FF2B5EF4-FFF2-40B4-BE49-F238E27FC236}">
                  <a16:creationId xmlns:a16="http://schemas.microsoft.com/office/drawing/2014/main" id="{E9410A24-EBCE-C541-89FB-7277C9EF1BCD}"/>
                </a:ext>
              </a:extLst>
            </p:cNvPr>
            <p:cNvSpPr>
              <a:spLocks noChangeShapeType="1"/>
            </p:cNvSpPr>
            <p:nvPr/>
          </p:nvSpPr>
          <p:spPr bwMode="auto">
            <a:xfrm flipH="1">
              <a:off x="3119" y="1354"/>
              <a:ext cx="1555" cy="103"/>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73" name="Group 59">
            <a:extLst>
              <a:ext uri="{FF2B5EF4-FFF2-40B4-BE49-F238E27FC236}">
                <a16:creationId xmlns:a16="http://schemas.microsoft.com/office/drawing/2014/main" id="{F3E5E860-E3FA-1043-A7CA-31E59409DB3B}"/>
              </a:ext>
            </a:extLst>
          </p:cNvPr>
          <p:cNvGrpSpPr>
            <a:grpSpLocks/>
          </p:cNvGrpSpPr>
          <p:nvPr/>
        </p:nvGrpSpPr>
        <p:grpSpPr bwMode="auto">
          <a:xfrm>
            <a:off x="786919" y="3200477"/>
            <a:ext cx="3975103" cy="723900"/>
            <a:chOff x="-366" y="1483"/>
            <a:chExt cx="2504" cy="456"/>
          </a:xfrm>
        </p:grpSpPr>
        <p:sp>
          <p:nvSpPr>
            <p:cNvPr id="174" name="Text Box 22">
              <a:extLst>
                <a:ext uri="{FF2B5EF4-FFF2-40B4-BE49-F238E27FC236}">
                  <a16:creationId xmlns:a16="http://schemas.microsoft.com/office/drawing/2014/main" id="{F3BCF68C-C9A4-A848-9F65-D9DA862AA831}"/>
                </a:ext>
              </a:extLst>
            </p:cNvPr>
            <p:cNvSpPr txBox="1">
              <a:spLocks noChangeArrowheads="1"/>
            </p:cNvSpPr>
            <p:nvPr/>
          </p:nvSpPr>
          <p:spPr bwMode="auto">
            <a:xfrm>
              <a:off x="-366" y="1551"/>
              <a:ext cx="2144" cy="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TTL: remaining  max hops</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(decremented at each router)</a:t>
              </a:r>
            </a:p>
          </p:txBody>
        </p:sp>
        <p:sp>
          <p:nvSpPr>
            <p:cNvPr id="175" name="Line 48">
              <a:extLst>
                <a:ext uri="{FF2B5EF4-FFF2-40B4-BE49-F238E27FC236}">
                  <a16:creationId xmlns:a16="http://schemas.microsoft.com/office/drawing/2014/main" id="{E8C2FC41-FC21-EB4A-81CC-6A4E388FF3AA}"/>
                </a:ext>
              </a:extLst>
            </p:cNvPr>
            <p:cNvSpPr>
              <a:spLocks noChangeShapeType="1"/>
            </p:cNvSpPr>
            <p:nvPr/>
          </p:nvSpPr>
          <p:spPr bwMode="auto">
            <a:xfrm flipV="1">
              <a:off x="1753" y="1483"/>
              <a:ext cx="385" cy="277"/>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6" name="Group 5">
            <a:extLst>
              <a:ext uri="{FF2B5EF4-FFF2-40B4-BE49-F238E27FC236}">
                <a16:creationId xmlns:a16="http://schemas.microsoft.com/office/drawing/2014/main" id="{10A5FB9C-8877-CF48-9B4B-0001510B0996}"/>
              </a:ext>
            </a:extLst>
          </p:cNvPr>
          <p:cNvGrpSpPr/>
          <p:nvPr/>
        </p:nvGrpSpPr>
        <p:grpSpPr>
          <a:xfrm>
            <a:off x="1134317" y="4446414"/>
            <a:ext cx="2823045" cy="2083632"/>
            <a:chOff x="419725" y="4467070"/>
            <a:chExt cx="2823045" cy="2083632"/>
          </a:xfrm>
        </p:grpSpPr>
        <p:sp>
          <p:nvSpPr>
            <p:cNvPr id="179" name="Rectangle 54">
              <a:extLst>
                <a:ext uri="{FF2B5EF4-FFF2-40B4-BE49-F238E27FC236}">
                  <a16:creationId xmlns:a16="http://schemas.microsoft.com/office/drawing/2014/main" id="{F3422680-BA18-B141-8049-75179551BB0C}"/>
                </a:ext>
              </a:extLst>
            </p:cNvPr>
            <p:cNvSpPr>
              <a:spLocks noChangeArrowheads="1"/>
            </p:cNvSpPr>
            <p:nvPr/>
          </p:nvSpPr>
          <p:spPr bwMode="auto">
            <a:xfrm>
              <a:off x="437293" y="4954788"/>
              <a:ext cx="2805477" cy="1465471"/>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a:lstStyle>
              <a:lvl1pPr marL="342900" indent="-342900">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42900" marR="0" lvl="0" indent="-223838" algn="l" defTabSz="914400" rtl="0" eaLnBrk="0" fontAlgn="base" latinLnBrk="0" hangingPunct="0">
                <a:lnSpc>
                  <a:spcPct val="85000"/>
                </a:lnSpc>
                <a:spcBef>
                  <a:spcPct val="20000"/>
                </a:spcBef>
                <a:spcAft>
                  <a:spcPct val="0"/>
                </a:spcAft>
                <a:buClr>
                  <a:srgbClr val="0000A3"/>
                </a:buClr>
                <a:buSzPct val="100000"/>
                <a:buFont typeface="Wingdings" pitchFamily="2" charset="2"/>
                <a:buChar char="§"/>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 bytes of TCP</a:t>
              </a:r>
            </a:p>
            <a:p>
              <a:pPr marL="342900" marR="0" lvl="0" indent="-223838" algn="l" defTabSz="914400" rtl="0" eaLnBrk="0" fontAlgn="base" latinLnBrk="0" hangingPunct="0">
                <a:lnSpc>
                  <a:spcPct val="85000"/>
                </a:lnSpc>
                <a:spcBef>
                  <a:spcPct val="20000"/>
                </a:spcBef>
                <a:spcAft>
                  <a:spcPct val="0"/>
                </a:spcAft>
                <a:buClr>
                  <a:srgbClr val="0000A3"/>
                </a:buClr>
                <a:buSzPct val="100000"/>
                <a:buFont typeface="Wingdings" pitchFamily="2" charset="2"/>
                <a:buChar char="§"/>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 bytes of IP</a:t>
              </a:r>
            </a:p>
            <a:p>
              <a:pPr marL="342900" marR="0" lvl="0" indent="-223838" algn="l" defTabSz="914400" rtl="0" eaLnBrk="0" fontAlgn="base" latinLnBrk="0" hangingPunct="0">
                <a:lnSpc>
                  <a:spcPct val="95000"/>
                </a:lnSpc>
                <a:spcBef>
                  <a:spcPct val="20000"/>
                </a:spcBef>
                <a:spcAft>
                  <a:spcPct val="0"/>
                </a:spcAft>
                <a:buClr>
                  <a:srgbClr val="0000A3"/>
                </a:buClr>
                <a:buSzPct val="100000"/>
                <a:buFont typeface="Wingdings" pitchFamily="2" charset="2"/>
                <a:buChar char="§"/>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40 bytes + app layer overhead for TCP+IP</a:t>
              </a:r>
            </a:p>
          </p:txBody>
        </p:sp>
        <p:sp>
          <p:nvSpPr>
            <p:cNvPr id="2" name="Rectangle 1">
              <a:extLst>
                <a:ext uri="{FF2B5EF4-FFF2-40B4-BE49-F238E27FC236}">
                  <a16:creationId xmlns:a16="http://schemas.microsoft.com/office/drawing/2014/main" id="{A5B2B29C-1437-FE43-B7BB-737B9DE7CB08}"/>
                </a:ext>
              </a:extLst>
            </p:cNvPr>
            <p:cNvSpPr/>
            <p:nvPr/>
          </p:nvSpPr>
          <p:spPr>
            <a:xfrm>
              <a:off x="419725" y="4751882"/>
              <a:ext cx="2683239" cy="1798820"/>
            </a:xfrm>
            <a:prstGeom prst="rect">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A07067E8-C930-4E4E-82B1-DB76C7299991}"/>
                </a:ext>
              </a:extLst>
            </p:cNvPr>
            <p:cNvSpPr txBox="1"/>
            <p:nvPr/>
          </p:nvSpPr>
          <p:spPr>
            <a:xfrm>
              <a:off x="599607" y="4467070"/>
              <a:ext cx="1561325" cy="523220"/>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overhead</a:t>
              </a:r>
            </a:p>
          </p:txBody>
        </p:sp>
      </p:grpSp>
      <p:grpSp>
        <p:nvGrpSpPr>
          <p:cNvPr id="9" name="Group 8">
            <a:extLst>
              <a:ext uri="{FF2B5EF4-FFF2-40B4-BE49-F238E27FC236}">
                <a16:creationId xmlns:a16="http://schemas.microsoft.com/office/drawing/2014/main" id="{B25CB83E-CD83-0142-A8BA-DD13CD2B40A6}"/>
              </a:ext>
            </a:extLst>
          </p:cNvPr>
          <p:cNvGrpSpPr/>
          <p:nvPr/>
        </p:nvGrpSpPr>
        <p:grpSpPr>
          <a:xfrm>
            <a:off x="7719934" y="4348085"/>
            <a:ext cx="3971903" cy="646113"/>
            <a:chOff x="7719934" y="4348085"/>
            <a:chExt cx="3971903" cy="646113"/>
          </a:xfrm>
        </p:grpSpPr>
        <p:sp>
          <p:nvSpPr>
            <p:cNvPr id="177" name="Text Box 52">
              <a:extLst>
                <a:ext uri="{FF2B5EF4-FFF2-40B4-BE49-F238E27FC236}">
                  <a16:creationId xmlns:a16="http://schemas.microsoft.com/office/drawing/2014/main" id="{BF8FA8D1-8EB5-EC42-B60C-8F8686E922DD}"/>
                </a:ext>
              </a:extLst>
            </p:cNvPr>
            <p:cNvSpPr txBox="1">
              <a:spLocks noChangeArrowheads="1"/>
            </p:cNvSpPr>
            <p:nvPr/>
          </p:nvSpPr>
          <p:spPr bwMode="auto">
            <a:xfrm>
              <a:off x="8778774" y="4348085"/>
              <a:ext cx="2913063"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e.g., timestamp, record route taken</a:t>
              </a:r>
            </a:p>
          </p:txBody>
        </p:sp>
        <p:cxnSp>
          <p:nvCxnSpPr>
            <p:cNvPr id="8" name="Straight Connector 7">
              <a:extLst>
                <a:ext uri="{FF2B5EF4-FFF2-40B4-BE49-F238E27FC236}">
                  <a16:creationId xmlns:a16="http://schemas.microsoft.com/office/drawing/2014/main" id="{A07119CE-E347-CD4F-96FC-B870BFBD3116}"/>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66" name="Group 65">
            <a:extLst>
              <a:ext uri="{FF2B5EF4-FFF2-40B4-BE49-F238E27FC236}">
                <a16:creationId xmlns:a16="http://schemas.microsoft.com/office/drawing/2014/main" id="{DE02EBEC-D750-1C46-BDD3-4EC55628DEFF}"/>
              </a:ext>
            </a:extLst>
          </p:cNvPr>
          <p:cNvGrpSpPr/>
          <p:nvPr/>
        </p:nvGrpSpPr>
        <p:grpSpPr>
          <a:xfrm>
            <a:off x="7739650" y="3384606"/>
            <a:ext cx="3971903" cy="369332"/>
            <a:chOff x="7719934" y="4348085"/>
            <a:chExt cx="3971903" cy="369332"/>
          </a:xfrm>
        </p:grpSpPr>
        <p:sp>
          <p:nvSpPr>
            <p:cNvPr id="67" name="Text Box 52">
              <a:extLst>
                <a:ext uri="{FF2B5EF4-FFF2-40B4-BE49-F238E27FC236}">
                  <a16:creationId xmlns:a16="http://schemas.microsoft.com/office/drawing/2014/main" id="{3CBC8EE1-4E86-AC49-A4AC-FB712E2BE141}"/>
                </a:ext>
              </a:extLst>
            </p:cNvPr>
            <p:cNvSpPr txBox="1">
              <a:spLocks noChangeArrowheads="1"/>
            </p:cNvSpPr>
            <p:nvPr/>
          </p:nvSpPr>
          <p:spPr bwMode="auto">
            <a:xfrm>
              <a:off x="8778774" y="4348085"/>
              <a:ext cx="29130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32-bit source IP address</a:t>
              </a:r>
            </a:p>
          </p:txBody>
        </p:sp>
        <p:cxnSp>
          <p:nvCxnSpPr>
            <p:cNvPr id="68" name="Straight Connector 67">
              <a:extLst>
                <a:ext uri="{FF2B5EF4-FFF2-40B4-BE49-F238E27FC236}">
                  <a16:creationId xmlns:a16="http://schemas.microsoft.com/office/drawing/2014/main" id="{8DD646F6-F588-FB47-AA50-B7AAB81C8AE9}"/>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69" name="Group 68">
            <a:extLst>
              <a:ext uri="{FF2B5EF4-FFF2-40B4-BE49-F238E27FC236}">
                <a16:creationId xmlns:a16="http://schemas.microsoft.com/office/drawing/2014/main" id="{9D96639F-797D-284B-91E2-801FDB799E1D}"/>
              </a:ext>
            </a:extLst>
          </p:cNvPr>
          <p:cNvGrpSpPr/>
          <p:nvPr/>
        </p:nvGrpSpPr>
        <p:grpSpPr>
          <a:xfrm>
            <a:off x="7721569" y="3862471"/>
            <a:ext cx="4181130" cy="369332"/>
            <a:chOff x="7719934" y="4348085"/>
            <a:chExt cx="4181130" cy="369332"/>
          </a:xfrm>
        </p:grpSpPr>
        <p:sp>
          <p:nvSpPr>
            <p:cNvPr id="70" name="Text Box 52">
              <a:extLst>
                <a:ext uri="{FF2B5EF4-FFF2-40B4-BE49-F238E27FC236}">
                  <a16:creationId xmlns:a16="http://schemas.microsoft.com/office/drawing/2014/main" id="{E0B8AC9F-9175-CD46-93B6-7B6E6B487849}"/>
                </a:ext>
              </a:extLst>
            </p:cNvPr>
            <p:cNvSpPr txBox="1">
              <a:spLocks noChangeArrowheads="1"/>
            </p:cNvSpPr>
            <p:nvPr/>
          </p:nvSpPr>
          <p:spPr bwMode="auto">
            <a:xfrm>
              <a:off x="8778774" y="4348085"/>
              <a:ext cx="31222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32-bit destination IP address</a:t>
              </a:r>
            </a:p>
          </p:txBody>
        </p:sp>
        <p:cxnSp>
          <p:nvCxnSpPr>
            <p:cNvPr id="71" name="Straight Connector 70">
              <a:extLst>
                <a:ext uri="{FF2B5EF4-FFF2-40B4-BE49-F238E27FC236}">
                  <a16:creationId xmlns:a16="http://schemas.microsoft.com/office/drawing/2014/main" id="{4120CCDA-7A8F-1344-9A9B-52EEE045034B}"/>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72" name="Group 71">
            <a:extLst>
              <a:ext uri="{FF2B5EF4-FFF2-40B4-BE49-F238E27FC236}">
                <a16:creationId xmlns:a16="http://schemas.microsoft.com/office/drawing/2014/main" id="{9E74BE6E-3A51-9848-A524-4B01A8AE7030}"/>
              </a:ext>
            </a:extLst>
          </p:cNvPr>
          <p:cNvGrpSpPr/>
          <p:nvPr/>
        </p:nvGrpSpPr>
        <p:grpSpPr>
          <a:xfrm>
            <a:off x="7737066" y="2920899"/>
            <a:ext cx="3971903" cy="369332"/>
            <a:chOff x="7719934" y="4348085"/>
            <a:chExt cx="3971903" cy="369332"/>
          </a:xfrm>
        </p:grpSpPr>
        <p:sp>
          <p:nvSpPr>
            <p:cNvPr id="73" name="Text Box 52">
              <a:extLst>
                <a:ext uri="{FF2B5EF4-FFF2-40B4-BE49-F238E27FC236}">
                  <a16:creationId xmlns:a16="http://schemas.microsoft.com/office/drawing/2014/main" id="{A7B0ED1A-7B94-1F43-8F94-529E2D993741}"/>
                </a:ext>
              </a:extLst>
            </p:cNvPr>
            <p:cNvSpPr txBox="1">
              <a:spLocks noChangeArrowheads="1"/>
            </p:cNvSpPr>
            <p:nvPr/>
          </p:nvSpPr>
          <p:spPr bwMode="auto">
            <a:xfrm>
              <a:off x="8778774" y="4348085"/>
              <a:ext cx="29130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header checksum</a:t>
              </a:r>
            </a:p>
          </p:txBody>
        </p:sp>
        <p:cxnSp>
          <p:nvCxnSpPr>
            <p:cNvPr id="74" name="Straight Connector 73">
              <a:extLst>
                <a:ext uri="{FF2B5EF4-FFF2-40B4-BE49-F238E27FC236}">
                  <a16:creationId xmlns:a16="http://schemas.microsoft.com/office/drawing/2014/main" id="{FD6BF316-20F5-9D47-88E4-912E1DFB3A16}"/>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 name="Group 3">
            <a:extLst>
              <a:ext uri="{FF2B5EF4-FFF2-40B4-BE49-F238E27FC236}">
                <a16:creationId xmlns:a16="http://schemas.microsoft.com/office/drawing/2014/main" id="{1FEAE828-7047-3147-A47C-B181088247F3}"/>
              </a:ext>
            </a:extLst>
          </p:cNvPr>
          <p:cNvGrpSpPr/>
          <p:nvPr/>
        </p:nvGrpSpPr>
        <p:grpSpPr>
          <a:xfrm>
            <a:off x="8948060" y="1758043"/>
            <a:ext cx="2808718" cy="4833257"/>
            <a:chOff x="9209324" y="1834243"/>
            <a:chExt cx="2808718" cy="4833257"/>
          </a:xfrm>
        </p:grpSpPr>
        <p:cxnSp>
          <p:nvCxnSpPr>
            <p:cNvPr id="75" name="Straight Arrow Connector 74">
              <a:extLst>
                <a:ext uri="{FF2B5EF4-FFF2-40B4-BE49-F238E27FC236}">
                  <a16:creationId xmlns:a16="http://schemas.microsoft.com/office/drawing/2014/main" id="{A63DAC61-3FDE-8840-9F16-FD8E18BF0966}"/>
                </a:ext>
              </a:extLst>
            </p:cNvPr>
            <p:cNvCxnSpPr/>
            <p:nvPr/>
          </p:nvCxnSpPr>
          <p:spPr>
            <a:xfrm>
              <a:off x="11097988" y="1834243"/>
              <a:ext cx="0" cy="4833257"/>
            </a:xfrm>
            <a:prstGeom prst="straightConnector1">
              <a:avLst/>
            </a:prstGeom>
            <a:ln w="44450">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3D5FB8E8-CA23-894F-92FD-40ED972CF645}"/>
                </a:ext>
              </a:extLst>
            </p:cNvPr>
            <p:cNvCxnSpPr/>
            <p:nvPr/>
          </p:nvCxnSpPr>
          <p:spPr>
            <a:xfrm>
              <a:off x="10823536" y="1839686"/>
              <a:ext cx="600364" cy="0"/>
            </a:xfrm>
            <a:prstGeom prst="line">
              <a:avLst/>
            </a:prstGeom>
            <a:ln w="444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77" name="Straight Connector 76">
              <a:extLst>
                <a:ext uri="{FF2B5EF4-FFF2-40B4-BE49-F238E27FC236}">
                  <a16:creationId xmlns:a16="http://schemas.microsoft.com/office/drawing/2014/main" id="{8B2F5C4B-1186-4346-9A50-C9616F8D8E9F}"/>
                </a:ext>
              </a:extLst>
            </p:cNvPr>
            <p:cNvCxnSpPr/>
            <p:nvPr/>
          </p:nvCxnSpPr>
          <p:spPr>
            <a:xfrm>
              <a:off x="10828978" y="6645729"/>
              <a:ext cx="600364" cy="0"/>
            </a:xfrm>
            <a:prstGeom prst="line">
              <a:avLst/>
            </a:prstGeom>
            <a:ln w="44450">
              <a:solidFill>
                <a:srgbClr val="C00000"/>
              </a:solidFill>
            </a:ln>
          </p:spPr>
          <p:style>
            <a:lnRef idx="1">
              <a:schemeClr val="accent1"/>
            </a:lnRef>
            <a:fillRef idx="0">
              <a:schemeClr val="accent1"/>
            </a:fillRef>
            <a:effectRef idx="0">
              <a:schemeClr val="accent1"/>
            </a:effectRef>
            <a:fontRef idx="minor">
              <a:schemeClr val="tx1"/>
            </a:fontRef>
          </p:style>
        </p:cxnSp>
        <p:sp>
          <p:nvSpPr>
            <p:cNvPr id="78" name="TextBox 77">
              <a:extLst>
                <a:ext uri="{FF2B5EF4-FFF2-40B4-BE49-F238E27FC236}">
                  <a16:creationId xmlns:a16="http://schemas.microsoft.com/office/drawing/2014/main" id="{BFCABC9A-B0D4-C84D-B341-359EA25A99AD}"/>
                </a:ext>
              </a:extLst>
            </p:cNvPr>
            <p:cNvSpPr txBox="1"/>
            <p:nvPr/>
          </p:nvSpPr>
          <p:spPr>
            <a:xfrm>
              <a:off x="9209324" y="3788229"/>
              <a:ext cx="2808718" cy="646331"/>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Maximum length: 64K bytes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Typically: 1500 bytes or less</a:t>
              </a:r>
            </a:p>
          </p:txBody>
        </p:sp>
      </p:grpSp>
      <p:sp>
        <p:nvSpPr>
          <p:cNvPr id="79" name="Slide Number Placeholder 3">
            <a:extLst>
              <a:ext uri="{FF2B5EF4-FFF2-40B4-BE49-F238E27FC236}">
                <a16:creationId xmlns:a16="http://schemas.microsoft.com/office/drawing/2014/main" id="{4475E451-EA6C-E04C-BC05-BA34B2ECE74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24</a:t>
            </a:fld>
            <a:endParaRPr lang="en-US" dirty="0"/>
          </a:p>
        </p:txBody>
      </p:sp>
    </p:spTree>
    <p:extLst>
      <p:ext uri="{BB962C8B-B14F-4D97-AF65-F5344CB8AC3E}">
        <p14:creationId xmlns:p14="http://schemas.microsoft.com/office/powerpoint/2010/main" val="39961067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3"/>
                                        </p:tgtEl>
                                        <p:attrNameLst>
                                          <p:attrName>style.visibility</p:attrName>
                                        </p:attrNameLst>
                                      </p:cBhvr>
                                      <p:to>
                                        <p:strVal val="visible"/>
                                      </p:to>
                                    </p:set>
                                    <p:animEffect transition="in" filter="dissolve">
                                      <p:cBhvr>
                                        <p:cTn id="7" dur="500"/>
                                        <p:tgtEl>
                                          <p:spTgt spid="15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56"/>
                                        </p:tgtEl>
                                        <p:attrNameLst>
                                          <p:attrName>style.visibility</p:attrName>
                                        </p:attrNameLst>
                                      </p:cBhvr>
                                      <p:to>
                                        <p:strVal val="visible"/>
                                      </p:to>
                                    </p:set>
                                    <p:animEffect transition="in" filter="dissolve">
                                      <p:cBhvr>
                                        <p:cTn id="12" dur="500"/>
                                        <p:tgtEl>
                                          <p:spTgt spid="15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62"/>
                                        </p:tgtEl>
                                        <p:attrNameLst>
                                          <p:attrName>style.visibility</p:attrName>
                                        </p:attrNameLst>
                                      </p:cBhvr>
                                      <p:to>
                                        <p:strVal val="visible"/>
                                      </p:to>
                                    </p:set>
                                    <p:animEffect transition="in" filter="dissolve">
                                      <p:cBhvr>
                                        <p:cTn id="17" dur="500"/>
                                        <p:tgtEl>
                                          <p:spTgt spid="162"/>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4"/>
                                        </p:tgtEl>
                                        <p:attrNameLst>
                                          <p:attrName>style.visibility</p:attrName>
                                        </p:attrNameLst>
                                      </p:cBhvr>
                                      <p:to>
                                        <p:strVal val="visible"/>
                                      </p:to>
                                    </p:set>
                                    <p:animEffect transition="in" filter="dissolve">
                                      <p:cBhvr>
                                        <p:cTn id="22" dur="500"/>
                                        <p:tgtEl>
                                          <p:spTgt spid="4"/>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xit" presetSubtype="0" fill="hold" nodeType="clickEffect">
                                  <p:stCondLst>
                                    <p:cond delay="0"/>
                                  </p:stCondLst>
                                  <p:childTnLst>
                                    <p:animEffect transition="out" filter="dissolve">
                                      <p:cBhvr>
                                        <p:cTn id="26" dur="500"/>
                                        <p:tgtEl>
                                          <p:spTgt spid="4"/>
                                        </p:tgtEl>
                                      </p:cBhvr>
                                    </p:animEffect>
                                    <p:set>
                                      <p:cBhvr>
                                        <p:cTn id="27" dur="1" fill="hold">
                                          <p:stCondLst>
                                            <p:cond delay="499"/>
                                          </p:stCondLst>
                                        </p:cTn>
                                        <p:tgtEl>
                                          <p:spTgt spid="4"/>
                                        </p:tgtEl>
                                        <p:attrNameLst>
                                          <p:attrName>style.visibility</p:attrName>
                                        </p:attrNameLst>
                                      </p:cBhvr>
                                      <p:to>
                                        <p:strVal val="hidden"/>
                                      </p:to>
                                    </p:set>
                                  </p:childTnLst>
                                </p:cTn>
                              </p:par>
                              <p:par>
                                <p:cTn id="28" presetID="9" presetClass="entr" presetSubtype="0" fill="hold" nodeType="withEffect">
                                  <p:stCondLst>
                                    <p:cond delay="0"/>
                                  </p:stCondLst>
                                  <p:childTnLst>
                                    <p:set>
                                      <p:cBhvr>
                                        <p:cTn id="29" dur="1" fill="hold">
                                          <p:stCondLst>
                                            <p:cond delay="0"/>
                                          </p:stCondLst>
                                        </p:cTn>
                                        <p:tgtEl>
                                          <p:spTgt spid="165"/>
                                        </p:tgtEl>
                                        <p:attrNameLst>
                                          <p:attrName>style.visibility</p:attrName>
                                        </p:attrNameLst>
                                      </p:cBhvr>
                                      <p:to>
                                        <p:strVal val="visible"/>
                                      </p:to>
                                    </p:set>
                                    <p:animEffect transition="in" filter="dissolve">
                                      <p:cBhvr>
                                        <p:cTn id="30" dur="500"/>
                                        <p:tgtEl>
                                          <p:spTgt spid="165"/>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173"/>
                                        </p:tgtEl>
                                        <p:attrNameLst>
                                          <p:attrName>style.visibility</p:attrName>
                                        </p:attrNameLst>
                                      </p:cBhvr>
                                      <p:to>
                                        <p:strVal val="visible"/>
                                      </p:to>
                                    </p:set>
                                    <p:animEffect transition="in" filter="dissolve">
                                      <p:cBhvr>
                                        <p:cTn id="35" dur="500"/>
                                        <p:tgtEl>
                                          <p:spTgt spid="173"/>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159"/>
                                        </p:tgtEl>
                                        <p:attrNameLst>
                                          <p:attrName>style.visibility</p:attrName>
                                        </p:attrNameLst>
                                      </p:cBhvr>
                                      <p:to>
                                        <p:strVal val="visible"/>
                                      </p:to>
                                    </p:set>
                                    <p:animEffect transition="in" filter="dissolve">
                                      <p:cBhvr>
                                        <p:cTn id="40" dur="500"/>
                                        <p:tgtEl>
                                          <p:spTgt spid="159"/>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nodeType="clickEffect">
                                  <p:stCondLst>
                                    <p:cond delay="0"/>
                                  </p:stCondLst>
                                  <p:childTnLst>
                                    <p:set>
                                      <p:cBhvr>
                                        <p:cTn id="44" dur="1" fill="hold">
                                          <p:stCondLst>
                                            <p:cond delay="0"/>
                                          </p:stCondLst>
                                        </p:cTn>
                                        <p:tgtEl>
                                          <p:spTgt spid="168"/>
                                        </p:tgtEl>
                                        <p:attrNameLst>
                                          <p:attrName>style.visibility</p:attrName>
                                        </p:attrNameLst>
                                      </p:cBhvr>
                                      <p:to>
                                        <p:strVal val="visible"/>
                                      </p:to>
                                    </p:set>
                                    <p:animEffect transition="in" filter="dissolve">
                                      <p:cBhvr>
                                        <p:cTn id="45" dur="500"/>
                                        <p:tgtEl>
                                          <p:spTgt spid="168"/>
                                        </p:tgtEl>
                                      </p:cBhvr>
                                    </p:animEffect>
                                  </p:childTnLst>
                                </p:cTn>
                              </p:par>
                            </p:childTnLst>
                          </p:cTn>
                        </p:par>
                      </p:childTnLst>
                    </p:cTn>
                  </p:par>
                  <p:par>
                    <p:cTn id="46" fill="hold">
                      <p:stCondLst>
                        <p:cond delay="indefinite"/>
                      </p:stCondLst>
                      <p:childTnLst>
                        <p:par>
                          <p:cTn id="47" fill="hold">
                            <p:stCondLst>
                              <p:cond delay="0"/>
                            </p:stCondLst>
                            <p:childTnLst>
                              <p:par>
                                <p:cTn id="48" presetID="9" presetClass="entr" presetSubtype="0" fill="hold" nodeType="clickEffect">
                                  <p:stCondLst>
                                    <p:cond delay="0"/>
                                  </p:stCondLst>
                                  <p:childTnLst>
                                    <p:set>
                                      <p:cBhvr>
                                        <p:cTn id="49" dur="1" fill="hold">
                                          <p:stCondLst>
                                            <p:cond delay="0"/>
                                          </p:stCondLst>
                                        </p:cTn>
                                        <p:tgtEl>
                                          <p:spTgt spid="72"/>
                                        </p:tgtEl>
                                        <p:attrNameLst>
                                          <p:attrName>style.visibility</p:attrName>
                                        </p:attrNameLst>
                                      </p:cBhvr>
                                      <p:to>
                                        <p:strVal val="visible"/>
                                      </p:to>
                                    </p:set>
                                    <p:animEffect transition="in" filter="dissolve">
                                      <p:cBhvr>
                                        <p:cTn id="50" dur="500"/>
                                        <p:tgtEl>
                                          <p:spTgt spid="72"/>
                                        </p:tgtEl>
                                      </p:cBhvr>
                                    </p:animEffect>
                                  </p:childTnLst>
                                </p:cTn>
                              </p:par>
                            </p:childTnLst>
                          </p:cTn>
                        </p:par>
                      </p:childTnLst>
                    </p:cTn>
                  </p:par>
                  <p:par>
                    <p:cTn id="51" fill="hold">
                      <p:stCondLst>
                        <p:cond delay="indefinite"/>
                      </p:stCondLst>
                      <p:childTnLst>
                        <p:par>
                          <p:cTn id="52" fill="hold">
                            <p:stCondLst>
                              <p:cond delay="0"/>
                            </p:stCondLst>
                            <p:childTnLst>
                              <p:par>
                                <p:cTn id="53" presetID="9" presetClass="entr" presetSubtype="0" fill="hold" nodeType="clickEffect">
                                  <p:stCondLst>
                                    <p:cond delay="0"/>
                                  </p:stCondLst>
                                  <p:childTnLst>
                                    <p:set>
                                      <p:cBhvr>
                                        <p:cTn id="54" dur="1" fill="hold">
                                          <p:stCondLst>
                                            <p:cond delay="0"/>
                                          </p:stCondLst>
                                        </p:cTn>
                                        <p:tgtEl>
                                          <p:spTgt spid="66"/>
                                        </p:tgtEl>
                                        <p:attrNameLst>
                                          <p:attrName>style.visibility</p:attrName>
                                        </p:attrNameLst>
                                      </p:cBhvr>
                                      <p:to>
                                        <p:strVal val="visible"/>
                                      </p:to>
                                    </p:set>
                                    <p:animEffect transition="in" filter="dissolve">
                                      <p:cBhvr>
                                        <p:cTn id="55" dur="500"/>
                                        <p:tgtEl>
                                          <p:spTgt spid="66"/>
                                        </p:tgtEl>
                                      </p:cBhvr>
                                    </p:animEffect>
                                  </p:childTnLst>
                                </p:cTn>
                              </p:par>
                              <p:par>
                                <p:cTn id="56" presetID="9" presetClass="entr" presetSubtype="0" fill="hold" nodeType="withEffect">
                                  <p:stCondLst>
                                    <p:cond delay="0"/>
                                  </p:stCondLst>
                                  <p:childTnLst>
                                    <p:set>
                                      <p:cBhvr>
                                        <p:cTn id="57" dur="1" fill="hold">
                                          <p:stCondLst>
                                            <p:cond delay="0"/>
                                          </p:stCondLst>
                                        </p:cTn>
                                        <p:tgtEl>
                                          <p:spTgt spid="69"/>
                                        </p:tgtEl>
                                        <p:attrNameLst>
                                          <p:attrName>style.visibility</p:attrName>
                                        </p:attrNameLst>
                                      </p:cBhvr>
                                      <p:to>
                                        <p:strVal val="visible"/>
                                      </p:to>
                                    </p:set>
                                    <p:animEffect transition="in" filter="dissolve">
                                      <p:cBhvr>
                                        <p:cTn id="58" dur="500"/>
                                        <p:tgtEl>
                                          <p:spTgt spid="69"/>
                                        </p:tgtEl>
                                      </p:cBhvr>
                                    </p:animEffect>
                                  </p:childTnLst>
                                </p:cTn>
                              </p:par>
                            </p:childTnLst>
                          </p:cTn>
                        </p:par>
                      </p:childTnLst>
                    </p:cTn>
                  </p:par>
                  <p:par>
                    <p:cTn id="59" fill="hold">
                      <p:stCondLst>
                        <p:cond delay="indefinite"/>
                      </p:stCondLst>
                      <p:childTnLst>
                        <p:par>
                          <p:cTn id="60" fill="hold">
                            <p:stCondLst>
                              <p:cond delay="0"/>
                            </p:stCondLst>
                            <p:childTnLst>
                              <p:par>
                                <p:cTn id="61" presetID="9" presetClass="entr" presetSubtype="0" fill="hold" nodeType="clickEffect">
                                  <p:stCondLst>
                                    <p:cond delay="0"/>
                                  </p:stCondLst>
                                  <p:childTnLst>
                                    <p:set>
                                      <p:cBhvr>
                                        <p:cTn id="62" dur="1" fill="hold">
                                          <p:stCondLst>
                                            <p:cond delay="0"/>
                                          </p:stCondLst>
                                        </p:cTn>
                                        <p:tgtEl>
                                          <p:spTgt spid="9"/>
                                        </p:tgtEl>
                                        <p:attrNameLst>
                                          <p:attrName>style.visibility</p:attrName>
                                        </p:attrNameLst>
                                      </p:cBhvr>
                                      <p:to>
                                        <p:strVal val="visible"/>
                                      </p:to>
                                    </p:set>
                                    <p:animEffect transition="in" filter="dissolve">
                                      <p:cBhvr>
                                        <p:cTn id="63" dur="500"/>
                                        <p:tgtEl>
                                          <p:spTgt spid="9"/>
                                        </p:tgtEl>
                                      </p:cBhvr>
                                    </p:animEffect>
                                  </p:childTnLst>
                                </p:cTn>
                              </p:par>
                            </p:childTnLst>
                          </p:cTn>
                        </p:par>
                      </p:childTnLst>
                    </p:cTn>
                  </p:par>
                  <p:par>
                    <p:cTn id="64" fill="hold">
                      <p:stCondLst>
                        <p:cond delay="indefinite"/>
                      </p:stCondLst>
                      <p:childTnLst>
                        <p:par>
                          <p:cTn id="65" fill="hold">
                            <p:stCondLst>
                              <p:cond delay="0"/>
                            </p:stCondLst>
                            <p:childTnLst>
                              <p:par>
                                <p:cTn id="66" presetID="9" presetClass="entr" presetSubtype="0" fill="hold" nodeType="clickEffect">
                                  <p:stCondLst>
                                    <p:cond delay="0"/>
                                  </p:stCondLst>
                                  <p:childTnLst>
                                    <p:set>
                                      <p:cBhvr>
                                        <p:cTn id="67" dur="1" fill="hold">
                                          <p:stCondLst>
                                            <p:cond delay="0"/>
                                          </p:stCondLst>
                                        </p:cTn>
                                        <p:tgtEl>
                                          <p:spTgt spid="6"/>
                                        </p:tgtEl>
                                        <p:attrNameLst>
                                          <p:attrName>style.visibility</p:attrName>
                                        </p:attrNameLst>
                                      </p:cBhvr>
                                      <p:to>
                                        <p:strVal val="visible"/>
                                      </p:to>
                                    </p:set>
                                    <p:animEffect transition="in" filter="dissolve">
                                      <p:cBhvr>
                                        <p:cTn id="68"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722890" y="1409075"/>
            <a:ext cx="5557988" cy="5201586"/>
          </a:xfrm>
        </p:spPr>
        <p:txBody>
          <a:bodyPr>
            <a:normAutofit/>
          </a:bodyPr>
          <a:lstStyle/>
          <a:p>
            <a:r>
              <a:rPr lang="en-US" altLang="en-US" dirty="0">
                <a:ea typeface="ＭＳ Ｐゴシック" panose="020B0600070205080204" pitchFamily="34" charset="-128"/>
                <a:cs typeface="ＭＳ Ｐゴシック" panose="020B0600070205080204" pitchFamily="34" charset="-128"/>
              </a:rPr>
              <a:t>network links have MTU (max. transfer size) - largest possible link-level frame</a:t>
            </a:r>
          </a:p>
          <a:p>
            <a:pPr lvl="1"/>
            <a:r>
              <a:rPr lang="en-US" altLang="en-US" dirty="0">
                <a:ea typeface="ＭＳ Ｐゴシック" panose="020B0600070205080204" pitchFamily="34" charset="-128"/>
              </a:rPr>
              <a:t>different link types, different MTUs </a:t>
            </a:r>
          </a:p>
          <a:p>
            <a:r>
              <a:rPr lang="en-US" altLang="en-US" dirty="0">
                <a:ea typeface="ＭＳ Ｐゴシック" panose="020B0600070205080204" pitchFamily="34" charset="-128"/>
                <a:cs typeface="ＭＳ Ｐゴシック" panose="020B0600070205080204" pitchFamily="34" charset="-128"/>
              </a:rPr>
              <a:t>large IP datagram divided (“</a:t>
            </a:r>
            <a:r>
              <a:rPr lang="en-US" altLang="ja-JP" dirty="0">
                <a:ea typeface="ＭＳ Ｐゴシック" panose="020B0600070205080204" pitchFamily="34" charset="-128"/>
                <a:cs typeface="ＭＳ Ｐゴシック" panose="020B0600070205080204" pitchFamily="34" charset="-128"/>
              </a:rPr>
              <a:t>fragmented”) within net</a:t>
            </a:r>
          </a:p>
          <a:p>
            <a:pPr lvl="1"/>
            <a:r>
              <a:rPr lang="en-US" altLang="en-US" dirty="0">
                <a:ea typeface="ＭＳ Ｐゴシック" panose="020B0600070205080204" pitchFamily="34" charset="-128"/>
              </a:rPr>
              <a:t>one datagram becomes several datagrams</a:t>
            </a:r>
          </a:p>
          <a:p>
            <a:pPr lvl="1"/>
            <a:r>
              <a:rPr lang="en-US" altLang="ja-JP" dirty="0">
                <a:ea typeface="ＭＳ Ｐゴシック" panose="020B0600070205080204" pitchFamily="34" charset="-128"/>
              </a:rPr>
              <a:t>“reassembled” only at </a:t>
            </a:r>
            <a:r>
              <a:rPr lang="en-US" altLang="ja-JP" i="1" dirty="0">
                <a:ea typeface="ＭＳ Ｐゴシック" panose="020B0600070205080204" pitchFamily="34" charset="-128"/>
              </a:rPr>
              <a:t>destination</a:t>
            </a:r>
            <a:endParaRPr lang="en-US" altLang="ja-JP" dirty="0">
              <a:ea typeface="ＭＳ Ｐゴシック" panose="020B0600070205080204" pitchFamily="34" charset="-128"/>
            </a:endParaRPr>
          </a:p>
          <a:p>
            <a:pPr lvl="1"/>
            <a:r>
              <a:rPr lang="en-US" altLang="en-US" dirty="0">
                <a:ea typeface="ＭＳ Ｐゴシック" panose="020B0600070205080204" pitchFamily="34" charset="-128"/>
              </a:rPr>
              <a:t>IP header bits used to identify, order related fragments</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fragmentation/reassembly</a:t>
            </a:r>
            <a:endParaRPr lang="en-US" dirty="0"/>
          </a:p>
        </p:txBody>
      </p:sp>
      <p:sp>
        <p:nvSpPr>
          <p:cNvPr id="4" name="Slide Number Placeholder 3">
            <a:extLst>
              <a:ext uri="{FF2B5EF4-FFF2-40B4-BE49-F238E27FC236}">
                <a16:creationId xmlns:a16="http://schemas.microsoft.com/office/drawing/2014/main" id="{8172FBE7-A2C0-3642-8E64-FB4716E783BC}"/>
              </a:ext>
            </a:extLst>
          </p:cNvPr>
          <p:cNvSpPr>
            <a:spLocks noGrp="1"/>
          </p:cNvSpPr>
          <p:nvPr>
            <p:ph type="sldNum" sz="quarter" idx="4"/>
          </p:nvPr>
        </p:nvSpPr>
        <p:spPr>
          <a:xfrm>
            <a:off x="9219616" y="6499361"/>
            <a:ext cx="2743200" cy="365125"/>
          </a:xfrm>
        </p:spPr>
        <p:txBody>
          <a:bodyPr/>
          <a:lstStyle/>
          <a:p>
            <a:r>
              <a:rPr lang="en-US" dirty="0"/>
              <a:t>Network Layer: 4-</a:t>
            </a:r>
            <a:fld id="{C4204591-24BD-A542-B9D5-F8D8A88D2FEE}" type="slidenum">
              <a:rPr lang="en-US" smtClean="0"/>
              <a:pPr/>
              <a:t>25</a:t>
            </a:fld>
            <a:endParaRPr lang="en-US" dirty="0"/>
          </a:p>
        </p:txBody>
      </p:sp>
      <p:sp>
        <p:nvSpPr>
          <p:cNvPr id="135" name="Freeform 4">
            <a:extLst>
              <a:ext uri="{FF2B5EF4-FFF2-40B4-BE49-F238E27FC236}">
                <a16:creationId xmlns:a16="http://schemas.microsoft.com/office/drawing/2014/main" id="{C56CD574-58C1-2848-ADFB-76C6B263D0D5}"/>
              </a:ext>
            </a:extLst>
          </p:cNvPr>
          <p:cNvSpPr>
            <a:spLocks/>
          </p:cNvSpPr>
          <p:nvPr/>
        </p:nvSpPr>
        <p:spPr bwMode="auto">
          <a:xfrm>
            <a:off x="7707312" y="1493863"/>
            <a:ext cx="2436813" cy="2255838"/>
          </a:xfrm>
          <a:custGeom>
            <a:avLst/>
            <a:gdLst>
              <a:gd name="T0" fmla="*/ 2147483647 w 1292"/>
              <a:gd name="T1" fmla="*/ 2147483647 h 1255"/>
              <a:gd name="T2" fmla="*/ 2147483647 w 1292"/>
              <a:gd name="T3" fmla="*/ 2147483647 h 1255"/>
              <a:gd name="T4" fmla="*/ 2147483647 w 1292"/>
              <a:gd name="T5" fmla="*/ 2147483647 h 1255"/>
              <a:gd name="T6" fmla="*/ 2147483647 w 1292"/>
              <a:gd name="T7" fmla="*/ 2147483647 h 1255"/>
              <a:gd name="T8" fmla="*/ 2147483647 w 1292"/>
              <a:gd name="T9" fmla="*/ 2147483647 h 1255"/>
              <a:gd name="T10" fmla="*/ 2147483647 w 1292"/>
              <a:gd name="T11" fmla="*/ 2147483647 h 1255"/>
              <a:gd name="T12" fmla="*/ 2147483647 w 1292"/>
              <a:gd name="T13" fmla="*/ 2147483647 h 1255"/>
              <a:gd name="T14" fmla="*/ 2147483647 w 1292"/>
              <a:gd name="T15" fmla="*/ 2147483647 h 1255"/>
              <a:gd name="T16" fmla="*/ 2147483647 w 1292"/>
              <a:gd name="T17" fmla="*/ 2147483647 h 1255"/>
              <a:gd name="T18" fmla="*/ 2147483647 w 1292"/>
              <a:gd name="T19" fmla="*/ 2147483647 h 1255"/>
              <a:gd name="T20" fmla="*/ 2147483647 w 1292"/>
              <a:gd name="T21" fmla="*/ 2147483647 h 1255"/>
              <a:gd name="T22" fmla="*/ 2147483647 w 1292"/>
              <a:gd name="T23" fmla="*/ 2147483647 h 12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92"/>
              <a:gd name="T37" fmla="*/ 0 h 1255"/>
              <a:gd name="T38" fmla="*/ 1292 w 1292"/>
              <a:gd name="T39" fmla="*/ 1255 h 125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92" h="1255">
                <a:moveTo>
                  <a:pt x="239" y="7"/>
                </a:moveTo>
                <a:cubicBezTo>
                  <a:pt x="120" y="14"/>
                  <a:pt x="70" y="71"/>
                  <a:pt x="35" y="157"/>
                </a:cubicBezTo>
                <a:cubicBezTo>
                  <a:pt x="0" y="243"/>
                  <a:pt x="26" y="411"/>
                  <a:pt x="29" y="523"/>
                </a:cubicBezTo>
                <a:cubicBezTo>
                  <a:pt x="32" y="635"/>
                  <a:pt x="17" y="771"/>
                  <a:pt x="53" y="829"/>
                </a:cubicBezTo>
                <a:cubicBezTo>
                  <a:pt x="89" y="887"/>
                  <a:pt x="146" y="821"/>
                  <a:pt x="245" y="871"/>
                </a:cubicBezTo>
                <a:cubicBezTo>
                  <a:pt x="344" y="921"/>
                  <a:pt x="522" y="1068"/>
                  <a:pt x="647" y="1129"/>
                </a:cubicBezTo>
                <a:cubicBezTo>
                  <a:pt x="772" y="1190"/>
                  <a:pt x="903" y="1255"/>
                  <a:pt x="995" y="1237"/>
                </a:cubicBezTo>
                <a:cubicBezTo>
                  <a:pt x="1087" y="1219"/>
                  <a:pt x="1153" y="1153"/>
                  <a:pt x="1199" y="1021"/>
                </a:cubicBezTo>
                <a:cubicBezTo>
                  <a:pt x="1245" y="889"/>
                  <a:pt x="1270" y="580"/>
                  <a:pt x="1271" y="445"/>
                </a:cubicBezTo>
                <a:cubicBezTo>
                  <a:pt x="1272" y="310"/>
                  <a:pt x="1292" y="266"/>
                  <a:pt x="1205" y="211"/>
                </a:cubicBezTo>
                <a:cubicBezTo>
                  <a:pt x="1118" y="156"/>
                  <a:pt x="908" y="150"/>
                  <a:pt x="749" y="115"/>
                </a:cubicBezTo>
                <a:cubicBezTo>
                  <a:pt x="590" y="80"/>
                  <a:pt x="358" y="0"/>
                  <a:pt x="239" y="7"/>
                </a:cubicBezTo>
                <a:close/>
              </a:path>
            </a:pathLst>
          </a:custGeom>
          <a:solidFill>
            <a:srgbClr val="9CE0FA"/>
          </a:solidFill>
          <a:ln>
            <a:noFill/>
          </a:ln>
        </p:spPr>
        <p:txBody>
          <a:bodyPr wrap="none" anchor="ctr"/>
          <a:lstStyle/>
          <a:p>
            <a:pPr eaLnBrk="0" fontAlgn="base" hangingPunct="0">
              <a:spcBef>
                <a:spcPct val="0"/>
              </a:spcBef>
              <a:spcAft>
                <a:spcPct val="0"/>
              </a:spcAft>
            </a:pPr>
            <a:endParaRPr lang="en-US" dirty="0">
              <a:solidFill>
                <a:srgbClr val="000000"/>
              </a:solidFill>
              <a:latin typeface="Arial" panose="020B0604020202020204" pitchFamily="34" charset="0"/>
              <a:ea typeface="ＭＳ Ｐゴシック" panose="020B0600070205080204" pitchFamily="34" charset="-128"/>
            </a:endParaRPr>
          </a:p>
        </p:txBody>
      </p:sp>
      <p:sp>
        <p:nvSpPr>
          <p:cNvPr id="136" name="Freeform 5">
            <a:extLst>
              <a:ext uri="{FF2B5EF4-FFF2-40B4-BE49-F238E27FC236}">
                <a16:creationId xmlns:a16="http://schemas.microsoft.com/office/drawing/2014/main" id="{0C57D509-51AE-2841-9672-3FEF7F27BD3E}"/>
              </a:ext>
            </a:extLst>
          </p:cNvPr>
          <p:cNvSpPr>
            <a:spLocks/>
          </p:cNvSpPr>
          <p:nvPr/>
        </p:nvSpPr>
        <p:spPr bwMode="auto">
          <a:xfrm>
            <a:off x="7707312" y="3895751"/>
            <a:ext cx="1976438" cy="1987550"/>
          </a:xfrm>
          <a:custGeom>
            <a:avLst/>
            <a:gdLst>
              <a:gd name="T0" fmla="*/ 2147483647 w 873"/>
              <a:gd name="T1" fmla="*/ 2147483647 h 940"/>
              <a:gd name="T2" fmla="*/ 2147483647 w 873"/>
              <a:gd name="T3" fmla="*/ 2147483647 h 940"/>
              <a:gd name="T4" fmla="*/ 2147483647 w 873"/>
              <a:gd name="T5" fmla="*/ 2147483647 h 940"/>
              <a:gd name="T6" fmla="*/ 2147483647 w 873"/>
              <a:gd name="T7" fmla="*/ 2147483647 h 940"/>
              <a:gd name="T8" fmla="*/ 2147483647 w 873"/>
              <a:gd name="T9" fmla="*/ 2147483647 h 940"/>
              <a:gd name="T10" fmla="*/ 2147483647 w 873"/>
              <a:gd name="T11" fmla="*/ 2147483647 h 940"/>
              <a:gd name="T12" fmla="*/ 2147483647 w 873"/>
              <a:gd name="T13" fmla="*/ 2147483647 h 940"/>
              <a:gd name="T14" fmla="*/ 2147483647 w 873"/>
              <a:gd name="T15" fmla="*/ 2147483647 h 940"/>
              <a:gd name="T16" fmla="*/ 2147483647 w 873"/>
              <a:gd name="T17" fmla="*/ 2147483647 h 940"/>
              <a:gd name="T18" fmla="*/ 2147483647 w 873"/>
              <a:gd name="T19" fmla="*/ 2147483647 h 940"/>
              <a:gd name="T20" fmla="*/ 2147483647 w 873"/>
              <a:gd name="T21" fmla="*/ 2147483647 h 9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73"/>
              <a:gd name="T34" fmla="*/ 0 h 940"/>
              <a:gd name="T35" fmla="*/ 873 w 873"/>
              <a:gd name="T36" fmla="*/ 940 h 94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73" h="940">
                <a:moveTo>
                  <a:pt x="2" y="405"/>
                </a:moveTo>
                <a:cubicBezTo>
                  <a:pt x="17" y="290"/>
                  <a:pt x="138" y="129"/>
                  <a:pt x="230" y="65"/>
                </a:cubicBezTo>
                <a:cubicBezTo>
                  <a:pt x="322" y="1"/>
                  <a:pt x="460" y="0"/>
                  <a:pt x="555" y="22"/>
                </a:cubicBezTo>
                <a:cubicBezTo>
                  <a:pt x="650" y="44"/>
                  <a:pt x="748" y="143"/>
                  <a:pt x="800" y="197"/>
                </a:cubicBezTo>
                <a:cubicBezTo>
                  <a:pt x="852" y="251"/>
                  <a:pt x="859" y="292"/>
                  <a:pt x="866" y="347"/>
                </a:cubicBezTo>
                <a:cubicBezTo>
                  <a:pt x="873" y="402"/>
                  <a:pt x="855" y="457"/>
                  <a:pt x="842" y="527"/>
                </a:cubicBezTo>
                <a:cubicBezTo>
                  <a:pt x="829" y="597"/>
                  <a:pt x="827" y="714"/>
                  <a:pt x="788" y="767"/>
                </a:cubicBezTo>
                <a:cubicBezTo>
                  <a:pt x="749" y="820"/>
                  <a:pt x="670" y="819"/>
                  <a:pt x="608" y="845"/>
                </a:cubicBezTo>
                <a:cubicBezTo>
                  <a:pt x="546" y="871"/>
                  <a:pt x="496" y="940"/>
                  <a:pt x="418" y="925"/>
                </a:cubicBezTo>
                <a:cubicBezTo>
                  <a:pt x="340" y="910"/>
                  <a:pt x="208" y="840"/>
                  <a:pt x="139" y="754"/>
                </a:cubicBezTo>
                <a:cubicBezTo>
                  <a:pt x="69" y="667"/>
                  <a:pt x="0" y="546"/>
                  <a:pt x="2" y="405"/>
                </a:cubicBezTo>
                <a:close/>
              </a:path>
            </a:pathLst>
          </a:custGeom>
          <a:solidFill>
            <a:srgbClr val="9CE0FA"/>
          </a:solidFill>
          <a:ln>
            <a:noFill/>
          </a:ln>
        </p:spPr>
        <p:txBody>
          <a:bodyPr wrap="none" anchor="ctr"/>
          <a:lstStyle/>
          <a:p>
            <a:pPr eaLnBrk="0" fontAlgn="base" hangingPunct="0">
              <a:spcBef>
                <a:spcPct val="0"/>
              </a:spcBef>
              <a:spcAft>
                <a:spcPct val="0"/>
              </a:spcAft>
            </a:pPr>
            <a:endParaRPr lang="en-US" dirty="0">
              <a:solidFill>
                <a:srgbClr val="000000"/>
              </a:solidFill>
              <a:latin typeface="Arial" panose="020B0604020202020204" pitchFamily="34" charset="0"/>
              <a:ea typeface="ＭＳ Ｐゴシック" panose="020B0600070205080204" pitchFamily="34" charset="-128"/>
            </a:endParaRPr>
          </a:p>
        </p:txBody>
      </p:sp>
      <p:sp>
        <p:nvSpPr>
          <p:cNvPr id="137" name="Line 16">
            <a:extLst>
              <a:ext uri="{FF2B5EF4-FFF2-40B4-BE49-F238E27FC236}">
                <a16:creationId xmlns:a16="http://schemas.microsoft.com/office/drawing/2014/main" id="{E6E1AA19-DE73-3D4E-91BB-D85915C23F8D}"/>
              </a:ext>
            </a:extLst>
          </p:cNvPr>
          <p:cNvSpPr>
            <a:spLocks noChangeShapeType="1"/>
          </p:cNvSpPr>
          <p:nvPr/>
        </p:nvSpPr>
        <p:spPr bwMode="auto">
          <a:xfrm flipV="1">
            <a:off x="7780337" y="2449538"/>
            <a:ext cx="127000"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38" name="Line 17">
            <a:extLst>
              <a:ext uri="{FF2B5EF4-FFF2-40B4-BE49-F238E27FC236}">
                <a16:creationId xmlns:a16="http://schemas.microsoft.com/office/drawing/2014/main" id="{F2E70A62-0156-8944-B6FC-50361CCD8FAC}"/>
              </a:ext>
            </a:extLst>
          </p:cNvPr>
          <p:cNvSpPr>
            <a:spLocks noChangeShapeType="1"/>
          </p:cNvSpPr>
          <p:nvPr/>
        </p:nvSpPr>
        <p:spPr bwMode="auto">
          <a:xfrm>
            <a:off x="8356600" y="1774851"/>
            <a:ext cx="658812" cy="2794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39" name="Line 18">
            <a:extLst>
              <a:ext uri="{FF2B5EF4-FFF2-40B4-BE49-F238E27FC236}">
                <a16:creationId xmlns:a16="http://schemas.microsoft.com/office/drawing/2014/main" id="{33FE7BA7-51F4-8142-A2B1-EE64C510477E}"/>
              </a:ext>
            </a:extLst>
          </p:cNvPr>
          <p:cNvSpPr>
            <a:spLocks noChangeShapeType="1"/>
          </p:cNvSpPr>
          <p:nvPr/>
        </p:nvSpPr>
        <p:spPr bwMode="auto">
          <a:xfrm>
            <a:off x="9202737" y="2111401"/>
            <a:ext cx="196850" cy="6699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0" name="Line 19">
            <a:extLst>
              <a:ext uri="{FF2B5EF4-FFF2-40B4-BE49-F238E27FC236}">
                <a16:creationId xmlns:a16="http://schemas.microsoft.com/office/drawing/2014/main" id="{41C2D445-8AC7-DC4E-90DA-7737AC9E6848}"/>
              </a:ext>
            </a:extLst>
          </p:cNvPr>
          <p:cNvSpPr>
            <a:spLocks noChangeShapeType="1"/>
          </p:cNvSpPr>
          <p:nvPr/>
        </p:nvSpPr>
        <p:spPr bwMode="auto">
          <a:xfrm>
            <a:off x="8105775" y="1887563"/>
            <a:ext cx="1587" cy="5826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1" name="Line 20">
            <a:extLst>
              <a:ext uri="{FF2B5EF4-FFF2-40B4-BE49-F238E27FC236}">
                <a16:creationId xmlns:a16="http://schemas.microsoft.com/office/drawing/2014/main" id="{FE5A7448-2415-4D4E-AC3D-F48CA7EC488C}"/>
              </a:ext>
            </a:extLst>
          </p:cNvPr>
          <p:cNvSpPr>
            <a:spLocks noChangeShapeType="1"/>
          </p:cNvSpPr>
          <p:nvPr/>
        </p:nvSpPr>
        <p:spPr bwMode="auto">
          <a:xfrm>
            <a:off x="8340725" y="2541613"/>
            <a:ext cx="971550" cy="4016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2" name="Line 21">
            <a:extLst>
              <a:ext uri="{FF2B5EF4-FFF2-40B4-BE49-F238E27FC236}">
                <a16:creationId xmlns:a16="http://schemas.microsoft.com/office/drawing/2014/main" id="{410B3223-C758-3A41-945F-A4A35D3915A2}"/>
              </a:ext>
            </a:extLst>
          </p:cNvPr>
          <p:cNvSpPr>
            <a:spLocks noChangeShapeType="1"/>
          </p:cNvSpPr>
          <p:nvPr/>
        </p:nvSpPr>
        <p:spPr bwMode="auto">
          <a:xfrm flipH="1" flipV="1">
            <a:off x="9613900" y="3071838"/>
            <a:ext cx="476250" cy="6873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3" name="Line 22">
            <a:extLst>
              <a:ext uri="{FF2B5EF4-FFF2-40B4-BE49-F238E27FC236}">
                <a16:creationId xmlns:a16="http://schemas.microsoft.com/office/drawing/2014/main" id="{36B66FB4-5666-504C-8FDA-A307D938EC09}"/>
              </a:ext>
            </a:extLst>
          </p:cNvPr>
          <p:cNvSpPr>
            <a:spLocks noChangeShapeType="1"/>
          </p:cNvSpPr>
          <p:nvPr/>
        </p:nvSpPr>
        <p:spPr bwMode="auto">
          <a:xfrm flipH="1">
            <a:off x="8364537" y="2079651"/>
            <a:ext cx="758825" cy="5175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4" name="Line 23">
            <a:extLst>
              <a:ext uri="{FF2B5EF4-FFF2-40B4-BE49-F238E27FC236}">
                <a16:creationId xmlns:a16="http://schemas.microsoft.com/office/drawing/2014/main" id="{6F4B7018-ECE3-B448-A062-215EEC7BD482}"/>
              </a:ext>
            </a:extLst>
          </p:cNvPr>
          <p:cNvSpPr>
            <a:spLocks noChangeShapeType="1"/>
          </p:cNvSpPr>
          <p:nvPr/>
        </p:nvSpPr>
        <p:spPr bwMode="auto">
          <a:xfrm flipH="1">
            <a:off x="8374062" y="1519263"/>
            <a:ext cx="476250" cy="3429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5" name="Line 24">
            <a:extLst>
              <a:ext uri="{FF2B5EF4-FFF2-40B4-BE49-F238E27FC236}">
                <a16:creationId xmlns:a16="http://schemas.microsoft.com/office/drawing/2014/main" id="{9362A827-F7DC-ED43-A6FF-00161FF74B3B}"/>
              </a:ext>
            </a:extLst>
          </p:cNvPr>
          <p:cNvSpPr>
            <a:spLocks noChangeShapeType="1"/>
          </p:cNvSpPr>
          <p:nvPr/>
        </p:nvSpPr>
        <p:spPr bwMode="auto">
          <a:xfrm flipH="1">
            <a:off x="9091612" y="1695476"/>
            <a:ext cx="273050" cy="23653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6" name="Line 119">
            <a:extLst>
              <a:ext uri="{FF2B5EF4-FFF2-40B4-BE49-F238E27FC236}">
                <a16:creationId xmlns:a16="http://schemas.microsoft.com/office/drawing/2014/main" id="{E4259C46-3478-964B-ABF8-34BA85D22144}"/>
              </a:ext>
            </a:extLst>
          </p:cNvPr>
          <p:cNvSpPr>
            <a:spLocks noChangeShapeType="1"/>
          </p:cNvSpPr>
          <p:nvPr/>
        </p:nvSpPr>
        <p:spPr bwMode="auto">
          <a:xfrm flipH="1">
            <a:off x="9508303" y="4069262"/>
            <a:ext cx="644816" cy="97633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147" name="Group 199">
            <a:extLst>
              <a:ext uri="{FF2B5EF4-FFF2-40B4-BE49-F238E27FC236}">
                <a16:creationId xmlns:a16="http://schemas.microsoft.com/office/drawing/2014/main" id="{1A53A182-1595-464C-B765-FE435ECE1292}"/>
              </a:ext>
            </a:extLst>
          </p:cNvPr>
          <p:cNvGrpSpPr>
            <a:grpSpLocks/>
          </p:cNvGrpSpPr>
          <p:nvPr/>
        </p:nvGrpSpPr>
        <p:grpSpPr bwMode="auto">
          <a:xfrm>
            <a:off x="8113712" y="2821013"/>
            <a:ext cx="1222375" cy="403225"/>
            <a:chOff x="3152" y="1862"/>
            <a:chExt cx="770" cy="254"/>
          </a:xfrm>
        </p:grpSpPr>
        <p:grpSp>
          <p:nvGrpSpPr>
            <p:cNvPr id="148" name="Group 120">
              <a:extLst>
                <a:ext uri="{FF2B5EF4-FFF2-40B4-BE49-F238E27FC236}">
                  <a16:creationId xmlns:a16="http://schemas.microsoft.com/office/drawing/2014/main" id="{B4D5FAAB-3612-EA4A-8744-D8BB13F1EEB7}"/>
                </a:ext>
              </a:extLst>
            </p:cNvPr>
            <p:cNvGrpSpPr>
              <a:grpSpLocks/>
            </p:cNvGrpSpPr>
            <p:nvPr/>
          </p:nvGrpSpPr>
          <p:grpSpPr bwMode="auto">
            <a:xfrm rot="1433392">
              <a:off x="3152" y="1862"/>
              <a:ext cx="648" cy="108"/>
              <a:chOff x="4712" y="1742"/>
              <a:chExt cx="648" cy="108"/>
            </a:xfrm>
          </p:grpSpPr>
          <p:sp>
            <p:nvSpPr>
              <p:cNvPr id="150" name="Rectangle 121">
                <a:extLst>
                  <a:ext uri="{FF2B5EF4-FFF2-40B4-BE49-F238E27FC236}">
                    <a16:creationId xmlns:a16="http://schemas.microsoft.com/office/drawing/2014/main" id="{1F47C304-58FE-2048-B582-AE7E89F219E0}"/>
                  </a:ext>
                </a:extLst>
              </p:cNvPr>
              <p:cNvSpPr>
                <a:spLocks noChangeArrowheads="1"/>
              </p:cNvSpPr>
              <p:nvPr/>
            </p:nvSpPr>
            <p:spPr bwMode="auto">
              <a:xfrm>
                <a:off x="4712" y="1742"/>
                <a:ext cx="648"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51" name="Rectangle 122">
                <a:extLst>
                  <a:ext uri="{FF2B5EF4-FFF2-40B4-BE49-F238E27FC236}">
                    <a16:creationId xmlns:a16="http://schemas.microsoft.com/office/drawing/2014/main" id="{7358DC30-2F8E-EA43-8C20-2A7C27D44156}"/>
                  </a:ext>
                </a:extLst>
              </p:cNvPr>
              <p:cNvSpPr>
                <a:spLocks noChangeArrowheads="1"/>
              </p:cNvSpPr>
              <p:nvPr/>
            </p:nvSpPr>
            <p:spPr bwMode="auto">
              <a:xfrm>
                <a:off x="4710" y="1742"/>
                <a:ext cx="534"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49" name="Line 132">
              <a:extLst>
                <a:ext uri="{FF2B5EF4-FFF2-40B4-BE49-F238E27FC236}">
                  <a16:creationId xmlns:a16="http://schemas.microsoft.com/office/drawing/2014/main" id="{6ED7E332-AA5C-2940-A9C3-86F0F1FB6A43}"/>
                </a:ext>
              </a:extLst>
            </p:cNvPr>
            <p:cNvSpPr>
              <a:spLocks noChangeShapeType="1"/>
            </p:cNvSpPr>
            <p:nvPr/>
          </p:nvSpPr>
          <p:spPr bwMode="auto">
            <a:xfrm>
              <a:off x="3784" y="2060"/>
              <a:ext cx="138" cy="56"/>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52" name="Text Box 136">
            <a:extLst>
              <a:ext uri="{FF2B5EF4-FFF2-40B4-BE49-F238E27FC236}">
                <a16:creationId xmlns:a16="http://schemas.microsoft.com/office/drawing/2014/main" id="{9BC5688D-CFFA-B945-97C3-E3C920B04748}"/>
              </a:ext>
            </a:extLst>
          </p:cNvPr>
          <p:cNvSpPr txBox="1">
            <a:spLocks noChangeArrowheads="1"/>
          </p:cNvSpPr>
          <p:nvPr/>
        </p:nvSpPr>
        <p:spPr bwMode="auto">
          <a:xfrm>
            <a:off x="9725025" y="2106638"/>
            <a:ext cx="2466975" cy="825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rPr>
              <a:t>fragmentation:</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 </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600" b="1"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rPr>
              <a:t>in:</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 one large datagram</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600" b="1"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rPr>
              <a:t>out:</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 3 smaller datagrams</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53" name="Line 118">
            <a:extLst>
              <a:ext uri="{FF2B5EF4-FFF2-40B4-BE49-F238E27FC236}">
                <a16:creationId xmlns:a16="http://schemas.microsoft.com/office/drawing/2014/main" id="{F77B9896-B65C-7742-AD0D-9D2E1519554D}"/>
              </a:ext>
            </a:extLst>
          </p:cNvPr>
          <p:cNvSpPr>
            <a:spLocks noChangeShapeType="1"/>
          </p:cNvSpPr>
          <p:nvPr/>
        </p:nvSpPr>
        <p:spPr bwMode="auto">
          <a:xfrm>
            <a:off x="8594725" y="5043513"/>
            <a:ext cx="287337"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154" name="Group 220">
            <a:extLst>
              <a:ext uri="{FF2B5EF4-FFF2-40B4-BE49-F238E27FC236}">
                <a16:creationId xmlns:a16="http://schemas.microsoft.com/office/drawing/2014/main" id="{BBE78FA4-AB6A-2D4A-85C8-151AC915DC1E}"/>
              </a:ext>
            </a:extLst>
          </p:cNvPr>
          <p:cNvGrpSpPr>
            <a:grpSpLocks/>
          </p:cNvGrpSpPr>
          <p:nvPr/>
        </p:nvGrpSpPr>
        <p:grpSpPr bwMode="auto">
          <a:xfrm>
            <a:off x="8516937" y="4218013"/>
            <a:ext cx="708025" cy="558800"/>
            <a:chOff x="3406" y="2742"/>
            <a:chExt cx="446" cy="352"/>
          </a:xfrm>
        </p:grpSpPr>
        <p:grpSp>
          <p:nvGrpSpPr>
            <p:cNvPr id="155" name="Group 137">
              <a:extLst>
                <a:ext uri="{FF2B5EF4-FFF2-40B4-BE49-F238E27FC236}">
                  <a16:creationId xmlns:a16="http://schemas.microsoft.com/office/drawing/2014/main" id="{335DB6F8-B3D2-4946-9BB9-177D133342F2}"/>
                </a:ext>
              </a:extLst>
            </p:cNvPr>
            <p:cNvGrpSpPr>
              <a:grpSpLocks/>
            </p:cNvGrpSpPr>
            <p:nvPr/>
          </p:nvGrpSpPr>
          <p:grpSpPr bwMode="auto">
            <a:xfrm rot="-10773343">
              <a:off x="3566" y="2742"/>
              <a:ext cx="282" cy="108"/>
              <a:chOff x="5078" y="1860"/>
              <a:chExt cx="282" cy="108"/>
            </a:xfrm>
          </p:grpSpPr>
          <p:sp>
            <p:nvSpPr>
              <p:cNvPr id="165" name="Rectangle 138">
                <a:extLst>
                  <a:ext uri="{FF2B5EF4-FFF2-40B4-BE49-F238E27FC236}">
                    <a16:creationId xmlns:a16="http://schemas.microsoft.com/office/drawing/2014/main" id="{09258E58-AB90-8440-B7CC-97B973BB09E6}"/>
                  </a:ext>
                </a:extLst>
              </p:cNvPr>
              <p:cNvSpPr>
                <a:spLocks noChangeArrowheads="1"/>
              </p:cNvSpPr>
              <p:nvPr/>
            </p:nvSpPr>
            <p:spPr bwMode="auto">
              <a:xfrm>
                <a:off x="5216"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66" name="Rectangle 139">
                <a:extLst>
                  <a:ext uri="{FF2B5EF4-FFF2-40B4-BE49-F238E27FC236}">
                    <a16:creationId xmlns:a16="http://schemas.microsoft.com/office/drawing/2014/main" id="{04190050-6539-A343-BC9D-56951402E7DD}"/>
                  </a:ext>
                </a:extLst>
              </p:cNvPr>
              <p:cNvSpPr>
                <a:spLocks noChangeArrowheads="1"/>
              </p:cNvSpPr>
              <p:nvPr/>
            </p:nvSpPr>
            <p:spPr bwMode="auto">
              <a:xfrm>
                <a:off x="5080"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156" name="Group 140">
              <a:extLst>
                <a:ext uri="{FF2B5EF4-FFF2-40B4-BE49-F238E27FC236}">
                  <a16:creationId xmlns:a16="http://schemas.microsoft.com/office/drawing/2014/main" id="{1B6F0022-099B-9849-BFE9-69E6FAD4AF6B}"/>
                </a:ext>
              </a:extLst>
            </p:cNvPr>
            <p:cNvGrpSpPr>
              <a:grpSpLocks/>
            </p:cNvGrpSpPr>
            <p:nvPr/>
          </p:nvGrpSpPr>
          <p:grpSpPr bwMode="auto">
            <a:xfrm rot="-10773343">
              <a:off x="3568" y="2864"/>
              <a:ext cx="282" cy="108"/>
              <a:chOff x="5078" y="1860"/>
              <a:chExt cx="282" cy="108"/>
            </a:xfrm>
          </p:grpSpPr>
          <p:sp>
            <p:nvSpPr>
              <p:cNvPr id="163" name="Rectangle 141">
                <a:extLst>
                  <a:ext uri="{FF2B5EF4-FFF2-40B4-BE49-F238E27FC236}">
                    <a16:creationId xmlns:a16="http://schemas.microsoft.com/office/drawing/2014/main" id="{67D09A5A-FDD8-D746-8BC5-A0C26C0F1A7E}"/>
                  </a:ext>
                </a:extLst>
              </p:cNvPr>
              <p:cNvSpPr>
                <a:spLocks noChangeArrowheads="1"/>
              </p:cNvSpPr>
              <p:nvPr/>
            </p:nvSpPr>
            <p:spPr bwMode="auto">
              <a:xfrm>
                <a:off x="5216"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64" name="Rectangle 142">
                <a:extLst>
                  <a:ext uri="{FF2B5EF4-FFF2-40B4-BE49-F238E27FC236}">
                    <a16:creationId xmlns:a16="http://schemas.microsoft.com/office/drawing/2014/main" id="{D77B9FB7-679A-5C43-9DC2-9F97C31BC2C5}"/>
                  </a:ext>
                </a:extLst>
              </p:cNvPr>
              <p:cNvSpPr>
                <a:spLocks noChangeArrowheads="1"/>
              </p:cNvSpPr>
              <p:nvPr/>
            </p:nvSpPr>
            <p:spPr bwMode="auto">
              <a:xfrm>
                <a:off x="5080"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157" name="Group 143">
              <a:extLst>
                <a:ext uri="{FF2B5EF4-FFF2-40B4-BE49-F238E27FC236}">
                  <a16:creationId xmlns:a16="http://schemas.microsoft.com/office/drawing/2014/main" id="{D8696D8D-6055-AA44-B1A5-FAEB890742CC}"/>
                </a:ext>
              </a:extLst>
            </p:cNvPr>
            <p:cNvGrpSpPr>
              <a:grpSpLocks/>
            </p:cNvGrpSpPr>
            <p:nvPr/>
          </p:nvGrpSpPr>
          <p:grpSpPr bwMode="auto">
            <a:xfrm rot="-10773343">
              <a:off x="3570" y="2986"/>
              <a:ext cx="282" cy="108"/>
              <a:chOff x="5078" y="1860"/>
              <a:chExt cx="282" cy="108"/>
            </a:xfrm>
          </p:grpSpPr>
          <p:sp>
            <p:nvSpPr>
              <p:cNvPr id="161" name="Rectangle 144">
                <a:extLst>
                  <a:ext uri="{FF2B5EF4-FFF2-40B4-BE49-F238E27FC236}">
                    <a16:creationId xmlns:a16="http://schemas.microsoft.com/office/drawing/2014/main" id="{F2805755-525B-5D41-8C35-09EE2BF2A307}"/>
                  </a:ext>
                </a:extLst>
              </p:cNvPr>
              <p:cNvSpPr>
                <a:spLocks noChangeArrowheads="1"/>
              </p:cNvSpPr>
              <p:nvPr/>
            </p:nvSpPr>
            <p:spPr bwMode="auto">
              <a:xfrm>
                <a:off x="5216"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62" name="Rectangle 145">
                <a:extLst>
                  <a:ext uri="{FF2B5EF4-FFF2-40B4-BE49-F238E27FC236}">
                    <a16:creationId xmlns:a16="http://schemas.microsoft.com/office/drawing/2014/main" id="{5A419255-964A-9848-8AE2-9DFFDF094AB7}"/>
                  </a:ext>
                </a:extLst>
              </p:cNvPr>
              <p:cNvSpPr>
                <a:spLocks noChangeArrowheads="1"/>
              </p:cNvSpPr>
              <p:nvPr/>
            </p:nvSpPr>
            <p:spPr bwMode="auto">
              <a:xfrm>
                <a:off x="5080"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58" name="Line 146">
              <a:extLst>
                <a:ext uri="{FF2B5EF4-FFF2-40B4-BE49-F238E27FC236}">
                  <a16:creationId xmlns:a16="http://schemas.microsoft.com/office/drawing/2014/main" id="{31077201-1AE6-4441-B952-7BD39CDCE657}"/>
                </a:ext>
              </a:extLst>
            </p:cNvPr>
            <p:cNvSpPr>
              <a:spLocks noChangeShapeType="1"/>
            </p:cNvSpPr>
            <p:nvPr/>
          </p:nvSpPr>
          <p:spPr bwMode="auto">
            <a:xfrm rot="9691848">
              <a:off x="3412" y="2778"/>
              <a:ext cx="138" cy="4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59" name="Line 147">
              <a:extLst>
                <a:ext uri="{FF2B5EF4-FFF2-40B4-BE49-F238E27FC236}">
                  <a16:creationId xmlns:a16="http://schemas.microsoft.com/office/drawing/2014/main" id="{2315AC79-E49C-0A4F-9BE0-DA26186F6235}"/>
                </a:ext>
              </a:extLst>
            </p:cNvPr>
            <p:cNvSpPr>
              <a:spLocks noChangeShapeType="1"/>
            </p:cNvSpPr>
            <p:nvPr/>
          </p:nvSpPr>
          <p:spPr bwMode="auto">
            <a:xfrm rot="9691848">
              <a:off x="3406" y="2888"/>
              <a:ext cx="138" cy="4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60" name="Line 148">
              <a:extLst>
                <a:ext uri="{FF2B5EF4-FFF2-40B4-BE49-F238E27FC236}">
                  <a16:creationId xmlns:a16="http://schemas.microsoft.com/office/drawing/2014/main" id="{70B950D0-8388-E24C-B667-D2040FBFA60C}"/>
                </a:ext>
              </a:extLst>
            </p:cNvPr>
            <p:cNvSpPr>
              <a:spLocks noChangeShapeType="1"/>
            </p:cNvSpPr>
            <p:nvPr/>
          </p:nvSpPr>
          <p:spPr bwMode="auto">
            <a:xfrm rot="9691848">
              <a:off x="3408" y="3018"/>
              <a:ext cx="138" cy="4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167" name="Group 233">
            <a:extLst>
              <a:ext uri="{FF2B5EF4-FFF2-40B4-BE49-F238E27FC236}">
                <a16:creationId xmlns:a16="http://schemas.microsoft.com/office/drawing/2014/main" id="{95053BDB-D436-CB48-BF01-E8D3F74DD2E4}"/>
              </a:ext>
            </a:extLst>
          </p:cNvPr>
          <p:cNvGrpSpPr>
            <a:grpSpLocks/>
          </p:cNvGrpSpPr>
          <p:nvPr/>
        </p:nvGrpSpPr>
        <p:grpSpPr bwMode="auto">
          <a:xfrm>
            <a:off x="7397750" y="3737001"/>
            <a:ext cx="1395412" cy="490537"/>
            <a:chOff x="2701" y="2439"/>
            <a:chExt cx="879" cy="309"/>
          </a:xfrm>
        </p:grpSpPr>
        <p:grpSp>
          <p:nvGrpSpPr>
            <p:cNvPr id="168" name="Group 232">
              <a:extLst>
                <a:ext uri="{FF2B5EF4-FFF2-40B4-BE49-F238E27FC236}">
                  <a16:creationId xmlns:a16="http://schemas.microsoft.com/office/drawing/2014/main" id="{61643642-4D2E-5E46-BCEB-A911FAA7AFFC}"/>
                </a:ext>
              </a:extLst>
            </p:cNvPr>
            <p:cNvGrpSpPr>
              <a:grpSpLocks/>
            </p:cNvGrpSpPr>
            <p:nvPr/>
          </p:nvGrpSpPr>
          <p:grpSpPr bwMode="auto">
            <a:xfrm>
              <a:off x="2701" y="2639"/>
              <a:ext cx="806" cy="109"/>
              <a:chOff x="2540" y="2639"/>
              <a:chExt cx="806" cy="109"/>
            </a:xfrm>
          </p:grpSpPr>
          <p:grpSp>
            <p:nvGrpSpPr>
              <p:cNvPr id="170" name="Group 149">
                <a:extLst>
                  <a:ext uri="{FF2B5EF4-FFF2-40B4-BE49-F238E27FC236}">
                    <a16:creationId xmlns:a16="http://schemas.microsoft.com/office/drawing/2014/main" id="{F0D18BC9-03A9-F24C-8210-D99A7D7F3BA3}"/>
                  </a:ext>
                </a:extLst>
              </p:cNvPr>
              <p:cNvGrpSpPr>
                <a:grpSpLocks/>
              </p:cNvGrpSpPr>
              <p:nvPr/>
            </p:nvGrpSpPr>
            <p:grpSpPr bwMode="auto">
              <a:xfrm rot="10793026">
                <a:off x="2697" y="2639"/>
                <a:ext cx="649" cy="109"/>
                <a:chOff x="4712" y="1742"/>
                <a:chExt cx="648" cy="108"/>
              </a:xfrm>
            </p:grpSpPr>
            <p:sp>
              <p:nvSpPr>
                <p:cNvPr id="172" name="Rectangle 150">
                  <a:extLst>
                    <a:ext uri="{FF2B5EF4-FFF2-40B4-BE49-F238E27FC236}">
                      <a16:creationId xmlns:a16="http://schemas.microsoft.com/office/drawing/2014/main" id="{B49F1A96-1869-8B47-9F3D-8B8652177867}"/>
                    </a:ext>
                  </a:extLst>
                </p:cNvPr>
                <p:cNvSpPr>
                  <a:spLocks noChangeArrowheads="1"/>
                </p:cNvSpPr>
                <p:nvPr/>
              </p:nvSpPr>
              <p:spPr bwMode="auto">
                <a:xfrm>
                  <a:off x="4712" y="1742"/>
                  <a:ext cx="648"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3" name="Rectangle 151">
                  <a:extLst>
                    <a:ext uri="{FF2B5EF4-FFF2-40B4-BE49-F238E27FC236}">
                      <a16:creationId xmlns:a16="http://schemas.microsoft.com/office/drawing/2014/main" id="{CD1D6BE2-BFEE-A54C-8231-AC40E24BC234}"/>
                    </a:ext>
                  </a:extLst>
                </p:cNvPr>
                <p:cNvSpPr>
                  <a:spLocks noChangeArrowheads="1"/>
                </p:cNvSpPr>
                <p:nvPr/>
              </p:nvSpPr>
              <p:spPr bwMode="auto">
                <a:xfrm>
                  <a:off x="4714" y="1744"/>
                  <a:ext cx="534"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71" name="Line 152">
                <a:extLst>
                  <a:ext uri="{FF2B5EF4-FFF2-40B4-BE49-F238E27FC236}">
                    <a16:creationId xmlns:a16="http://schemas.microsoft.com/office/drawing/2014/main" id="{3520614F-C700-9942-9107-0386BDD33825}"/>
                  </a:ext>
                </a:extLst>
              </p:cNvPr>
              <p:cNvSpPr>
                <a:spLocks noChangeShapeType="1"/>
              </p:cNvSpPr>
              <p:nvPr/>
            </p:nvSpPr>
            <p:spPr bwMode="auto">
              <a:xfrm rot="9691848">
                <a:off x="2540" y="2666"/>
                <a:ext cx="138" cy="4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69" name="Text Box 153">
              <a:extLst>
                <a:ext uri="{FF2B5EF4-FFF2-40B4-BE49-F238E27FC236}">
                  <a16:creationId xmlns:a16="http://schemas.microsoft.com/office/drawing/2014/main" id="{8DC21157-1E8F-B04A-B82A-865322CAE769}"/>
                </a:ext>
              </a:extLst>
            </p:cNvPr>
            <p:cNvSpPr txBox="1">
              <a:spLocks noChangeArrowheads="1"/>
            </p:cNvSpPr>
            <p:nvPr/>
          </p:nvSpPr>
          <p:spPr bwMode="auto">
            <a:xfrm>
              <a:off x="2810" y="2439"/>
              <a:ext cx="770"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rPr>
                <a:t>reassembly</a:t>
              </a:r>
              <a:endParaRPr kumimoji="0" lang="en-US" altLang="en-US" sz="18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endParaRPr>
            </a:p>
          </p:txBody>
        </p:sp>
      </p:grpSp>
      <p:grpSp>
        <p:nvGrpSpPr>
          <p:cNvPr id="174" name="Group 162">
            <a:extLst>
              <a:ext uri="{FF2B5EF4-FFF2-40B4-BE49-F238E27FC236}">
                <a16:creationId xmlns:a16="http://schemas.microsoft.com/office/drawing/2014/main" id="{32F547D0-417F-4B48-ADEE-07F820D922CC}"/>
              </a:ext>
            </a:extLst>
          </p:cNvPr>
          <p:cNvGrpSpPr>
            <a:grpSpLocks/>
          </p:cNvGrpSpPr>
          <p:nvPr/>
        </p:nvGrpSpPr>
        <p:grpSpPr bwMode="auto">
          <a:xfrm>
            <a:off x="6959600" y="1573238"/>
            <a:ext cx="838200" cy="1720850"/>
            <a:chOff x="2345" y="1140"/>
            <a:chExt cx="528" cy="1084"/>
          </a:xfrm>
        </p:grpSpPr>
        <p:sp>
          <p:nvSpPr>
            <p:cNvPr id="175" name="Line 8">
              <a:extLst>
                <a:ext uri="{FF2B5EF4-FFF2-40B4-BE49-F238E27FC236}">
                  <a16:creationId xmlns:a16="http://schemas.microsoft.com/office/drawing/2014/main" id="{D21D06EC-6091-2849-8D37-49E126CD0401}"/>
                </a:ext>
              </a:extLst>
            </p:cNvPr>
            <p:cNvSpPr>
              <a:spLocks noChangeShapeType="1"/>
            </p:cNvSpPr>
            <p:nvPr/>
          </p:nvSpPr>
          <p:spPr bwMode="auto">
            <a:xfrm flipV="1">
              <a:off x="2811" y="1459"/>
              <a:ext cx="62" cy="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6" name="Line 10">
              <a:extLst>
                <a:ext uri="{FF2B5EF4-FFF2-40B4-BE49-F238E27FC236}">
                  <a16:creationId xmlns:a16="http://schemas.microsoft.com/office/drawing/2014/main" id="{F990EC90-FE4D-8D40-9E5C-68CA1DF32699}"/>
                </a:ext>
              </a:extLst>
            </p:cNvPr>
            <p:cNvSpPr>
              <a:spLocks noChangeShapeType="1"/>
            </p:cNvSpPr>
            <p:nvPr/>
          </p:nvSpPr>
          <p:spPr bwMode="auto">
            <a:xfrm flipV="1">
              <a:off x="2811" y="1967"/>
              <a:ext cx="62" cy="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7" name="Line 15">
              <a:extLst>
                <a:ext uri="{FF2B5EF4-FFF2-40B4-BE49-F238E27FC236}">
                  <a16:creationId xmlns:a16="http://schemas.microsoft.com/office/drawing/2014/main" id="{A98C855E-3FD3-DE4E-BF52-C97A94773599}"/>
                </a:ext>
              </a:extLst>
            </p:cNvPr>
            <p:cNvSpPr>
              <a:spLocks noChangeShapeType="1"/>
            </p:cNvSpPr>
            <p:nvPr/>
          </p:nvSpPr>
          <p:spPr bwMode="auto">
            <a:xfrm>
              <a:off x="2868" y="1456"/>
              <a:ext cx="0" cy="51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178" name="Group 155">
              <a:extLst>
                <a:ext uri="{FF2B5EF4-FFF2-40B4-BE49-F238E27FC236}">
                  <a16:creationId xmlns:a16="http://schemas.microsoft.com/office/drawing/2014/main" id="{EF8C0F42-C332-4143-89B9-D884E67C52BB}"/>
                </a:ext>
              </a:extLst>
            </p:cNvPr>
            <p:cNvGrpSpPr>
              <a:grpSpLocks/>
            </p:cNvGrpSpPr>
            <p:nvPr/>
          </p:nvGrpSpPr>
          <p:grpSpPr bwMode="auto">
            <a:xfrm>
              <a:off x="2345" y="1140"/>
              <a:ext cx="503" cy="444"/>
              <a:chOff x="-44" y="1473"/>
              <a:chExt cx="981" cy="1105"/>
            </a:xfrm>
          </p:grpSpPr>
          <p:pic>
            <p:nvPicPr>
              <p:cNvPr id="183" name="Picture 156" descr="desktop_computer_stylized_medium">
                <a:extLst>
                  <a:ext uri="{FF2B5EF4-FFF2-40B4-BE49-F238E27FC236}">
                    <a16:creationId xmlns:a16="http://schemas.microsoft.com/office/drawing/2014/main" id="{10B5B846-E283-7143-B820-20A6F3306FA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 name="Freeform 157">
                <a:extLst>
                  <a:ext uri="{FF2B5EF4-FFF2-40B4-BE49-F238E27FC236}">
                    <a16:creationId xmlns:a16="http://schemas.microsoft.com/office/drawing/2014/main" id="{4ABED2D6-CEA3-0A4D-93D1-BED81AA4E3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79" name="Text Box 158">
              <a:extLst>
                <a:ext uri="{FF2B5EF4-FFF2-40B4-BE49-F238E27FC236}">
                  <a16:creationId xmlns:a16="http://schemas.microsoft.com/office/drawing/2014/main" id="{23C4FFDA-1326-A94E-A751-D63EFD07320F}"/>
                </a:ext>
              </a:extLst>
            </p:cNvPr>
            <p:cNvSpPr txBox="1">
              <a:spLocks noChangeArrowheads="1"/>
            </p:cNvSpPr>
            <p:nvPr/>
          </p:nvSpPr>
          <p:spPr bwMode="auto">
            <a:xfrm rot="5400000">
              <a:off x="2526" y="1509"/>
              <a:ext cx="340"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a:t>
              </a:r>
            </a:p>
          </p:txBody>
        </p:sp>
        <p:grpSp>
          <p:nvGrpSpPr>
            <p:cNvPr id="180" name="Group 159">
              <a:extLst>
                <a:ext uri="{FF2B5EF4-FFF2-40B4-BE49-F238E27FC236}">
                  <a16:creationId xmlns:a16="http://schemas.microsoft.com/office/drawing/2014/main" id="{D6A0E7F7-059E-3F4C-ABA2-AA5E369BD877}"/>
                </a:ext>
              </a:extLst>
            </p:cNvPr>
            <p:cNvGrpSpPr>
              <a:grpSpLocks/>
            </p:cNvGrpSpPr>
            <p:nvPr/>
          </p:nvGrpSpPr>
          <p:grpSpPr bwMode="auto">
            <a:xfrm>
              <a:off x="2357" y="1780"/>
              <a:ext cx="503" cy="444"/>
              <a:chOff x="-44" y="1473"/>
              <a:chExt cx="981" cy="1105"/>
            </a:xfrm>
          </p:grpSpPr>
          <p:pic>
            <p:nvPicPr>
              <p:cNvPr id="181" name="Picture 160" descr="desktop_computer_stylized_medium">
                <a:extLst>
                  <a:ext uri="{FF2B5EF4-FFF2-40B4-BE49-F238E27FC236}">
                    <a16:creationId xmlns:a16="http://schemas.microsoft.com/office/drawing/2014/main" id="{BFBDEB56-F84C-984A-93A8-41D2D90AB69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2" name="Freeform 161">
                <a:extLst>
                  <a:ext uri="{FF2B5EF4-FFF2-40B4-BE49-F238E27FC236}">
                    <a16:creationId xmlns:a16="http://schemas.microsoft.com/office/drawing/2014/main" id="{23C08C6D-2EFE-1640-874E-7F751DFE3F9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grpSp>
        <p:nvGrpSpPr>
          <p:cNvPr id="252" name="Group 221">
            <a:extLst>
              <a:ext uri="{FF2B5EF4-FFF2-40B4-BE49-F238E27FC236}">
                <a16:creationId xmlns:a16="http://schemas.microsoft.com/office/drawing/2014/main" id="{83321E86-F1C1-444F-8733-A8BC3E94F176}"/>
              </a:ext>
            </a:extLst>
          </p:cNvPr>
          <p:cNvGrpSpPr>
            <a:grpSpLocks/>
          </p:cNvGrpSpPr>
          <p:nvPr/>
        </p:nvGrpSpPr>
        <p:grpSpPr bwMode="auto">
          <a:xfrm>
            <a:off x="7862887" y="4265638"/>
            <a:ext cx="738188" cy="1385888"/>
            <a:chOff x="2345" y="1140"/>
            <a:chExt cx="528" cy="1084"/>
          </a:xfrm>
        </p:grpSpPr>
        <p:sp>
          <p:nvSpPr>
            <p:cNvPr id="253" name="Line 222">
              <a:extLst>
                <a:ext uri="{FF2B5EF4-FFF2-40B4-BE49-F238E27FC236}">
                  <a16:creationId xmlns:a16="http://schemas.microsoft.com/office/drawing/2014/main" id="{28256FDA-1567-AA4A-9678-A59E9E6FD476}"/>
                </a:ext>
              </a:extLst>
            </p:cNvPr>
            <p:cNvSpPr>
              <a:spLocks noChangeShapeType="1"/>
            </p:cNvSpPr>
            <p:nvPr/>
          </p:nvSpPr>
          <p:spPr bwMode="auto">
            <a:xfrm flipV="1">
              <a:off x="2811" y="1459"/>
              <a:ext cx="62" cy="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54" name="Line 223">
              <a:extLst>
                <a:ext uri="{FF2B5EF4-FFF2-40B4-BE49-F238E27FC236}">
                  <a16:creationId xmlns:a16="http://schemas.microsoft.com/office/drawing/2014/main" id="{BE536D99-819F-7442-BD4B-497C8D68FFCA}"/>
                </a:ext>
              </a:extLst>
            </p:cNvPr>
            <p:cNvSpPr>
              <a:spLocks noChangeShapeType="1"/>
            </p:cNvSpPr>
            <p:nvPr/>
          </p:nvSpPr>
          <p:spPr bwMode="auto">
            <a:xfrm flipV="1">
              <a:off x="2811" y="1967"/>
              <a:ext cx="62" cy="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55" name="Line 224">
              <a:extLst>
                <a:ext uri="{FF2B5EF4-FFF2-40B4-BE49-F238E27FC236}">
                  <a16:creationId xmlns:a16="http://schemas.microsoft.com/office/drawing/2014/main" id="{518367ED-FF00-134A-BE7E-957FF73C4212}"/>
                </a:ext>
              </a:extLst>
            </p:cNvPr>
            <p:cNvSpPr>
              <a:spLocks noChangeShapeType="1"/>
            </p:cNvSpPr>
            <p:nvPr/>
          </p:nvSpPr>
          <p:spPr bwMode="auto">
            <a:xfrm>
              <a:off x="2868" y="1455"/>
              <a:ext cx="0" cy="509"/>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256" name="Group 225">
              <a:extLst>
                <a:ext uri="{FF2B5EF4-FFF2-40B4-BE49-F238E27FC236}">
                  <a16:creationId xmlns:a16="http://schemas.microsoft.com/office/drawing/2014/main" id="{9B6119C0-ED52-6E40-ADFA-169BE71421CF}"/>
                </a:ext>
              </a:extLst>
            </p:cNvPr>
            <p:cNvGrpSpPr>
              <a:grpSpLocks/>
            </p:cNvGrpSpPr>
            <p:nvPr/>
          </p:nvGrpSpPr>
          <p:grpSpPr bwMode="auto">
            <a:xfrm>
              <a:off x="2345" y="1140"/>
              <a:ext cx="503" cy="444"/>
              <a:chOff x="-44" y="1473"/>
              <a:chExt cx="981" cy="1105"/>
            </a:xfrm>
          </p:grpSpPr>
          <p:pic>
            <p:nvPicPr>
              <p:cNvPr id="261" name="Picture 226" descr="desktop_computer_stylized_medium">
                <a:extLst>
                  <a:ext uri="{FF2B5EF4-FFF2-40B4-BE49-F238E27FC236}">
                    <a16:creationId xmlns:a16="http://schemas.microsoft.com/office/drawing/2014/main" id="{1FE06784-BDA3-3E46-B541-E88B4540469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2" name="Freeform 227">
                <a:extLst>
                  <a:ext uri="{FF2B5EF4-FFF2-40B4-BE49-F238E27FC236}">
                    <a16:creationId xmlns:a16="http://schemas.microsoft.com/office/drawing/2014/main" id="{42E355F2-6D46-854E-A07A-0F85D46DA50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257" name="Text Box 228">
              <a:extLst>
                <a:ext uri="{FF2B5EF4-FFF2-40B4-BE49-F238E27FC236}">
                  <a16:creationId xmlns:a16="http://schemas.microsoft.com/office/drawing/2014/main" id="{F09BDB7F-04BE-6641-B83A-55D6ACFB49EF}"/>
                </a:ext>
              </a:extLst>
            </p:cNvPr>
            <p:cNvSpPr txBox="1">
              <a:spLocks noChangeArrowheads="1"/>
            </p:cNvSpPr>
            <p:nvPr/>
          </p:nvSpPr>
          <p:spPr bwMode="auto">
            <a:xfrm rot="5400000">
              <a:off x="2463" y="1529"/>
              <a:ext cx="422" cy="3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a:t>
              </a:r>
            </a:p>
          </p:txBody>
        </p:sp>
        <p:grpSp>
          <p:nvGrpSpPr>
            <p:cNvPr id="258" name="Group 229">
              <a:extLst>
                <a:ext uri="{FF2B5EF4-FFF2-40B4-BE49-F238E27FC236}">
                  <a16:creationId xmlns:a16="http://schemas.microsoft.com/office/drawing/2014/main" id="{496A4233-E5C1-9B4E-9749-F2C6601958C9}"/>
                </a:ext>
              </a:extLst>
            </p:cNvPr>
            <p:cNvGrpSpPr>
              <a:grpSpLocks/>
            </p:cNvGrpSpPr>
            <p:nvPr/>
          </p:nvGrpSpPr>
          <p:grpSpPr bwMode="auto">
            <a:xfrm>
              <a:off x="2357" y="1780"/>
              <a:ext cx="503" cy="444"/>
              <a:chOff x="-44" y="1473"/>
              <a:chExt cx="981" cy="1105"/>
            </a:xfrm>
          </p:grpSpPr>
          <p:pic>
            <p:nvPicPr>
              <p:cNvPr id="259" name="Picture 230" descr="desktop_computer_stylized_medium">
                <a:extLst>
                  <a:ext uri="{FF2B5EF4-FFF2-40B4-BE49-F238E27FC236}">
                    <a16:creationId xmlns:a16="http://schemas.microsoft.com/office/drawing/2014/main" id="{A1BCEA6F-5119-2A43-BBB3-3849D2DE187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0" name="Freeform 231">
                <a:extLst>
                  <a:ext uri="{FF2B5EF4-FFF2-40B4-BE49-F238E27FC236}">
                    <a16:creationId xmlns:a16="http://schemas.microsoft.com/office/drawing/2014/main" id="{6BF309CA-6E15-2047-AA4B-0A352AE112C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grpSp>
        <p:nvGrpSpPr>
          <p:cNvPr id="263" name="Group 262">
            <a:extLst>
              <a:ext uri="{FF2B5EF4-FFF2-40B4-BE49-F238E27FC236}">
                <a16:creationId xmlns:a16="http://schemas.microsoft.com/office/drawing/2014/main" id="{2F1EAC85-6023-FF4D-81F9-90127C296F2C}"/>
              </a:ext>
            </a:extLst>
          </p:cNvPr>
          <p:cNvGrpSpPr/>
          <p:nvPr/>
        </p:nvGrpSpPr>
        <p:grpSpPr>
          <a:xfrm>
            <a:off x="7884408" y="1659012"/>
            <a:ext cx="632991" cy="300938"/>
            <a:chOff x="7493876" y="2774731"/>
            <a:chExt cx="1481958" cy="894622"/>
          </a:xfrm>
        </p:grpSpPr>
        <p:sp>
          <p:nvSpPr>
            <p:cNvPr id="264" name="Freeform 263">
              <a:extLst>
                <a:ext uri="{FF2B5EF4-FFF2-40B4-BE49-F238E27FC236}">
                  <a16:creationId xmlns:a16="http://schemas.microsoft.com/office/drawing/2014/main" id="{C4821AC8-A5FA-774F-A9DB-A4DFCF48EFB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65" name="Oval 264">
              <a:extLst>
                <a:ext uri="{FF2B5EF4-FFF2-40B4-BE49-F238E27FC236}">
                  <a16:creationId xmlns:a16="http://schemas.microsoft.com/office/drawing/2014/main" id="{BB3DDF33-9237-3E46-A4FF-988BBD900EB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66" name="Group 265">
              <a:extLst>
                <a:ext uri="{FF2B5EF4-FFF2-40B4-BE49-F238E27FC236}">
                  <a16:creationId xmlns:a16="http://schemas.microsoft.com/office/drawing/2014/main" id="{EC5529D6-F051-354C-B235-5B3B32B14CC3}"/>
                </a:ext>
              </a:extLst>
            </p:cNvPr>
            <p:cNvGrpSpPr/>
            <p:nvPr/>
          </p:nvGrpSpPr>
          <p:grpSpPr>
            <a:xfrm>
              <a:off x="7713663" y="2848339"/>
              <a:ext cx="1042107" cy="425543"/>
              <a:chOff x="7786941" y="2884917"/>
              <a:chExt cx="897649" cy="353919"/>
            </a:xfrm>
          </p:grpSpPr>
          <p:sp>
            <p:nvSpPr>
              <p:cNvPr id="267" name="Freeform 266">
                <a:extLst>
                  <a:ext uri="{FF2B5EF4-FFF2-40B4-BE49-F238E27FC236}">
                    <a16:creationId xmlns:a16="http://schemas.microsoft.com/office/drawing/2014/main" id="{56960A76-E855-8245-929A-6428787BBFA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8" name="Freeform 267">
                <a:extLst>
                  <a:ext uri="{FF2B5EF4-FFF2-40B4-BE49-F238E27FC236}">
                    <a16:creationId xmlns:a16="http://schemas.microsoft.com/office/drawing/2014/main" id="{E3E61EDB-ACC2-2645-A21D-7C7821DE2BD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9" name="Freeform 268">
                <a:extLst>
                  <a:ext uri="{FF2B5EF4-FFF2-40B4-BE49-F238E27FC236}">
                    <a16:creationId xmlns:a16="http://schemas.microsoft.com/office/drawing/2014/main" id="{9139A776-6C26-7845-83EC-33D2A826F73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0" name="Freeform 269">
                <a:extLst>
                  <a:ext uri="{FF2B5EF4-FFF2-40B4-BE49-F238E27FC236}">
                    <a16:creationId xmlns:a16="http://schemas.microsoft.com/office/drawing/2014/main" id="{891C25F5-70CA-D840-85A2-76E9F35490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87" name="Group 286">
            <a:extLst>
              <a:ext uri="{FF2B5EF4-FFF2-40B4-BE49-F238E27FC236}">
                <a16:creationId xmlns:a16="http://schemas.microsoft.com/office/drawing/2014/main" id="{807F039A-0711-7449-900A-5ABB0A16C0AC}"/>
              </a:ext>
            </a:extLst>
          </p:cNvPr>
          <p:cNvGrpSpPr/>
          <p:nvPr/>
        </p:nvGrpSpPr>
        <p:grpSpPr>
          <a:xfrm>
            <a:off x="7880158" y="2314150"/>
            <a:ext cx="632991" cy="300938"/>
            <a:chOff x="7493876" y="2774731"/>
            <a:chExt cx="1481958" cy="894622"/>
          </a:xfrm>
        </p:grpSpPr>
        <p:sp>
          <p:nvSpPr>
            <p:cNvPr id="288" name="Freeform 287">
              <a:extLst>
                <a:ext uri="{FF2B5EF4-FFF2-40B4-BE49-F238E27FC236}">
                  <a16:creationId xmlns:a16="http://schemas.microsoft.com/office/drawing/2014/main" id="{368F4B2E-FBAB-8A41-A938-3CAB86E16A7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9" name="Oval 288">
              <a:extLst>
                <a:ext uri="{FF2B5EF4-FFF2-40B4-BE49-F238E27FC236}">
                  <a16:creationId xmlns:a16="http://schemas.microsoft.com/office/drawing/2014/main" id="{6EA2914F-86D7-BE41-9528-DD609321AD7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90" name="Group 289">
              <a:extLst>
                <a:ext uri="{FF2B5EF4-FFF2-40B4-BE49-F238E27FC236}">
                  <a16:creationId xmlns:a16="http://schemas.microsoft.com/office/drawing/2014/main" id="{F6FEA792-E944-7F40-8522-0F3BB5E23346}"/>
                </a:ext>
              </a:extLst>
            </p:cNvPr>
            <p:cNvGrpSpPr/>
            <p:nvPr/>
          </p:nvGrpSpPr>
          <p:grpSpPr>
            <a:xfrm>
              <a:off x="7713663" y="2848339"/>
              <a:ext cx="1042107" cy="425543"/>
              <a:chOff x="7786941" y="2884917"/>
              <a:chExt cx="897649" cy="353919"/>
            </a:xfrm>
          </p:grpSpPr>
          <p:sp>
            <p:nvSpPr>
              <p:cNvPr id="291" name="Freeform 290">
                <a:extLst>
                  <a:ext uri="{FF2B5EF4-FFF2-40B4-BE49-F238E27FC236}">
                    <a16:creationId xmlns:a16="http://schemas.microsoft.com/office/drawing/2014/main" id="{972F4E62-E379-194B-871E-E46E92AFC2F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2" name="Freeform 291">
                <a:extLst>
                  <a:ext uri="{FF2B5EF4-FFF2-40B4-BE49-F238E27FC236}">
                    <a16:creationId xmlns:a16="http://schemas.microsoft.com/office/drawing/2014/main" id="{ED05D402-8D82-2F46-9C17-0AC4A042D60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3" name="Freeform 292">
                <a:extLst>
                  <a:ext uri="{FF2B5EF4-FFF2-40B4-BE49-F238E27FC236}">
                    <a16:creationId xmlns:a16="http://schemas.microsoft.com/office/drawing/2014/main" id="{7DA453E6-118F-7E48-AB98-9E78F795553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4" name="Freeform 293">
                <a:extLst>
                  <a:ext uri="{FF2B5EF4-FFF2-40B4-BE49-F238E27FC236}">
                    <a16:creationId xmlns:a16="http://schemas.microsoft.com/office/drawing/2014/main" id="{815C067A-55D2-0842-B95C-8B59B2F9D30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95" name="Group 294">
            <a:extLst>
              <a:ext uri="{FF2B5EF4-FFF2-40B4-BE49-F238E27FC236}">
                <a16:creationId xmlns:a16="http://schemas.microsoft.com/office/drawing/2014/main" id="{E05E51FE-6D06-724F-A864-98AA3622A939}"/>
              </a:ext>
            </a:extLst>
          </p:cNvPr>
          <p:cNvGrpSpPr/>
          <p:nvPr/>
        </p:nvGrpSpPr>
        <p:grpSpPr>
          <a:xfrm>
            <a:off x="8793951" y="1869094"/>
            <a:ext cx="632991" cy="300938"/>
            <a:chOff x="7493876" y="2774731"/>
            <a:chExt cx="1481958" cy="894622"/>
          </a:xfrm>
        </p:grpSpPr>
        <p:sp>
          <p:nvSpPr>
            <p:cNvPr id="296" name="Freeform 295">
              <a:extLst>
                <a:ext uri="{FF2B5EF4-FFF2-40B4-BE49-F238E27FC236}">
                  <a16:creationId xmlns:a16="http://schemas.microsoft.com/office/drawing/2014/main" id="{39167229-980A-5148-A640-DFE741EA85C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97" name="Oval 296">
              <a:extLst>
                <a:ext uri="{FF2B5EF4-FFF2-40B4-BE49-F238E27FC236}">
                  <a16:creationId xmlns:a16="http://schemas.microsoft.com/office/drawing/2014/main" id="{0086428A-7293-A947-A526-D3C06F68E73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98" name="Group 297">
              <a:extLst>
                <a:ext uri="{FF2B5EF4-FFF2-40B4-BE49-F238E27FC236}">
                  <a16:creationId xmlns:a16="http://schemas.microsoft.com/office/drawing/2014/main" id="{C749E6C3-5725-AA4F-B967-4F6B56370D3C}"/>
                </a:ext>
              </a:extLst>
            </p:cNvPr>
            <p:cNvGrpSpPr/>
            <p:nvPr/>
          </p:nvGrpSpPr>
          <p:grpSpPr>
            <a:xfrm>
              <a:off x="7713663" y="2848339"/>
              <a:ext cx="1042107" cy="425543"/>
              <a:chOff x="7786941" y="2884917"/>
              <a:chExt cx="897649" cy="353919"/>
            </a:xfrm>
          </p:grpSpPr>
          <p:sp>
            <p:nvSpPr>
              <p:cNvPr id="299" name="Freeform 298">
                <a:extLst>
                  <a:ext uri="{FF2B5EF4-FFF2-40B4-BE49-F238E27FC236}">
                    <a16:creationId xmlns:a16="http://schemas.microsoft.com/office/drawing/2014/main" id="{1DBF2F38-9130-4045-B1F1-F32D81B5E4B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0" name="Freeform 299">
                <a:extLst>
                  <a:ext uri="{FF2B5EF4-FFF2-40B4-BE49-F238E27FC236}">
                    <a16:creationId xmlns:a16="http://schemas.microsoft.com/office/drawing/2014/main" id="{E63A837A-0C0E-D146-B677-E6611EB454B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1" name="Freeform 300">
                <a:extLst>
                  <a:ext uri="{FF2B5EF4-FFF2-40B4-BE49-F238E27FC236}">
                    <a16:creationId xmlns:a16="http://schemas.microsoft.com/office/drawing/2014/main" id="{8C5D26E9-C8F1-914C-B704-8B11AC641B6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2" name="Freeform 301">
                <a:extLst>
                  <a:ext uri="{FF2B5EF4-FFF2-40B4-BE49-F238E27FC236}">
                    <a16:creationId xmlns:a16="http://schemas.microsoft.com/office/drawing/2014/main" id="{BAFDD1D0-615D-0249-9F98-0FEEC487350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03" name="Group 302">
            <a:extLst>
              <a:ext uri="{FF2B5EF4-FFF2-40B4-BE49-F238E27FC236}">
                <a16:creationId xmlns:a16="http://schemas.microsoft.com/office/drawing/2014/main" id="{E2AC8335-D6C0-A144-AF32-A58DE5F9C3A6}"/>
              </a:ext>
            </a:extLst>
          </p:cNvPr>
          <p:cNvGrpSpPr/>
          <p:nvPr/>
        </p:nvGrpSpPr>
        <p:grpSpPr>
          <a:xfrm>
            <a:off x="9121216" y="2764672"/>
            <a:ext cx="632991" cy="300938"/>
            <a:chOff x="7493876" y="2774731"/>
            <a:chExt cx="1481958" cy="894622"/>
          </a:xfrm>
        </p:grpSpPr>
        <p:sp>
          <p:nvSpPr>
            <p:cNvPr id="304" name="Freeform 303">
              <a:extLst>
                <a:ext uri="{FF2B5EF4-FFF2-40B4-BE49-F238E27FC236}">
                  <a16:creationId xmlns:a16="http://schemas.microsoft.com/office/drawing/2014/main" id="{8A05DBFA-0EAB-1845-9738-0EB0EE239CC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5" name="Oval 304">
              <a:extLst>
                <a:ext uri="{FF2B5EF4-FFF2-40B4-BE49-F238E27FC236}">
                  <a16:creationId xmlns:a16="http://schemas.microsoft.com/office/drawing/2014/main" id="{57B67D1D-3B77-9140-B848-C561A80DA4A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6" name="Group 305">
              <a:extLst>
                <a:ext uri="{FF2B5EF4-FFF2-40B4-BE49-F238E27FC236}">
                  <a16:creationId xmlns:a16="http://schemas.microsoft.com/office/drawing/2014/main" id="{28A2F0BB-0470-2A4F-809B-26CEE46BFCFA}"/>
                </a:ext>
              </a:extLst>
            </p:cNvPr>
            <p:cNvGrpSpPr/>
            <p:nvPr/>
          </p:nvGrpSpPr>
          <p:grpSpPr>
            <a:xfrm>
              <a:off x="7713663" y="2848339"/>
              <a:ext cx="1042107" cy="425543"/>
              <a:chOff x="7786941" y="2884917"/>
              <a:chExt cx="897649" cy="353919"/>
            </a:xfrm>
          </p:grpSpPr>
          <p:sp>
            <p:nvSpPr>
              <p:cNvPr id="307" name="Freeform 306">
                <a:extLst>
                  <a:ext uri="{FF2B5EF4-FFF2-40B4-BE49-F238E27FC236}">
                    <a16:creationId xmlns:a16="http://schemas.microsoft.com/office/drawing/2014/main" id="{1BECC3AF-A2D6-6440-B742-F4103B39442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8" name="Freeform 307">
                <a:extLst>
                  <a:ext uri="{FF2B5EF4-FFF2-40B4-BE49-F238E27FC236}">
                    <a16:creationId xmlns:a16="http://schemas.microsoft.com/office/drawing/2014/main" id="{B186CB30-9A94-0948-B787-CD6FC9EF21B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9" name="Freeform 308">
                <a:extLst>
                  <a:ext uri="{FF2B5EF4-FFF2-40B4-BE49-F238E27FC236}">
                    <a16:creationId xmlns:a16="http://schemas.microsoft.com/office/drawing/2014/main" id="{24F5F472-F50F-F24E-8E59-CFD0B0ED992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3D0405D5-7F85-264F-A6AD-695776F19C2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1" name="Group 200">
            <a:extLst>
              <a:ext uri="{FF2B5EF4-FFF2-40B4-BE49-F238E27FC236}">
                <a16:creationId xmlns:a16="http://schemas.microsoft.com/office/drawing/2014/main" id="{06798466-3BB3-2342-BD22-8AE603A94657}"/>
              </a:ext>
            </a:extLst>
          </p:cNvPr>
          <p:cNvGrpSpPr>
            <a:grpSpLocks/>
          </p:cNvGrpSpPr>
          <p:nvPr/>
        </p:nvGrpSpPr>
        <p:grpSpPr bwMode="auto">
          <a:xfrm>
            <a:off x="9531350" y="2968651"/>
            <a:ext cx="1033462" cy="801687"/>
            <a:chOff x="4045" y="1955"/>
            <a:chExt cx="651" cy="505"/>
          </a:xfrm>
        </p:grpSpPr>
        <p:grpSp>
          <p:nvGrpSpPr>
            <p:cNvPr id="222" name="Group 123">
              <a:extLst>
                <a:ext uri="{FF2B5EF4-FFF2-40B4-BE49-F238E27FC236}">
                  <a16:creationId xmlns:a16="http://schemas.microsoft.com/office/drawing/2014/main" id="{174D30C2-0600-E842-9D13-48D84E15A8AC}"/>
                </a:ext>
              </a:extLst>
            </p:cNvPr>
            <p:cNvGrpSpPr>
              <a:grpSpLocks/>
            </p:cNvGrpSpPr>
            <p:nvPr/>
          </p:nvGrpSpPr>
          <p:grpSpPr bwMode="auto">
            <a:xfrm rot="3346875">
              <a:off x="3958" y="2042"/>
              <a:ext cx="282" cy="108"/>
              <a:chOff x="5078" y="1860"/>
              <a:chExt cx="282" cy="108"/>
            </a:xfrm>
          </p:grpSpPr>
          <p:sp>
            <p:nvSpPr>
              <p:cNvPr id="232" name="Rectangle 124">
                <a:extLst>
                  <a:ext uri="{FF2B5EF4-FFF2-40B4-BE49-F238E27FC236}">
                    <a16:creationId xmlns:a16="http://schemas.microsoft.com/office/drawing/2014/main" id="{F381050B-DDE8-954D-9D94-E1EE35A64E62}"/>
                  </a:ext>
                </a:extLst>
              </p:cNvPr>
              <p:cNvSpPr>
                <a:spLocks noChangeArrowheads="1"/>
              </p:cNvSpPr>
              <p:nvPr/>
            </p:nvSpPr>
            <p:spPr bwMode="auto">
              <a:xfrm>
                <a:off x="5215" y="1861"/>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33" name="Rectangle 125">
                <a:extLst>
                  <a:ext uri="{FF2B5EF4-FFF2-40B4-BE49-F238E27FC236}">
                    <a16:creationId xmlns:a16="http://schemas.microsoft.com/office/drawing/2014/main" id="{5197D7D3-1B07-6740-82AE-F29D7BEDCD09}"/>
                  </a:ext>
                </a:extLst>
              </p:cNvPr>
              <p:cNvSpPr>
                <a:spLocks noChangeArrowheads="1"/>
              </p:cNvSpPr>
              <p:nvPr/>
            </p:nvSpPr>
            <p:spPr bwMode="auto">
              <a:xfrm>
                <a:off x="5078"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23" name="Group 126">
              <a:extLst>
                <a:ext uri="{FF2B5EF4-FFF2-40B4-BE49-F238E27FC236}">
                  <a16:creationId xmlns:a16="http://schemas.microsoft.com/office/drawing/2014/main" id="{3E825F3A-5DF4-304A-B95C-B8A97DD304FA}"/>
                </a:ext>
              </a:extLst>
            </p:cNvPr>
            <p:cNvGrpSpPr>
              <a:grpSpLocks/>
            </p:cNvGrpSpPr>
            <p:nvPr/>
          </p:nvGrpSpPr>
          <p:grpSpPr bwMode="auto">
            <a:xfrm rot="3215306">
              <a:off x="4158" y="2108"/>
              <a:ext cx="282" cy="108"/>
              <a:chOff x="5078" y="1860"/>
              <a:chExt cx="282" cy="108"/>
            </a:xfrm>
          </p:grpSpPr>
          <p:sp>
            <p:nvSpPr>
              <p:cNvPr id="230" name="Rectangle 127">
                <a:extLst>
                  <a:ext uri="{FF2B5EF4-FFF2-40B4-BE49-F238E27FC236}">
                    <a16:creationId xmlns:a16="http://schemas.microsoft.com/office/drawing/2014/main" id="{6F4FE7A3-A500-AE4F-BCA5-184F3C5D66A8}"/>
                  </a:ext>
                </a:extLst>
              </p:cNvPr>
              <p:cNvSpPr>
                <a:spLocks noChangeArrowheads="1"/>
              </p:cNvSpPr>
              <p:nvPr/>
            </p:nvSpPr>
            <p:spPr bwMode="auto">
              <a:xfrm>
                <a:off x="5214"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31" name="Rectangle 128">
                <a:extLst>
                  <a:ext uri="{FF2B5EF4-FFF2-40B4-BE49-F238E27FC236}">
                    <a16:creationId xmlns:a16="http://schemas.microsoft.com/office/drawing/2014/main" id="{DC50AA62-2765-F54C-89E7-332279233AB7}"/>
                  </a:ext>
                </a:extLst>
              </p:cNvPr>
              <p:cNvSpPr>
                <a:spLocks noChangeArrowheads="1"/>
              </p:cNvSpPr>
              <p:nvPr/>
            </p:nvSpPr>
            <p:spPr bwMode="auto">
              <a:xfrm>
                <a:off x="5076"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24" name="Group 129">
              <a:extLst>
                <a:ext uri="{FF2B5EF4-FFF2-40B4-BE49-F238E27FC236}">
                  <a16:creationId xmlns:a16="http://schemas.microsoft.com/office/drawing/2014/main" id="{0A9E08EA-C83B-9C45-BA60-0B9B237E060B}"/>
                </a:ext>
              </a:extLst>
            </p:cNvPr>
            <p:cNvGrpSpPr>
              <a:grpSpLocks/>
            </p:cNvGrpSpPr>
            <p:nvPr/>
          </p:nvGrpSpPr>
          <p:grpSpPr bwMode="auto">
            <a:xfrm rot="3051000">
              <a:off x="4380" y="2184"/>
              <a:ext cx="282" cy="108"/>
              <a:chOff x="5078" y="1860"/>
              <a:chExt cx="282" cy="108"/>
            </a:xfrm>
          </p:grpSpPr>
          <p:sp>
            <p:nvSpPr>
              <p:cNvPr id="228" name="Rectangle 130">
                <a:extLst>
                  <a:ext uri="{FF2B5EF4-FFF2-40B4-BE49-F238E27FC236}">
                    <a16:creationId xmlns:a16="http://schemas.microsoft.com/office/drawing/2014/main" id="{D3EF473C-F3F1-064D-8B44-C21CE30AA66D}"/>
                  </a:ext>
                </a:extLst>
              </p:cNvPr>
              <p:cNvSpPr>
                <a:spLocks noChangeArrowheads="1"/>
              </p:cNvSpPr>
              <p:nvPr/>
            </p:nvSpPr>
            <p:spPr bwMode="auto">
              <a:xfrm>
                <a:off x="5214"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29" name="Rectangle 131">
                <a:extLst>
                  <a:ext uri="{FF2B5EF4-FFF2-40B4-BE49-F238E27FC236}">
                    <a16:creationId xmlns:a16="http://schemas.microsoft.com/office/drawing/2014/main" id="{C03C8DA3-06DA-EF43-B064-7CCBEDCA593D}"/>
                  </a:ext>
                </a:extLst>
              </p:cNvPr>
              <p:cNvSpPr>
                <a:spLocks noChangeArrowheads="1"/>
              </p:cNvSpPr>
              <p:nvPr/>
            </p:nvSpPr>
            <p:spPr bwMode="auto">
              <a:xfrm>
                <a:off x="5078"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225" name="Line 133">
              <a:extLst>
                <a:ext uri="{FF2B5EF4-FFF2-40B4-BE49-F238E27FC236}">
                  <a16:creationId xmlns:a16="http://schemas.microsoft.com/office/drawing/2014/main" id="{DE2846D5-5BC7-A148-987E-9BFF02F3AB40}"/>
                </a:ext>
              </a:extLst>
            </p:cNvPr>
            <p:cNvSpPr>
              <a:spLocks noChangeShapeType="1"/>
            </p:cNvSpPr>
            <p:nvPr/>
          </p:nvSpPr>
          <p:spPr bwMode="auto">
            <a:xfrm>
              <a:off x="4184" y="2216"/>
              <a:ext cx="84" cy="112"/>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26" name="Line 134">
              <a:extLst>
                <a:ext uri="{FF2B5EF4-FFF2-40B4-BE49-F238E27FC236}">
                  <a16:creationId xmlns:a16="http://schemas.microsoft.com/office/drawing/2014/main" id="{30B266F5-491B-F245-8588-B01608E3BBD9}"/>
                </a:ext>
              </a:extLst>
            </p:cNvPr>
            <p:cNvSpPr>
              <a:spLocks noChangeShapeType="1"/>
            </p:cNvSpPr>
            <p:nvPr/>
          </p:nvSpPr>
          <p:spPr bwMode="auto">
            <a:xfrm>
              <a:off x="4388" y="2278"/>
              <a:ext cx="82" cy="112"/>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27" name="Line 135">
              <a:extLst>
                <a:ext uri="{FF2B5EF4-FFF2-40B4-BE49-F238E27FC236}">
                  <a16:creationId xmlns:a16="http://schemas.microsoft.com/office/drawing/2014/main" id="{26AE079B-6AB9-4C4C-AF4E-AAC854681EEB}"/>
                </a:ext>
              </a:extLst>
            </p:cNvPr>
            <p:cNvSpPr>
              <a:spLocks noChangeShapeType="1"/>
            </p:cNvSpPr>
            <p:nvPr/>
          </p:nvSpPr>
          <p:spPr bwMode="auto">
            <a:xfrm>
              <a:off x="4620" y="2350"/>
              <a:ext cx="76" cy="11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311" name="Group 310">
            <a:extLst>
              <a:ext uri="{FF2B5EF4-FFF2-40B4-BE49-F238E27FC236}">
                <a16:creationId xmlns:a16="http://schemas.microsoft.com/office/drawing/2014/main" id="{E9162E78-8261-EA48-A8D1-AA206DF5AC5F}"/>
              </a:ext>
            </a:extLst>
          </p:cNvPr>
          <p:cNvGrpSpPr/>
          <p:nvPr/>
        </p:nvGrpSpPr>
        <p:grpSpPr>
          <a:xfrm>
            <a:off x="9820071" y="3769540"/>
            <a:ext cx="632991" cy="300938"/>
            <a:chOff x="7493876" y="2774731"/>
            <a:chExt cx="1481958" cy="894622"/>
          </a:xfrm>
        </p:grpSpPr>
        <p:sp>
          <p:nvSpPr>
            <p:cNvPr id="312" name="Freeform 311">
              <a:extLst>
                <a:ext uri="{FF2B5EF4-FFF2-40B4-BE49-F238E27FC236}">
                  <a16:creationId xmlns:a16="http://schemas.microsoft.com/office/drawing/2014/main" id="{61929FF8-27C2-9247-A465-EE63843072A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3" name="Oval 312">
              <a:extLst>
                <a:ext uri="{FF2B5EF4-FFF2-40B4-BE49-F238E27FC236}">
                  <a16:creationId xmlns:a16="http://schemas.microsoft.com/office/drawing/2014/main" id="{035E780E-BAF2-FA48-A0B3-9F54E54FDB8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4" name="Group 313">
              <a:extLst>
                <a:ext uri="{FF2B5EF4-FFF2-40B4-BE49-F238E27FC236}">
                  <a16:creationId xmlns:a16="http://schemas.microsoft.com/office/drawing/2014/main" id="{684F749B-ED1E-A047-A2B3-DE5EAB23CEE6}"/>
                </a:ext>
              </a:extLst>
            </p:cNvPr>
            <p:cNvGrpSpPr/>
            <p:nvPr/>
          </p:nvGrpSpPr>
          <p:grpSpPr>
            <a:xfrm>
              <a:off x="7713663" y="2848339"/>
              <a:ext cx="1042107" cy="425543"/>
              <a:chOff x="7786941" y="2884917"/>
              <a:chExt cx="897649" cy="353919"/>
            </a:xfrm>
          </p:grpSpPr>
          <p:sp>
            <p:nvSpPr>
              <p:cNvPr id="315" name="Freeform 314">
                <a:extLst>
                  <a:ext uri="{FF2B5EF4-FFF2-40B4-BE49-F238E27FC236}">
                    <a16:creationId xmlns:a16="http://schemas.microsoft.com/office/drawing/2014/main" id="{C89DC151-24F4-7047-B7AA-B2339047619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6" name="Freeform 315">
                <a:extLst>
                  <a:ext uri="{FF2B5EF4-FFF2-40B4-BE49-F238E27FC236}">
                    <a16:creationId xmlns:a16="http://schemas.microsoft.com/office/drawing/2014/main" id="{F448580F-C41E-514E-AB84-0B14F276080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7" name="Freeform 316">
                <a:extLst>
                  <a:ext uri="{FF2B5EF4-FFF2-40B4-BE49-F238E27FC236}">
                    <a16:creationId xmlns:a16="http://schemas.microsoft.com/office/drawing/2014/main" id="{8AEFCBA5-3ECF-9546-8AA6-966DE039FC1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8" name="Freeform 317">
                <a:extLst>
                  <a:ext uri="{FF2B5EF4-FFF2-40B4-BE49-F238E27FC236}">
                    <a16:creationId xmlns:a16="http://schemas.microsoft.com/office/drawing/2014/main" id="{67B5A22B-79ED-4949-A639-35B4D10A014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19" name="Group 318">
            <a:extLst>
              <a:ext uri="{FF2B5EF4-FFF2-40B4-BE49-F238E27FC236}">
                <a16:creationId xmlns:a16="http://schemas.microsoft.com/office/drawing/2014/main" id="{83F23AF2-A0FE-224D-920C-84AE9D1EC7B7}"/>
              </a:ext>
            </a:extLst>
          </p:cNvPr>
          <p:cNvGrpSpPr/>
          <p:nvPr/>
        </p:nvGrpSpPr>
        <p:grpSpPr>
          <a:xfrm>
            <a:off x="8883206" y="4890985"/>
            <a:ext cx="632991" cy="300938"/>
            <a:chOff x="7493876" y="2774731"/>
            <a:chExt cx="1481958" cy="894622"/>
          </a:xfrm>
        </p:grpSpPr>
        <p:sp>
          <p:nvSpPr>
            <p:cNvPr id="320" name="Freeform 319">
              <a:extLst>
                <a:ext uri="{FF2B5EF4-FFF2-40B4-BE49-F238E27FC236}">
                  <a16:creationId xmlns:a16="http://schemas.microsoft.com/office/drawing/2014/main" id="{20B06A7E-D607-A643-8573-7FA8832D501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1" name="Oval 320">
              <a:extLst>
                <a:ext uri="{FF2B5EF4-FFF2-40B4-BE49-F238E27FC236}">
                  <a16:creationId xmlns:a16="http://schemas.microsoft.com/office/drawing/2014/main" id="{7E112450-743E-2B49-88BE-591DC0195C2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2" name="Group 321">
              <a:extLst>
                <a:ext uri="{FF2B5EF4-FFF2-40B4-BE49-F238E27FC236}">
                  <a16:creationId xmlns:a16="http://schemas.microsoft.com/office/drawing/2014/main" id="{1AE80838-4934-0E4F-8553-C27D2320BC94}"/>
                </a:ext>
              </a:extLst>
            </p:cNvPr>
            <p:cNvGrpSpPr/>
            <p:nvPr/>
          </p:nvGrpSpPr>
          <p:grpSpPr>
            <a:xfrm>
              <a:off x="7713663" y="2848339"/>
              <a:ext cx="1042107" cy="425543"/>
              <a:chOff x="7786941" y="2884917"/>
              <a:chExt cx="897649" cy="353919"/>
            </a:xfrm>
          </p:grpSpPr>
          <p:sp>
            <p:nvSpPr>
              <p:cNvPr id="323" name="Freeform 322">
                <a:extLst>
                  <a:ext uri="{FF2B5EF4-FFF2-40B4-BE49-F238E27FC236}">
                    <a16:creationId xmlns:a16="http://schemas.microsoft.com/office/drawing/2014/main" id="{D4632782-D6F6-464C-9B44-5281824C25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4" name="Freeform 323">
                <a:extLst>
                  <a:ext uri="{FF2B5EF4-FFF2-40B4-BE49-F238E27FC236}">
                    <a16:creationId xmlns:a16="http://schemas.microsoft.com/office/drawing/2014/main" id="{16D6CA10-0739-4C44-A478-5170B47935D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5" name="Freeform 324">
                <a:extLst>
                  <a:ext uri="{FF2B5EF4-FFF2-40B4-BE49-F238E27FC236}">
                    <a16:creationId xmlns:a16="http://schemas.microsoft.com/office/drawing/2014/main" id="{4B16F740-0AC8-A547-9C7F-02F48F9EA29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6" name="Freeform 325">
                <a:extLst>
                  <a:ext uri="{FF2B5EF4-FFF2-40B4-BE49-F238E27FC236}">
                    <a16:creationId xmlns:a16="http://schemas.microsoft.com/office/drawing/2014/main" id="{B97565F7-3C72-3649-A488-D8651F23A3F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Tree>
    <p:extLst>
      <p:ext uri="{BB962C8B-B14F-4D97-AF65-F5344CB8AC3E}">
        <p14:creationId xmlns:p14="http://schemas.microsoft.com/office/powerpoint/2010/main" val="38797561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47"/>
                                        </p:tgtEl>
                                        <p:attrNameLst>
                                          <p:attrName>style.visibility</p:attrName>
                                        </p:attrNameLst>
                                      </p:cBhvr>
                                      <p:to>
                                        <p:strVal val="visible"/>
                                      </p:to>
                                    </p:set>
                                    <p:animEffect transition="in" filter="wipe(left)">
                                      <p:cBhvr>
                                        <p:cTn id="7" dur="1000"/>
                                        <p:tgtEl>
                                          <p:spTgt spid="147"/>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221"/>
                                        </p:tgtEl>
                                        <p:attrNameLst>
                                          <p:attrName>style.visibility</p:attrName>
                                        </p:attrNameLst>
                                      </p:cBhvr>
                                      <p:to>
                                        <p:strVal val="visible"/>
                                      </p:to>
                                    </p:set>
                                    <p:animEffect transition="in" filter="wipe(up)">
                                      <p:cBhvr>
                                        <p:cTn id="12" dur="1000"/>
                                        <p:tgtEl>
                                          <p:spTgt spid="221"/>
                                        </p:tgtEl>
                                      </p:cBhvr>
                                    </p:animEffect>
                                  </p:childTnLst>
                                </p:cTn>
                              </p:par>
                              <p:par>
                                <p:cTn id="13" presetID="9" presetClass="entr" presetSubtype="0" fill="hold" nodeType="withEffect">
                                  <p:stCondLst>
                                    <p:cond delay="0"/>
                                  </p:stCondLst>
                                  <p:childTnLst>
                                    <p:set>
                                      <p:cBhvr>
                                        <p:cTn id="14" dur="1" fill="hold">
                                          <p:stCondLst>
                                            <p:cond delay="0"/>
                                          </p:stCondLst>
                                        </p:cTn>
                                        <p:tgtEl>
                                          <p:spTgt spid="152">
                                            <p:txEl>
                                              <p:pRg st="0" end="0"/>
                                            </p:txEl>
                                          </p:spTgt>
                                        </p:tgtEl>
                                        <p:attrNameLst>
                                          <p:attrName>style.visibility</p:attrName>
                                        </p:attrNameLst>
                                      </p:cBhvr>
                                      <p:to>
                                        <p:strVal val="visible"/>
                                      </p:to>
                                    </p:set>
                                    <p:animEffect transition="in" filter="dissolve">
                                      <p:cBhvr>
                                        <p:cTn id="15" dur="500"/>
                                        <p:tgtEl>
                                          <p:spTgt spid="152">
                                            <p:txEl>
                                              <p:pRg st="0" end="0"/>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152">
                                            <p:txEl>
                                              <p:pRg st="1" end="1"/>
                                            </p:txEl>
                                          </p:spTgt>
                                        </p:tgtEl>
                                        <p:attrNameLst>
                                          <p:attrName>style.visibility</p:attrName>
                                        </p:attrNameLst>
                                      </p:cBhvr>
                                      <p:to>
                                        <p:strVal val="visible"/>
                                      </p:to>
                                    </p:set>
                                    <p:animEffect transition="in" filter="dissolve">
                                      <p:cBhvr>
                                        <p:cTn id="18" dur="500"/>
                                        <p:tgtEl>
                                          <p:spTgt spid="152">
                                            <p:txEl>
                                              <p:pRg st="1" end="1"/>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52">
                                            <p:txEl>
                                              <p:pRg st="2" end="2"/>
                                            </p:txEl>
                                          </p:spTgt>
                                        </p:tgtEl>
                                        <p:attrNameLst>
                                          <p:attrName>style.visibility</p:attrName>
                                        </p:attrNameLst>
                                      </p:cBhvr>
                                      <p:to>
                                        <p:strVal val="visible"/>
                                      </p:to>
                                    </p:set>
                                    <p:animEffect transition="in" filter="dissolve">
                                      <p:cBhvr>
                                        <p:cTn id="21" dur="500"/>
                                        <p:tgtEl>
                                          <p:spTgt spid="152">
                                            <p:txEl>
                                              <p:pRg st="2" end="2"/>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2" fill="hold" nodeType="clickEffect">
                                  <p:stCondLst>
                                    <p:cond delay="0"/>
                                  </p:stCondLst>
                                  <p:childTnLst>
                                    <p:set>
                                      <p:cBhvr>
                                        <p:cTn id="25" dur="1" fill="hold">
                                          <p:stCondLst>
                                            <p:cond delay="0"/>
                                          </p:stCondLst>
                                        </p:cTn>
                                        <p:tgtEl>
                                          <p:spTgt spid="154"/>
                                        </p:tgtEl>
                                        <p:attrNameLst>
                                          <p:attrName>style.visibility</p:attrName>
                                        </p:attrNameLst>
                                      </p:cBhvr>
                                      <p:to>
                                        <p:strVal val="visible"/>
                                      </p:to>
                                    </p:set>
                                    <p:animEffect transition="in" filter="wipe(right)">
                                      <p:cBhvr>
                                        <p:cTn id="26" dur="1000"/>
                                        <p:tgtEl>
                                          <p:spTgt spid="154"/>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2" fill="hold" nodeType="clickEffect">
                                  <p:stCondLst>
                                    <p:cond delay="0"/>
                                  </p:stCondLst>
                                  <p:childTnLst>
                                    <p:set>
                                      <p:cBhvr>
                                        <p:cTn id="30" dur="1" fill="hold">
                                          <p:stCondLst>
                                            <p:cond delay="0"/>
                                          </p:stCondLst>
                                        </p:cTn>
                                        <p:tgtEl>
                                          <p:spTgt spid="167"/>
                                        </p:tgtEl>
                                        <p:attrNameLst>
                                          <p:attrName>style.visibility</p:attrName>
                                        </p:attrNameLst>
                                      </p:cBhvr>
                                      <p:to>
                                        <p:strVal val="visible"/>
                                      </p:to>
                                    </p:set>
                                    <p:animEffect transition="in" filter="wipe(right)">
                                      <p:cBhvr>
                                        <p:cTn id="31" dur="500"/>
                                        <p:tgtEl>
                                          <p:spTgt spid="1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fragmentation/reassembly</a:t>
            </a:r>
            <a:endParaRPr lang="en-US" dirty="0"/>
          </a:p>
        </p:txBody>
      </p:sp>
      <p:sp>
        <p:nvSpPr>
          <p:cNvPr id="4" name="Slide Number Placeholder 3">
            <a:extLst>
              <a:ext uri="{FF2B5EF4-FFF2-40B4-BE49-F238E27FC236}">
                <a16:creationId xmlns:a16="http://schemas.microsoft.com/office/drawing/2014/main" id="{8172FBE7-A2C0-3642-8E64-FB4716E783BC}"/>
              </a:ext>
            </a:extLst>
          </p:cNvPr>
          <p:cNvSpPr>
            <a:spLocks noGrp="1"/>
          </p:cNvSpPr>
          <p:nvPr>
            <p:ph type="sldNum" sz="quarter" idx="4"/>
          </p:nvPr>
        </p:nvSpPr>
        <p:spPr>
          <a:xfrm>
            <a:off x="9219616" y="6499361"/>
            <a:ext cx="2743200" cy="365125"/>
          </a:xfrm>
        </p:spPr>
        <p:txBody>
          <a:bodyPr/>
          <a:lstStyle/>
          <a:p>
            <a:r>
              <a:rPr lang="en-US" dirty="0"/>
              <a:t>Network Layer: 4-</a:t>
            </a:r>
            <a:fld id="{C4204591-24BD-A542-B9D5-F8D8A88D2FEE}" type="slidenum">
              <a:rPr lang="en-US" smtClean="0"/>
              <a:pPr/>
              <a:t>26</a:t>
            </a:fld>
            <a:endParaRPr lang="en-US" dirty="0"/>
          </a:p>
        </p:txBody>
      </p:sp>
      <p:grpSp>
        <p:nvGrpSpPr>
          <p:cNvPr id="273" name="Group 4">
            <a:extLst>
              <a:ext uri="{FF2B5EF4-FFF2-40B4-BE49-F238E27FC236}">
                <a16:creationId xmlns:a16="http://schemas.microsoft.com/office/drawing/2014/main" id="{C209DF58-BB84-EE41-9A05-9B26BDA48F8A}"/>
              </a:ext>
            </a:extLst>
          </p:cNvPr>
          <p:cNvGrpSpPr>
            <a:grpSpLocks/>
          </p:cNvGrpSpPr>
          <p:nvPr/>
        </p:nvGrpSpPr>
        <p:grpSpPr bwMode="auto">
          <a:xfrm>
            <a:off x="4989773" y="1527175"/>
            <a:ext cx="4181475" cy="660400"/>
            <a:chOff x="3006" y="1205"/>
            <a:chExt cx="2634" cy="416"/>
          </a:xfrm>
        </p:grpSpPr>
        <p:sp>
          <p:nvSpPr>
            <p:cNvPr id="275" name="Rectangle 6">
              <a:extLst>
                <a:ext uri="{FF2B5EF4-FFF2-40B4-BE49-F238E27FC236}">
                  <a16:creationId xmlns:a16="http://schemas.microsoft.com/office/drawing/2014/main" id="{9F97564F-AA01-CD42-B7AF-FD555736F768}"/>
                </a:ext>
              </a:extLst>
            </p:cNvPr>
            <p:cNvSpPr>
              <a:spLocks noChangeArrowheads="1"/>
            </p:cNvSpPr>
            <p:nvPr/>
          </p:nvSpPr>
          <p:spPr bwMode="auto">
            <a:xfrm>
              <a:off x="3006" y="1242"/>
              <a:ext cx="2634" cy="342"/>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76" name="Text Box 7">
              <a:extLst>
                <a:ext uri="{FF2B5EF4-FFF2-40B4-BE49-F238E27FC236}">
                  <a16:creationId xmlns:a16="http://schemas.microsoft.com/office/drawing/2014/main" id="{B08FA020-86D6-B940-A867-F9B73513D872}"/>
                </a:ext>
              </a:extLst>
            </p:cNvPr>
            <p:cNvSpPr txBox="1">
              <a:spLocks noChangeArrowheads="1"/>
            </p:cNvSpPr>
            <p:nvPr/>
          </p:nvSpPr>
          <p:spPr bwMode="auto">
            <a:xfrm>
              <a:off x="3734" y="1205"/>
              <a:ext cx="2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ID</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=x</a:t>
              </a:r>
            </a:p>
          </p:txBody>
        </p:sp>
        <p:sp>
          <p:nvSpPr>
            <p:cNvPr id="277" name="Text Box 8">
              <a:extLst>
                <a:ext uri="{FF2B5EF4-FFF2-40B4-BE49-F238E27FC236}">
                  <a16:creationId xmlns:a16="http://schemas.microsoft.com/office/drawing/2014/main" id="{F56BF547-3E90-BB4F-A15E-786126B2BCE3}"/>
                </a:ext>
              </a:extLst>
            </p:cNvPr>
            <p:cNvSpPr txBox="1">
              <a:spLocks noChangeArrowheads="1"/>
            </p:cNvSpPr>
            <p:nvPr/>
          </p:nvSpPr>
          <p:spPr bwMode="auto">
            <a:xfrm>
              <a:off x="4648" y="1217"/>
              <a:ext cx="46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offset</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=0</a:t>
              </a:r>
            </a:p>
          </p:txBody>
        </p:sp>
        <p:sp>
          <p:nvSpPr>
            <p:cNvPr id="278" name="Text Box 9">
              <a:extLst>
                <a:ext uri="{FF2B5EF4-FFF2-40B4-BE49-F238E27FC236}">
                  <a16:creationId xmlns:a16="http://schemas.microsoft.com/office/drawing/2014/main" id="{DBDC952C-C809-B445-B355-B2F02E8CE967}"/>
                </a:ext>
              </a:extLst>
            </p:cNvPr>
            <p:cNvSpPr txBox="1">
              <a:spLocks noChangeArrowheads="1"/>
            </p:cNvSpPr>
            <p:nvPr/>
          </p:nvSpPr>
          <p:spPr bwMode="auto">
            <a:xfrm>
              <a:off x="4017" y="1217"/>
              <a:ext cx="59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fragflag</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=0</a:t>
              </a:r>
            </a:p>
          </p:txBody>
        </p:sp>
        <p:sp>
          <p:nvSpPr>
            <p:cNvPr id="279" name="Text Box 10">
              <a:extLst>
                <a:ext uri="{FF2B5EF4-FFF2-40B4-BE49-F238E27FC236}">
                  <a16:creationId xmlns:a16="http://schemas.microsoft.com/office/drawing/2014/main" id="{A9EC1F74-3597-984E-BA0B-F7596BA8C5E7}"/>
                </a:ext>
              </a:extLst>
            </p:cNvPr>
            <p:cNvSpPr txBox="1">
              <a:spLocks noChangeArrowheads="1"/>
            </p:cNvSpPr>
            <p:nvPr/>
          </p:nvSpPr>
          <p:spPr bwMode="auto">
            <a:xfrm>
              <a:off x="3230" y="1205"/>
              <a:ext cx="52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length</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=4000</a:t>
              </a:r>
            </a:p>
          </p:txBody>
        </p:sp>
        <p:sp>
          <p:nvSpPr>
            <p:cNvPr id="280" name="Line 11">
              <a:extLst>
                <a:ext uri="{FF2B5EF4-FFF2-40B4-BE49-F238E27FC236}">
                  <a16:creationId xmlns:a16="http://schemas.microsoft.com/office/drawing/2014/main" id="{62001456-A0DE-F549-91B8-4AFAB874A3B6}"/>
                </a:ext>
              </a:extLst>
            </p:cNvPr>
            <p:cNvSpPr>
              <a:spLocks noChangeShapeType="1"/>
            </p:cNvSpPr>
            <p:nvPr/>
          </p:nvSpPr>
          <p:spPr bwMode="auto">
            <a:xfrm>
              <a:off x="3246"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1" name="Line 12">
              <a:extLst>
                <a:ext uri="{FF2B5EF4-FFF2-40B4-BE49-F238E27FC236}">
                  <a16:creationId xmlns:a16="http://schemas.microsoft.com/office/drawing/2014/main" id="{893638D3-E04E-AA43-A78B-93162C2865E0}"/>
                </a:ext>
              </a:extLst>
            </p:cNvPr>
            <p:cNvSpPr>
              <a:spLocks noChangeShapeType="1"/>
            </p:cNvSpPr>
            <p:nvPr/>
          </p:nvSpPr>
          <p:spPr bwMode="auto">
            <a:xfrm>
              <a:off x="3750"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2" name="Line 13">
              <a:extLst>
                <a:ext uri="{FF2B5EF4-FFF2-40B4-BE49-F238E27FC236}">
                  <a16:creationId xmlns:a16="http://schemas.microsoft.com/office/drawing/2014/main" id="{83D5BE05-2CE6-B34D-AF80-010634152A21}"/>
                </a:ext>
              </a:extLst>
            </p:cNvPr>
            <p:cNvSpPr>
              <a:spLocks noChangeShapeType="1"/>
            </p:cNvSpPr>
            <p:nvPr/>
          </p:nvSpPr>
          <p:spPr bwMode="auto">
            <a:xfrm>
              <a:off x="4020" y="1254"/>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3" name="Line 14">
              <a:extLst>
                <a:ext uri="{FF2B5EF4-FFF2-40B4-BE49-F238E27FC236}">
                  <a16:creationId xmlns:a16="http://schemas.microsoft.com/office/drawing/2014/main" id="{B403F84F-91AC-0F4D-9D8A-D3B010411ECA}"/>
                </a:ext>
              </a:extLst>
            </p:cNvPr>
            <p:cNvSpPr>
              <a:spLocks noChangeShapeType="1"/>
            </p:cNvSpPr>
            <p:nvPr/>
          </p:nvSpPr>
          <p:spPr bwMode="auto">
            <a:xfrm>
              <a:off x="4638"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4" name="Line 15">
              <a:extLst>
                <a:ext uri="{FF2B5EF4-FFF2-40B4-BE49-F238E27FC236}">
                  <a16:creationId xmlns:a16="http://schemas.microsoft.com/office/drawing/2014/main" id="{96E9F421-95E6-864D-AFCE-D0C2B7D32BE7}"/>
                </a:ext>
              </a:extLst>
            </p:cNvPr>
            <p:cNvSpPr>
              <a:spLocks noChangeShapeType="1"/>
            </p:cNvSpPr>
            <p:nvPr/>
          </p:nvSpPr>
          <p:spPr bwMode="auto">
            <a:xfrm>
              <a:off x="5112"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5" name="Rectangle 16">
              <a:extLst>
                <a:ext uri="{FF2B5EF4-FFF2-40B4-BE49-F238E27FC236}">
                  <a16:creationId xmlns:a16="http://schemas.microsoft.com/office/drawing/2014/main" id="{E06CA3A4-DDBA-A648-AE30-B136F21AE15C}"/>
                </a:ext>
              </a:extLst>
            </p:cNvPr>
            <p:cNvSpPr>
              <a:spLocks noChangeArrowheads="1"/>
            </p:cNvSpPr>
            <p:nvPr/>
          </p:nvSpPr>
          <p:spPr bwMode="auto">
            <a:xfrm>
              <a:off x="5232" y="1237"/>
              <a:ext cx="138" cy="35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86" name="Group 70">
            <a:extLst>
              <a:ext uri="{FF2B5EF4-FFF2-40B4-BE49-F238E27FC236}">
                <a16:creationId xmlns:a16="http://schemas.microsoft.com/office/drawing/2014/main" id="{E0E5D94D-8D0E-F447-B202-06A60559CE81}"/>
              </a:ext>
            </a:extLst>
          </p:cNvPr>
          <p:cNvGrpSpPr>
            <a:grpSpLocks/>
          </p:cNvGrpSpPr>
          <p:nvPr/>
        </p:nvGrpSpPr>
        <p:grpSpPr bwMode="auto">
          <a:xfrm>
            <a:off x="5078673" y="2290763"/>
            <a:ext cx="4645025" cy="3330574"/>
            <a:chOff x="2321" y="1443"/>
            <a:chExt cx="2926" cy="2098"/>
          </a:xfrm>
        </p:grpSpPr>
        <p:grpSp>
          <p:nvGrpSpPr>
            <p:cNvPr id="327" name="Group 17">
              <a:extLst>
                <a:ext uri="{FF2B5EF4-FFF2-40B4-BE49-F238E27FC236}">
                  <a16:creationId xmlns:a16="http://schemas.microsoft.com/office/drawing/2014/main" id="{D6D59DCE-5992-8C44-B2EB-F9E8F0FD4606}"/>
                </a:ext>
              </a:extLst>
            </p:cNvPr>
            <p:cNvGrpSpPr>
              <a:grpSpLocks/>
            </p:cNvGrpSpPr>
            <p:nvPr/>
          </p:nvGrpSpPr>
          <p:grpSpPr bwMode="auto">
            <a:xfrm>
              <a:off x="2613" y="2066"/>
              <a:ext cx="2634" cy="416"/>
              <a:chOff x="3006" y="1205"/>
              <a:chExt cx="2634" cy="416"/>
            </a:xfrm>
          </p:grpSpPr>
          <p:sp>
            <p:nvSpPr>
              <p:cNvPr id="359" name="Rectangle 19">
                <a:extLst>
                  <a:ext uri="{FF2B5EF4-FFF2-40B4-BE49-F238E27FC236}">
                    <a16:creationId xmlns:a16="http://schemas.microsoft.com/office/drawing/2014/main" id="{2A7BBF80-1D6D-734D-B87F-681AA9D8A5EF}"/>
                  </a:ext>
                </a:extLst>
              </p:cNvPr>
              <p:cNvSpPr>
                <a:spLocks noChangeArrowheads="1"/>
              </p:cNvSpPr>
              <p:nvPr/>
            </p:nvSpPr>
            <p:spPr bwMode="auto">
              <a:xfrm>
                <a:off x="3006" y="1242"/>
                <a:ext cx="2634" cy="342"/>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0" name="Text Box 20">
                <a:extLst>
                  <a:ext uri="{FF2B5EF4-FFF2-40B4-BE49-F238E27FC236}">
                    <a16:creationId xmlns:a16="http://schemas.microsoft.com/office/drawing/2014/main" id="{6A532E8C-AC95-C849-AB1C-E073A332F129}"/>
                  </a:ext>
                </a:extLst>
              </p:cNvPr>
              <p:cNvSpPr txBox="1">
                <a:spLocks noChangeArrowheads="1"/>
              </p:cNvSpPr>
              <p:nvPr/>
            </p:nvSpPr>
            <p:spPr bwMode="auto">
              <a:xfrm>
                <a:off x="3734" y="1205"/>
                <a:ext cx="2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ID</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=x</a:t>
                </a:r>
              </a:p>
            </p:txBody>
          </p:sp>
          <p:sp>
            <p:nvSpPr>
              <p:cNvPr id="361" name="Text Box 21">
                <a:extLst>
                  <a:ext uri="{FF2B5EF4-FFF2-40B4-BE49-F238E27FC236}">
                    <a16:creationId xmlns:a16="http://schemas.microsoft.com/office/drawing/2014/main" id="{2C14E1D0-AEA3-2946-96BE-BBDEAEAD40E6}"/>
                  </a:ext>
                </a:extLst>
              </p:cNvPr>
              <p:cNvSpPr txBox="1">
                <a:spLocks noChangeArrowheads="1"/>
              </p:cNvSpPr>
              <p:nvPr/>
            </p:nvSpPr>
            <p:spPr bwMode="auto">
              <a:xfrm>
                <a:off x="4648" y="1217"/>
                <a:ext cx="46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offset</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=0</a:t>
                </a:r>
              </a:p>
            </p:txBody>
          </p:sp>
          <p:sp>
            <p:nvSpPr>
              <p:cNvPr id="362" name="Text Box 22">
                <a:extLst>
                  <a:ext uri="{FF2B5EF4-FFF2-40B4-BE49-F238E27FC236}">
                    <a16:creationId xmlns:a16="http://schemas.microsoft.com/office/drawing/2014/main" id="{9A73FBD4-64CA-644E-9CC8-4734F6A60D9F}"/>
                  </a:ext>
                </a:extLst>
              </p:cNvPr>
              <p:cNvSpPr txBox="1">
                <a:spLocks noChangeArrowheads="1"/>
              </p:cNvSpPr>
              <p:nvPr/>
            </p:nvSpPr>
            <p:spPr bwMode="auto">
              <a:xfrm>
                <a:off x="4017" y="1217"/>
                <a:ext cx="59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fragflag</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=1</a:t>
                </a:r>
              </a:p>
            </p:txBody>
          </p:sp>
          <p:sp>
            <p:nvSpPr>
              <p:cNvPr id="363" name="Text Box 23">
                <a:extLst>
                  <a:ext uri="{FF2B5EF4-FFF2-40B4-BE49-F238E27FC236}">
                    <a16:creationId xmlns:a16="http://schemas.microsoft.com/office/drawing/2014/main" id="{986EA356-F829-434B-9FDD-6D5DEF00873B}"/>
                  </a:ext>
                </a:extLst>
              </p:cNvPr>
              <p:cNvSpPr txBox="1">
                <a:spLocks noChangeArrowheads="1"/>
              </p:cNvSpPr>
              <p:nvPr/>
            </p:nvSpPr>
            <p:spPr bwMode="auto">
              <a:xfrm>
                <a:off x="3230" y="1205"/>
                <a:ext cx="52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length</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=1500</a:t>
                </a:r>
              </a:p>
            </p:txBody>
          </p:sp>
          <p:sp>
            <p:nvSpPr>
              <p:cNvPr id="364" name="Line 24">
                <a:extLst>
                  <a:ext uri="{FF2B5EF4-FFF2-40B4-BE49-F238E27FC236}">
                    <a16:creationId xmlns:a16="http://schemas.microsoft.com/office/drawing/2014/main" id="{97082873-DB44-F541-8876-F85138EEE33A}"/>
                  </a:ext>
                </a:extLst>
              </p:cNvPr>
              <p:cNvSpPr>
                <a:spLocks noChangeShapeType="1"/>
              </p:cNvSpPr>
              <p:nvPr/>
            </p:nvSpPr>
            <p:spPr bwMode="auto">
              <a:xfrm>
                <a:off x="3246"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5" name="Line 25">
                <a:extLst>
                  <a:ext uri="{FF2B5EF4-FFF2-40B4-BE49-F238E27FC236}">
                    <a16:creationId xmlns:a16="http://schemas.microsoft.com/office/drawing/2014/main" id="{7FB1E670-9433-9A45-AE38-7E6CF33CE0DF}"/>
                  </a:ext>
                </a:extLst>
              </p:cNvPr>
              <p:cNvSpPr>
                <a:spLocks noChangeShapeType="1"/>
              </p:cNvSpPr>
              <p:nvPr/>
            </p:nvSpPr>
            <p:spPr bwMode="auto">
              <a:xfrm>
                <a:off x="3750"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6" name="Line 26">
                <a:extLst>
                  <a:ext uri="{FF2B5EF4-FFF2-40B4-BE49-F238E27FC236}">
                    <a16:creationId xmlns:a16="http://schemas.microsoft.com/office/drawing/2014/main" id="{2DF386FB-87A4-AF4D-8755-36BCCFF71508}"/>
                  </a:ext>
                </a:extLst>
              </p:cNvPr>
              <p:cNvSpPr>
                <a:spLocks noChangeShapeType="1"/>
              </p:cNvSpPr>
              <p:nvPr/>
            </p:nvSpPr>
            <p:spPr bwMode="auto">
              <a:xfrm>
                <a:off x="4020" y="1254"/>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7" name="Line 27">
                <a:extLst>
                  <a:ext uri="{FF2B5EF4-FFF2-40B4-BE49-F238E27FC236}">
                    <a16:creationId xmlns:a16="http://schemas.microsoft.com/office/drawing/2014/main" id="{9698D062-8447-6541-AC16-F61EA75CCA0B}"/>
                  </a:ext>
                </a:extLst>
              </p:cNvPr>
              <p:cNvSpPr>
                <a:spLocks noChangeShapeType="1"/>
              </p:cNvSpPr>
              <p:nvPr/>
            </p:nvSpPr>
            <p:spPr bwMode="auto">
              <a:xfrm>
                <a:off x="4638"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8" name="Line 28">
                <a:extLst>
                  <a:ext uri="{FF2B5EF4-FFF2-40B4-BE49-F238E27FC236}">
                    <a16:creationId xmlns:a16="http://schemas.microsoft.com/office/drawing/2014/main" id="{199F02F2-DF0B-E24E-8B1B-D7F09F27355C}"/>
                  </a:ext>
                </a:extLst>
              </p:cNvPr>
              <p:cNvSpPr>
                <a:spLocks noChangeShapeType="1"/>
              </p:cNvSpPr>
              <p:nvPr/>
            </p:nvSpPr>
            <p:spPr bwMode="auto">
              <a:xfrm>
                <a:off x="5112"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9" name="Rectangle 29">
                <a:extLst>
                  <a:ext uri="{FF2B5EF4-FFF2-40B4-BE49-F238E27FC236}">
                    <a16:creationId xmlns:a16="http://schemas.microsoft.com/office/drawing/2014/main" id="{75F9EE65-3BF2-0B42-9D3F-29E55761F02A}"/>
                  </a:ext>
                </a:extLst>
              </p:cNvPr>
              <p:cNvSpPr>
                <a:spLocks noChangeArrowheads="1"/>
              </p:cNvSpPr>
              <p:nvPr/>
            </p:nvSpPr>
            <p:spPr bwMode="auto">
              <a:xfrm>
                <a:off x="5232" y="1235"/>
                <a:ext cx="138" cy="35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328" name="Group 30">
              <a:extLst>
                <a:ext uri="{FF2B5EF4-FFF2-40B4-BE49-F238E27FC236}">
                  <a16:creationId xmlns:a16="http://schemas.microsoft.com/office/drawing/2014/main" id="{12D4790F-40A3-F448-AC4E-CCA0878BDC2A}"/>
                </a:ext>
              </a:extLst>
            </p:cNvPr>
            <p:cNvGrpSpPr>
              <a:grpSpLocks/>
            </p:cNvGrpSpPr>
            <p:nvPr/>
          </p:nvGrpSpPr>
          <p:grpSpPr bwMode="auto">
            <a:xfrm>
              <a:off x="2613" y="2570"/>
              <a:ext cx="2634" cy="416"/>
              <a:chOff x="3006" y="1205"/>
              <a:chExt cx="2634" cy="416"/>
            </a:xfrm>
          </p:grpSpPr>
          <p:sp>
            <p:nvSpPr>
              <p:cNvPr id="347" name="Rectangle 32">
                <a:extLst>
                  <a:ext uri="{FF2B5EF4-FFF2-40B4-BE49-F238E27FC236}">
                    <a16:creationId xmlns:a16="http://schemas.microsoft.com/office/drawing/2014/main" id="{B15FF11D-8509-0040-A294-9AF84579D9EB}"/>
                  </a:ext>
                </a:extLst>
              </p:cNvPr>
              <p:cNvSpPr>
                <a:spLocks noChangeArrowheads="1"/>
              </p:cNvSpPr>
              <p:nvPr/>
            </p:nvSpPr>
            <p:spPr bwMode="auto">
              <a:xfrm>
                <a:off x="3006" y="1242"/>
                <a:ext cx="2634" cy="342"/>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8" name="Text Box 33">
                <a:extLst>
                  <a:ext uri="{FF2B5EF4-FFF2-40B4-BE49-F238E27FC236}">
                    <a16:creationId xmlns:a16="http://schemas.microsoft.com/office/drawing/2014/main" id="{A66E9104-5A4E-5346-95BA-D285C3BBB0E6}"/>
                  </a:ext>
                </a:extLst>
              </p:cNvPr>
              <p:cNvSpPr txBox="1">
                <a:spLocks noChangeArrowheads="1"/>
              </p:cNvSpPr>
              <p:nvPr/>
            </p:nvSpPr>
            <p:spPr bwMode="auto">
              <a:xfrm>
                <a:off x="3734" y="1205"/>
                <a:ext cx="2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ID</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=x</a:t>
                </a:r>
              </a:p>
            </p:txBody>
          </p:sp>
          <p:sp>
            <p:nvSpPr>
              <p:cNvPr id="349" name="Text Box 34">
                <a:extLst>
                  <a:ext uri="{FF2B5EF4-FFF2-40B4-BE49-F238E27FC236}">
                    <a16:creationId xmlns:a16="http://schemas.microsoft.com/office/drawing/2014/main" id="{C829564F-0014-D242-8FB2-98781565F51B}"/>
                  </a:ext>
                </a:extLst>
              </p:cNvPr>
              <p:cNvSpPr txBox="1">
                <a:spLocks noChangeArrowheads="1"/>
              </p:cNvSpPr>
              <p:nvPr/>
            </p:nvSpPr>
            <p:spPr bwMode="auto">
              <a:xfrm>
                <a:off x="4648" y="1217"/>
                <a:ext cx="46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offset</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=185</a:t>
                </a:r>
              </a:p>
            </p:txBody>
          </p:sp>
          <p:sp>
            <p:nvSpPr>
              <p:cNvPr id="350" name="Text Box 35">
                <a:extLst>
                  <a:ext uri="{FF2B5EF4-FFF2-40B4-BE49-F238E27FC236}">
                    <a16:creationId xmlns:a16="http://schemas.microsoft.com/office/drawing/2014/main" id="{56158AC2-5A04-404E-A171-6A6805AB8CEA}"/>
                  </a:ext>
                </a:extLst>
              </p:cNvPr>
              <p:cNvSpPr txBox="1">
                <a:spLocks noChangeArrowheads="1"/>
              </p:cNvSpPr>
              <p:nvPr/>
            </p:nvSpPr>
            <p:spPr bwMode="auto">
              <a:xfrm>
                <a:off x="4017" y="1217"/>
                <a:ext cx="59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fragflag</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=1</a:t>
                </a:r>
              </a:p>
            </p:txBody>
          </p:sp>
          <p:sp>
            <p:nvSpPr>
              <p:cNvPr id="351" name="Text Box 36">
                <a:extLst>
                  <a:ext uri="{FF2B5EF4-FFF2-40B4-BE49-F238E27FC236}">
                    <a16:creationId xmlns:a16="http://schemas.microsoft.com/office/drawing/2014/main" id="{55166D62-F49D-B749-90C6-8147DE90AFC0}"/>
                  </a:ext>
                </a:extLst>
              </p:cNvPr>
              <p:cNvSpPr txBox="1">
                <a:spLocks noChangeArrowheads="1"/>
              </p:cNvSpPr>
              <p:nvPr/>
            </p:nvSpPr>
            <p:spPr bwMode="auto">
              <a:xfrm>
                <a:off x="3230" y="1205"/>
                <a:ext cx="52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length</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=1500</a:t>
                </a:r>
              </a:p>
            </p:txBody>
          </p:sp>
          <p:sp>
            <p:nvSpPr>
              <p:cNvPr id="352" name="Line 37">
                <a:extLst>
                  <a:ext uri="{FF2B5EF4-FFF2-40B4-BE49-F238E27FC236}">
                    <a16:creationId xmlns:a16="http://schemas.microsoft.com/office/drawing/2014/main" id="{F0A3D74F-264C-0349-9215-E7CBB0759379}"/>
                  </a:ext>
                </a:extLst>
              </p:cNvPr>
              <p:cNvSpPr>
                <a:spLocks noChangeShapeType="1"/>
              </p:cNvSpPr>
              <p:nvPr/>
            </p:nvSpPr>
            <p:spPr bwMode="auto">
              <a:xfrm>
                <a:off x="3246"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3" name="Line 38">
                <a:extLst>
                  <a:ext uri="{FF2B5EF4-FFF2-40B4-BE49-F238E27FC236}">
                    <a16:creationId xmlns:a16="http://schemas.microsoft.com/office/drawing/2014/main" id="{5AA0C3A5-CE52-3240-95A8-CBCE0710E187}"/>
                  </a:ext>
                </a:extLst>
              </p:cNvPr>
              <p:cNvSpPr>
                <a:spLocks noChangeShapeType="1"/>
              </p:cNvSpPr>
              <p:nvPr/>
            </p:nvSpPr>
            <p:spPr bwMode="auto">
              <a:xfrm>
                <a:off x="3750"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4" name="Line 39">
                <a:extLst>
                  <a:ext uri="{FF2B5EF4-FFF2-40B4-BE49-F238E27FC236}">
                    <a16:creationId xmlns:a16="http://schemas.microsoft.com/office/drawing/2014/main" id="{D8790347-989D-7242-9FFA-97B539C96E5B}"/>
                  </a:ext>
                </a:extLst>
              </p:cNvPr>
              <p:cNvSpPr>
                <a:spLocks noChangeShapeType="1"/>
              </p:cNvSpPr>
              <p:nvPr/>
            </p:nvSpPr>
            <p:spPr bwMode="auto">
              <a:xfrm>
                <a:off x="4020" y="1254"/>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5" name="Line 40">
                <a:extLst>
                  <a:ext uri="{FF2B5EF4-FFF2-40B4-BE49-F238E27FC236}">
                    <a16:creationId xmlns:a16="http://schemas.microsoft.com/office/drawing/2014/main" id="{C59C4051-FB9E-0C4D-AB29-CE5F0F328BD0}"/>
                  </a:ext>
                </a:extLst>
              </p:cNvPr>
              <p:cNvSpPr>
                <a:spLocks noChangeShapeType="1"/>
              </p:cNvSpPr>
              <p:nvPr/>
            </p:nvSpPr>
            <p:spPr bwMode="auto">
              <a:xfrm>
                <a:off x="4638"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6" name="Line 41">
                <a:extLst>
                  <a:ext uri="{FF2B5EF4-FFF2-40B4-BE49-F238E27FC236}">
                    <a16:creationId xmlns:a16="http://schemas.microsoft.com/office/drawing/2014/main" id="{6D9DC6D6-4088-434D-AFD2-EBAB166C6FAD}"/>
                  </a:ext>
                </a:extLst>
              </p:cNvPr>
              <p:cNvSpPr>
                <a:spLocks noChangeShapeType="1"/>
              </p:cNvSpPr>
              <p:nvPr/>
            </p:nvSpPr>
            <p:spPr bwMode="auto">
              <a:xfrm>
                <a:off x="5112"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7" name="Rectangle 42">
                <a:extLst>
                  <a:ext uri="{FF2B5EF4-FFF2-40B4-BE49-F238E27FC236}">
                    <a16:creationId xmlns:a16="http://schemas.microsoft.com/office/drawing/2014/main" id="{EA1C70D4-47D8-594E-8539-612492CA926B}"/>
                  </a:ext>
                </a:extLst>
              </p:cNvPr>
              <p:cNvSpPr>
                <a:spLocks noChangeArrowheads="1"/>
              </p:cNvSpPr>
              <p:nvPr/>
            </p:nvSpPr>
            <p:spPr bwMode="auto">
              <a:xfrm>
                <a:off x="5232" y="1235"/>
                <a:ext cx="138" cy="35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329" name="Group 43">
              <a:extLst>
                <a:ext uri="{FF2B5EF4-FFF2-40B4-BE49-F238E27FC236}">
                  <a16:creationId xmlns:a16="http://schemas.microsoft.com/office/drawing/2014/main" id="{E59F1A1E-ADC4-E248-8812-9B1455B8027C}"/>
                </a:ext>
              </a:extLst>
            </p:cNvPr>
            <p:cNvGrpSpPr>
              <a:grpSpLocks/>
            </p:cNvGrpSpPr>
            <p:nvPr/>
          </p:nvGrpSpPr>
          <p:grpSpPr bwMode="auto">
            <a:xfrm>
              <a:off x="2607" y="3092"/>
              <a:ext cx="2634" cy="449"/>
              <a:chOff x="3006" y="1205"/>
              <a:chExt cx="2634" cy="449"/>
            </a:xfrm>
          </p:grpSpPr>
          <p:sp>
            <p:nvSpPr>
              <p:cNvPr id="335" name="Rectangle 45">
                <a:extLst>
                  <a:ext uri="{FF2B5EF4-FFF2-40B4-BE49-F238E27FC236}">
                    <a16:creationId xmlns:a16="http://schemas.microsoft.com/office/drawing/2014/main" id="{FE70DE84-8AAA-8846-A748-B1E64C2FE0D8}"/>
                  </a:ext>
                </a:extLst>
              </p:cNvPr>
              <p:cNvSpPr>
                <a:spLocks noChangeArrowheads="1"/>
              </p:cNvSpPr>
              <p:nvPr/>
            </p:nvSpPr>
            <p:spPr bwMode="auto">
              <a:xfrm>
                <a:off x="3006" y="1242"/>
                <a:ext cx="2634" cy="342"/>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36" name="Text Box 46">
                <a:extLst>
                  <a:ext uri="{FF2B5EF4-FFF2-40B4-BE49-F238E27FC236}">
                    <a16:creationId xmlns:a16="http://schemas.microsoft.com/office/drawing/2014/main" id="{C5A8CE00-0167-BE4B-B09C-F6086D864021}"/>
                  </a:ext>
                </a:extLst>
              </p:cNvPr>
              <p:cNvSpPr txBox="1">
                <a:spLocks noChangeArrowheads="1"/>
              </p:cNvSpPr>
              <p:nvPr/>
            </p:nvSpPr>
            <p:spPr bwMode="auto">
              <a:xfrm>
                <a:off x="3734" y="1205"/>
                <a:ext cx="2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ID</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=x</a:t>
                </a:r>
              </a:p>
            </p:txBody>
          </p:sp>
          <p:sp>
            <p:nvSpPr>
              <p:cNvPr id="337" name="Text Box 47">
                <a:extLst>
                  <a:ext uri="{FF2B5EF4-FFF2-40B4-BE49-F238E27FC236}">
                    <a16:creationId xmlns:a16="http://schemas.microsoft.com/office/drawing/2014/main" id="{2F9C9AB8-33A0-134C-ACB9-56E71BD85D19}"/>
                  </a:ext>
                </a:extLst>
              </p:cNvPr>
              <p:cNvSpPr txBox="1">
                <a:spLocks noChangeArrowheads="1"/>
              </p:cNvSpPr>
              <p:nvPr/>
            </p:nvSpPr>
            <p:spPr bwMode="auto">
              <a:xfrm>
                <a:off x="4648" y="1217"/>
                <a:ext cx="46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offset</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=370</a:t>
                </a:r>
              </a:p>
            </p:txBody>
          </p:sp>
          <p:sp>
            <p:nvSpPr>
              <p:cNvPr id="338" name="Text Box 48">
                <a:extLst>
                  <a:ext uri="{FF2B5EF4-FFF2-40B4-BE49-F238E27FC236}">
                    <a16:creationId xmlns:a16="http://schemas.microsoft.com/office/drawing/2014/main" id="{8AC2C926-77A5-E44A-9659-1F2EB67DE78E}"/>
                  </a:ext>
                </a:extLst>
              </p:cNvPr>
              <p:cNvSpPr txBox="1">
                <a:spLocks noChangeArrowheads="1"/>
              </p:cNvSpPr>
              <p:nvPr/>
            </p:nvSpPr>
            <p:spPr bwMode="auto">
              <a:xfrm>
                <a:off x="4017" y="1217"/>
                <a:ext cx="59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fragflag</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=0</a:t>
                </a:r>
              </a:p>
            </p:txBody>
          </p:sp>
          <p:sp>
            <p:nvSpPr>
              <p:cNvPr id="339" name="Text Box 49">
                <a:extLst>
                  <a:ext uri="{FF2B5EF4-FFF2-40B4-BE49-F238E27FC236}">
                    <a16:creationId xmlns:a16="http://schemas.microsoft.com/office/drawing/2014/main" id="{ADD7C64B-1398-EC48-B74F-E620C62A8043}"/>
                  </a:ext>
                </a:extLst>
              </p:cNvPr>
              <p:cNvSpPr txBox="1">
                <a:spLocks noChangeArrowheads="1"/>
              </p:cNvSpPr>
              <p:nvPr/>
            </p:nvSpPr>
            <p:spPr bwMode="auto">
              <a:xfrm>
                <a:off x="3230" y="1205"/>
                <a:ext cx="52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length</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=1040</a:t>
                </a:r>
              </a:p>
            </p:txBody>
          </p:sp>
          <p:sp>
            <p:nvSpPr>
              <p:cNvPr id="340" name="Line 50">
                <a:extLst>
                  <a:ext uri="{FF2B5EF4-FFF2-40B4-BE49-F238E27FC236}">
                    <a16:creationId xmlns:a16="http://schemas.microsoft.com/office/drawing/2014/main" id="{09587459-A6B0-654D-86D7-6663EE218741}"/>
                  </a:ext>
                </a:extLst>
              </p:cNvPr>
              <p:cNvSpPr>
                <a:spLocks noChangeShapeType="1"/>
              </p:cNvSpPr>
              <p:nvPr/>
            </p:nvSpPr>
            <p:spPr bwMode="auto">
              <a:xfrm>
                <a:off x="3246"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1" name="Line 51">
                <a:extLst>
                  <a:ext uri="{FF2B5EF4-FFF2-40B4-BE49-F238E27FC236}">
                    <a16:creationId xmlns:a16="http://schemas.microsoft.com/office/drawing/2014/main" id="{A748B13E-8E8C-B14E-B15A-9350C3AC6353}"/>
                  </a:ext>
                </a:extLst>
              </p:cNvPr>
              <p:cNvSpPr>
                <a:spLocks noChangeShapeType="1"/>
              </p:cNvSpPr>
              <p:nvPr/>
            </p:nvSpPr>
            <p:spPr bwMode="auto">
              <a:xfrm>
                <a:off x="3750"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2" name="Line 52">
                <a:extLst>
                  <a:ext uri="{FF2B5EF4-FFF2-40B4-BE49-F238E27FC236}">
                    <a16:creationId xmlns:a16="http://schemas.microsoft.com/office/drawing/2014/main" id="{F81A466B-6D5C-054A-A2E0-43656AB99502}"/>
                  </a:ext>
                </a:extLst>
              </p:cNvPr>
              <p:cNvSpPr>
                <a:spLocks noChangeShapeType="1"/>
              </p:cNvSpPr>
              <p:nvPr/>
            </p:nvSpPr>
            <p:spPr bwMode="auto">
              <a:xfrm>
                <a:off x="4020" y="1254"/>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3" name="Line 53">
                <a:extLst>
                  <a:ext uri="{FF2B5EF4-FFF2-40B4-BE49-F238E27FC236}">
                    <a16:creationId xmlns:a16="http://schemas.microsoft.com/office/drawing/2014/main" id="{EBFE2F82-A061-6C46-8ED4-FC63BE95BA95}"/>
                  </a:ext>
                </a:extLst>
              </p:cNvPr>
              <p:cNvSpPr>
                <a:spLocks noChangeShapeType="1"/>
              </p:cNvSpPr>
              <p:nvPr/>
            </p:nvSpPr>
            <p:spPr bwMode="auto">
              <a:xfrm>
                <a:off x="4638"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4" name="Line 54">
                <a:extLst>
                  <a:ext uri="{FF2B5EF4-FFF2-40B4-BE49-F238E27FC236}">
                    <a16:creationId xmlns:a16="http://schemas.microsoft.com/office/drawing/2014/main" id="{4B359F6B-C938-394C-B6D1-60315BA57735}"/>
                  </a:ext>
                </a:extLst>
              </p:cNvPr>
              <p:cNvSpPr>
                <a:spLocks noChangeShapeType="1"/>
              </p:cNvSpPr>
              <p:nvPr/>
            </p:nvSpPr>
            <p:spPr bwMode="auto">
              <a:xfrm>
                <a:off x="5112"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5" name="Rectangle 55">
                <a:extLst>
                  <a:ext uri="{FF2B5EF4-FFF2-40B4-BE49-F238E27FC236}">
                    <a16:creationId xmlns:a16="http://schemas.microsoft.com/office/drawing/2014/main" id="{E131EC63-108A-D34A-B1BB-22245EF5D502}"/>
                  </a:ext>
                </a:extLst>
              </p:cNvPr>
              <p:cNvSpPr>
                <a:spLocks noChangeArrowheads="1"/>
              </p:cNvSpPr>
              <p:nvPr/>
            </p:nvSpPr>
            <p:spPr bwMode="auto">
              <a:xfrm>
                <a:off x="5224" y="1235"/>
                <a:ext cx="146" cy="419"/>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330" name="Freeform 56">
              <a:extLst>
                <a:ext uri="{FF2B5EF4-FFF2-40B4-BE49-F238E27FC236}">
                  <a16:creationId xmlns:a16="http://schemas.microsoft.com/office/drawing/2014/main" id="{2EC91758-FB97-144D-8BEA-A0ABA3C63BF1}"/>
                </a:ext>
              </a:extLst>
            </p:cNvPr>
            <p:cNvSpPr>
              <a:spLocks/>
            </p:cNvSpPr>
            <p:nvPr/>
          </p:nvSpPr>
          <p:spPr bwMode="auto">
            <a:xfrm>
              <a:off x="2337" y="1443"/>
              <a:ext cx="210" cy="1362"/>
            </a:xfrm>
            <a:custGeom>
              <a:avLst/>
              <a:gdLst>
                <a:gd name="T0" fmla="*/ 0 w 210"/>
                <a:gd name="T1" fmla="*/ 0 h 1362"/>
                <a:gd name="T2" fmla="*/ 0 w 210"/>
                <a:gd name="T3" fmla="*/ 1362 h 1362"/>
                <a:gd name="T4" fmla="*/ 210 w 210"/>
                <a:gd name="T5" fmla="*/ 858 h 1362"/>
                <a:gd name="T6" fmla="*/ 0 60000 65536"/>
                <a:gd name="T7" fmla="*/ 0 60000 65536"/>
                <a:gd name="T8" fmla="*/ 0 60000 65536"/>
                <a:gd name="T9" fmla="*/ 0 w 210"/>
                <a:gd name="T10" fmla="*/ 0 h 1362"/>
                <a:gd name="T11" fmla="*/ 210 w 210"/>
                <a:gd name="T12" fmla="*/ 1362 h 1362"/>
              </a:gdLst>
              <a:ahLst/>
              <a:cxnLst>
                <a:cxn ang="T6">
                  <a:pos x="T0" y="T1"/>
                </a:cxn>
                <a:cxn ang="T7">
                  <a:pos x="T2" y="T3"/>
                </a:cxn>
                <a:cxn ang="T8">
                  <a:pos x="T4" y="T5"/>
                </a:cxn>
              </a:cxnLst>
              <a:rect l="T9" t="T10" r="T11" b="T12"/>
              <a:pathLst>
                <a:path w="210" h="1362">
                  <a:moveTo>
                    <a:pt x="0" y="0"/>
                  </a:moveTo>
                  <a:lnTo>
                    <a:pt x="0" y="1362"/>
                  </a:lnTo>
                  <a:lnTo>
                    <a:pt x="210" y="858"/>
                  </a:lnTo>
                </a:path>
              </a:pathLst>
            </a:custGeom>
            <a:noFill/>
            <a:ln w="19050" cap="flat" cmpd="sng">
              <a:solidFill>
                <a:srgbClr val="CC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31" name="Line 57">
              <a:extLst>
                <a:ext uri="{FF2B5EF4-FFF2-40B4-BE49-F238E27FC236}">
                  <a16:creationId xmlns:a16="http://schemas.microsoft.com/office/drawing/2014/main" id="{6E81C240-B39C-2B41-9279-E1C7F3FABC1E}"/>
                </a:ext>
              </a:extLst>
            </p:cNvPr>
            <p:cNvSpPr>
              <a:spLocks noChangeShapeType="1"/>
            </p:cNvSpPr>
            <p:nvPr/>
          </p:nvSpPr>
          <p:spPr bwMode="auto">
            <a:xfrm>
              <a:off x="2337" y="2787"/>
              <a:ext cx="228" cy="0"/>
            </a:xfrm>
            <a:prstGeom prst="line">
              <a:avLst/>
            </a:prstGeom>
            <a:noFill/>
            <a:ln w="1905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32" name="Line 58">
              <a:extLst>
                <a:ext uri="{FF2B5EF4-FFF2-40B4-BE49-F238E27FC236}">
                  <a16:creationId xmlns:a16="http://schemas.microsoft.com/office/drawing/2014/main" id="{67594024-6154-584C-8F5A-3493BB49D6CD}"/>
                </a:ext>
              </a:extLst>
            </p:cNvPr>
            <p:cNvSpPr>
              <a:spLocks noChangeShapeType="1"/>
            </p:cNvSpPr>
            <p:nvPr/>
          </p:nvSpPr>
          <p:spPr bwMode="auto">
            <a:xfrm>
              <a:off x="2343" y="2793"/>
              <a:ext cx="210" cy="498"/>
            </a:xfrm>
            <a:prstGeom prst="line">
              <a:avLst/>
            </a:prstGeom>
            <a:noFill/>
            <a:ln w="1905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33" name="Text Box 59">
              <a:extLst>
                <a:ext uri="{FF2B5EF4-FFF2-40B4-BE49-F238E27FC236}">
                  <a16:creationId xmlns:a16="http://schemas.microsoft.com/office/drawing/2014/main" id="{71F7F398-43FB-B84F-9D41-7BBF5DC4119F}"/>
                </a:ext>
              </a:extLst>
            </p:cNvPr>
            <p:cNvSpPr txBox="1">
              <a:spLocks noChangeArrowheads="1"/>
            </p:cNvSpPr>
            <p:nvPr/>
          </p:nvSpPr>
          <p:spPr bwMode="auto">
            <a:xfrm>
              <a:off x="2321" y="1490"/>
              <a:ext cx="198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rPr>
                <a:t>one large datagram becomes</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rPr>
                <a:t>several smaller datagrams</a:t>
              </a:r>
            </a:p>
          </p:txBody>
        </p:sp>
      </p:grpSp>
      <p:sp>
        <p:nvSpPr>
          <p:cNvPr id="370" name="Rectangle 60">
            <a:extLst>
              <a:ext uri="{FF2B5EF4-FFF2-40B4-BE49-F238E27FC236}">
                <a16:creationId xmlns:a16="http://schemas.microsoft.com/office/drawing/2014/main" id="{591C6D9B-A3D7-8144-8B0B-BBF79011C2D7}"/>
              </a:ext>
            </a:extLst>
          </p:cNvPr>
          <p:cNvSpPr>
            <a:spLocks noChangeArrowheads="1"/>
          </p:cNvSpPr>
          <p:nvPr/>
        </p:nvSpPr>
        <p:spPr bwMode="auto">
          <a:xfrm>
            <a:off x="734518" y="1472029"/>
            <a:ext cx="3806877" cy="1677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0" fontAlgn="base" hangingPunct="0">
              <a:lnSpc>
                <a:spcPct val="85000"/>
              </a:lnSpc>
              <a:spcBef>
                <a:spcPct val="20000"/>
              </a:spcBef>
              <a:spcAft>
                <a:spcPct val="0"/>
              </a:spcAft>
              <a:buClr>
                <a:srgbClr val="000099"/>
              </a:buClr>
              <a:buSzPct val="65000"/>
              <a:buFont typeface="Wingdings" pitchFamily="2" charset="2"/>
              <a:buNone/>
            </a:pPr>
            <a:r>
              <a:rPr lang="en-US" altLang="en-US" sz="3200" dirty="0">
                <a:solidFill>
                  <a:srgbClr val="0000A3"/>
                </a:solidFill>
                <a:latin typeface="+mn-lt"/>
              </a:rPr>
              <a:t>example:</a:t>
            </a:r>
          </a:p>
          <a:p>
            <a:pPr marL="403225" indent="-284163" eaLnBrk="0" fontAlgn="base" hangingPunct="0">
              <a:lnSpc>
                <a:spcPct val="85000"/>
              </a:lnSpc>
              <a:spcBef>
                <a:spcPct val="20000"/>
              </a:spcBef>
              <a:spcAft>
                <a:spcPct val="0"/>
              </a:spcAft>
              <a:buClr>
                <a:srgbClr val="000099"/>
              </a:buClr>
              <a:buSzPct val="100000"/>
              <a:buFont typeface="Wingdings" pitchFamily="2" charset="2"/>
              <a:buChar char="§"/>
            </a:pPr>
            <a:r>
              <a:rPr lang="en-US" altLang="en-US" dirty="0">
                <a:solidFill>
                  <a:srgbClr val="000000"/>
                </a:solidFill>
                <a:latin typeface="+mn-lt"/>
              </a:rPr>
              <a:t>4000 byte datagram</a:t>
            </a:r>
          </a:p>
          <a:p>
            <a:pPr marL="403225" indent="-284163" eaLnBrk="0" fontAlgn="base" hangingPunct="0">
              <a:lnSpc>
                <a:spcPct val="85000"/>
              </a:lnSpc>
              <a:spcBef>
                <a:spcPct val="20000"/>
              </a:spcBef>
              <a:spcAft>
                <a:spcPct val="0"/>
              </a:spcAft>
              <a:buClr>
                <a:srgbClr val="000099"/>
              </a:buClr>
              <a:buSzPct val="100000"/>
              <a:buFont typeface="Wingdings" pitchFamily="2" charset="2"/>
              <a:buChar char="§"/>
            </a:pPr>
            <a:r>
              <a:rPr lang="en-US" altLang="en-US" dirty="0">
                <a:solidFill>
                  <a:srgbClr val="000000"/>
                </a:solidFill>
                <a:latin typeface="+mn-lt"/>
              </a:rPr>
              <a:t>MTU = 1500 bytes</a:t>
            </a:r>
          </a:p>
          <a:p>
            <a:pPr eaLnBrk="0" fontAlgn="base" hangingPunct="0">
              <a:lnSpc>
                <a:spcPct val="85000"/>
              </a:lnSpc>
              <a:spcBef>
                <a:spcPct val="20000"/>
              </a:spcBef>
              <a:spcAft>
                <a:spcPct val="0"/>
              </a:spcAft>
              <a:buClr>
                <a:srgbClr val="000099"/>
              </a:buClr>
              <a:buSzPct val="65000"/>
              <a:buFont typeface="Wingdings" pitchFamily="2" charset="2"/>
              <a:buChar char="v"/>
            </a:pPr>
            <a:endParaRPr lang="en-US" altLang="en-US" sz="2000" dirty="0">
              <a:solidFill>
                <a:srgbClr val="000000"/>
              </a:solidFill>
              <a:latin typeface="Gill Sans MT" panose="020B0502020104020203" pitchFamily="34" charset="77"/>
            </a:endParaRPr>
          </a:p>
        </p:txBody>
      </p:sp>
      <p:sp>
        <p:nvSpPr>
          <p:cNvPr id="371" name="Text Box 61">
            <a:extLst>
              <a:ext uri="{FF2B5EF4-FFF2-40B4-BE49-F238E27FC236}">
                <a16:creationId xmlns:a16="http://schemas.microsoft.com/office/drawing/2014/main" id="{4864CDD5-A640-E645-9288-94B039FE5FB0}"/>
              </a:ext>
            </a:extLst>
          </p:cNvPr>
          <p:cNvSpPr txBox="1">
            <a:spLocks noChangeArrowheads="1"/>
          </p:cNvSpPr>
          <p:nvPr/>
        </p:nvSpPr>
        <p:spPr bwMode="auto">
          <a:xfrm>
            <a:off x="2437073" y="3238500"/>
            <a:ext cx="16065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1480 bytes in </a:t>
            </a:r>
            <a:b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b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data field</a:t>
            </a:r>
          </a:p>
        </p:txBody>
      </p:sp>
      <p:sp>
        <p:nvSpPr>
          <p:cNvPr id="372" name="Text Box 63">
            <a:extLst>
              <a:ext uri="{FF2B5EF4-FFF2-40B4-BE49-F238E27FC236}">
                <a16:creationId xmlns:a16="http://schemas.microsoft.com/office/drawing/2014/main" id="{F928EBD8-9012-7445-80D5-176216DFF785}"/>
              </a:ext>
            </a:extLst>
          </p:cNvPr>
          <p:cNvSpPr txBox="1">
            <a:spLocks noChangeArrowheads="1"/>
          </p:cNvSpPr>
          <p:nvPr/>
        </p:nvSpPr>
        <p:spPr bwMode="auto">
          <a:xfrm>
            <a:off x="2899035" y="4071938"/>
            <a:ext cx="9461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offset =</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1480/8 </a:t>
            </a:r>
          </a:p>
        </p:txBody>
      </p:sp>
      <p:sp>
        <p:nvSpPr>
          <p:cNvPr id="373" name="Line 68">
            <a:extLst>
              <a:ext uri="{FF2B5EF4-FFF2-40B4-BE49-F238E27FC236}">
                <a16:creationId xmlns:a16="http://schemas.microsoft.com/office/drawing/2014/main" id="{240D0E08-9FFF-2443-ADE9-50E4631ABC82}"/>
              </a:ext>
            </a:extLst>
          </p:cNvPr>
          <p:cNvSpPr>
            <a:spLocks noChangeShapeType="1"/>
          </p:cNvSpPr>
          <p:nvPr/>
        </p:nvSpPr>
        <p:spPr bwMode="auto">
          <a:xfrm>
            <a:off x="3380048" y="3590925"/>
            <a:ext cx="261937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74" name="Line 69">
            <a:extLst>
              <a:ext uri="{FF2B5EF4-FFF2-40B4-BE49-F238E27FC236}">
                <a16:creationId xmlns:a16="http://schemas.microsoft.com/office/drawing/2014/main" id="{19E2D7CF-6181-8C44-85E4-8D1A97979FFE}"/>
              </a:ext>
            </a:extLst>
          </p:cNvPr>
          <p:cNvSpPr>
            <a:spLocks noChangeShapeType="1"/>
          </p:cNvSpPr>
          <p:nvPr/>
        </p:nvSpPr>
        <p:spPr bwMode="auto">
          <a:xfrm flipH="1">
            <a:off x="3713423" y="4394200"/>
            <a:ext cx="467201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Tree>
    <p:extLst>
      <p:ext uri="{BB962C8B-B14F-4D97-AF65-F5344CB8AC3E}">
        <p14:creationId xmlns:p14="http://schemas.microsoft.com/office/powerpoint/2010/main" val="26400664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286"/>
                                        </p:tgtEl>
                                        <p:attrNameLst>
                                          <p:attrName>style.visibility</p:attrName>
                                        </p:attrNameLst>
                                      </p:cBhvr>
                                      <p:to>
                                        <p:strVal val="visible"/>
                                      </p:to>
                                    </p:set>
                                    <p:animEffect transition="in" filter="wipe(up)">
                                      <p:cBhvr>
                                        <p:cTn id="7" dur="1000"/>
                                        <p:tgtEl>
                                          <p:spTgt spid="28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71"/>
                                        </p:tgtEl>
                                        <p:attrNameLst>
                                          <p:attrName>style.visibility</p:attrName>
                                        </p:attrNameLst>
                                      </p:cBhvr>
                                      <p:to>
                                        <p:strVal val="visible"/>
                                      </p:to>
                                    </p:set>
                                    <p:animEffect transition="in" filter="dissolve">
                                      <p:cBhvr>
                                        <p:cTn id="12" dur="500"/>
                                        <p:tgtEl>
                                          <p:spTgt spid="371"/>
                                        </p:tgtEl>
                                      </p:cBhvr>
                                    </p:animEffect>
                                  </p:childTnLst>
                                </p:cTn>
                              </p:par>
                              <p:par>
                                <p:cTn id="13" presetID="9" presetClass="entr" presetSubtype="0" fill="hold" nodeType="withEffect">
                                  <p:stCondLst>
                                    <p:cond delay="0"/>
                                  </p:stCondLst>
                                  <p:childTnLst>
                                    <p:set>
                                      <p:cBhvr>
                                        <p:cTn id="14" dur="1" fill="hold">
                                          <p:stCondLst>
                                            <p:cond delay="0"/>
                                          </p:stCondLst>
                                        </p:cTn>
                                        <p:tgtEl>
                                          <p:spTgt spid="373"/>
                                        </p:tgtEl>
                                        <p:attrNameLst>
                                          <p:attrName>style.visibility</p:attrName>
                                        </p:attrNameLst>
                                      </p:cBhvr>
                                      <p:to>
                                        <p:strVal val="visible"/>
                                      </p:to>
                                    </p:set>
                                    <p:animEffect transition="in" filter="dissolve">
                                      <p:cBhvr>
                                        <p:cTn id="15" dur="500"/>
                                        <p:tgtEl>
                                          <p:spTgt spid="373"/>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372"/>
                                        </p:tgtEl>
                                        <p:attrNameLst>
                                          <p:attrName>style.visibility</p:attrName>
                                        </p:attrNameLst>
                                      </p:cBhvr>
                                      <p:to>
                                        <p:strVal val="visible"/>
                                      </p:to>
                                    </p:set>
                                    <p:animEffect transition="in" filter="dissolve">
                                      <p:cBhvr>
                                        <p:cTn id="20" dur="500"/>
                                        <p:tgtEl>
                                          <p:spTgt spid="372"/>
                                        </p:tgtEl>
                                      </p:cBhvr>
                                    </p:animEffect>
                                  </p:childTnLst>
                                </p:cTn>
                              </p:par>
                              <p:par>
                                <p:cTn id="21" presetID="9" presetClass="entr" presetSubtype="0" fill="hold" nodeType="withEffect">
                                  <p:stCondLst>
                                    <p:cond delay="0"/>
                                  </p:stCondLst>
                                  <p:childTnLst>
                                    <p:set>
                                      <p:cBhvr>
                                        <p:cTn id="22" dur="1" fill="hold">
                                          <p:stCondLst>
                                            <p:cond delay="0"/>
                                          </p:stCondLst>
                                        </p:cTn>
                                        <p:tgtEl>
                                          <p:spTgt spid="374"/>
                                        </p:tgtEl>
                                        <p:attrNameLst>
                                          <p:attrName>style.visibility</p:attrName>
                                        </p:attrNameLst>
                                      </p:cBhvr>
                                      <p:to>
                                        <p:strVal val="visible"/>
                                      </p:to>
                                    </p:set>
                                    <p:animEffect transition="in" filter="dissolve">
                                      <p:cBhvr>
                                        <p:cTn id="23" dur="500"/>
                                        <p:tgtEl>
                                          <p:spTgt spid="3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1" grpId="0"/>
      <p:bldP spid="372" grpId="0"/>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872790" y="1409001"/>
            <a:ext cx="5557988" cy="4841896"/>
          </a:xfrm>
        </p:spPr>
        <p:txBody>
          <a:bodyPr>
            <a:normAutofit/>
          </a:bodyPr>
          <a:lstStyle/>
          <a:p>
            <a:pPr indent="-293688"/>
            <a:r>
              <a:rPr lang="en-US" altLang="en-US" sz="3200" dirty="0">
                <a:solidFill>
                  <a:srgbClr val="C00000"/>
                </a:solidFill>
                <a:ea typeface="ＭＳ Ｐゴシック" panose="020B0600070205080204" pitchFamily="34" charset="-128"/>
                <a:cs typeface="ＭＳ Ｐゴシック" panose="020B0600070205080204" pitchFamily="34" charset="-128"/>
              </a:rPr>
              <a:t>IP address:</a:t>
            </a:r>
            <a:r>
              <a:rPr lang="en-US" altLang="en-US" dirty="0">
                <a:solidFill>
                  <a:srgbClr val="C00000"/>
                </a:solidFill>
                <a:ea typeface="ＭＳ Ｐゴシック" panose="020B0600070205080204" pitchFamily="34" charset="-128"/>
                <a:cs typeface="ＭＳ Ｐゴシック" panose="020B0600070205080204" pitchFamily="34" charset="-128"/>
              </a:rPr>
              <a:t> </a:t>
            </a:r>
            <a:r>
              <a:rPr lang="en-US" altLang="en-US" dirty="0">
                <a:ea typeface="ＭＳ Ｐゴシック" panose="020B0600070205080204" pitchFamily="34" charset="-128"/>
                <a:cs typeface="ＭＳ Ｐゴシック" panose="020B0600070205080204" pitchFamily="34" charset="-128"/>
              </a:rPr>
              <a:t>32-bit identifier associated with each host or router </a:t>
            </a:r>
            <a:r>
              <a:rPr lang="en-US" altLang="en-US" i="1" dirty="0">
                <a:solidFill>
                  <a:srgbClr val="0000A3"/>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a:t>
            </a:r>
          </a:p>
          <a:p>
            <a:pPr indent="-293688"/>
            <a:r>
              <a:rPr lang="en-US" altLang="en-US" sz="3200" dirty="0">
                <a:solidFill>
                  <a:srgbClr val="CC0000"/>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connection between host/router and physical link</a:t>
            </a:r>
          </a:p>
          <a:p>
            <a:pPr marL="522288" lvl="1" indent="-298450"/>
            <a:r>
              <a:rPr lang="en-US" altLang="en-US" sz="2800" dirty="0">
                <a:ea typeface="ＭＳ Ｐゴシック" panose="020B0600070205080204" pitchFamily="34" charset="-128"/>
              </a:rPr>
              <a:t>router’</a:t>
            </a:r>
            <a:r>
              <a:rPr lang="en-US" altLang="ja-JP" sz="2800" dirty="0">
                <a:ea typeface="ＭＳ Ｐゴシック" panose="020B0600070205080204" pitchFamily="34" charset="-128"/>
              </a:rPr>
              <a:t>s typically have multiple interfaces</a:t>
            </a:r>
          </a:p>
          <a:p>
            <a:pPr marL="522288" lvl="1" indent="-298450"/>
            <a:r>
              <a:rPr lang="en-US" altLang="en-US" sz="2800" dirty="0">
                <a:ea typeface="ＭＳ Ｐゴシック" panose="020B0600070205080204" pitchFamily="34" charset="-128"/>
              </a:rPr>
              <a:t>host typically has one or two interfaces </a:t>
            </a:r>
            <a:r>
              <a:rPr lang="en-US" altLang="en-US" dirty="0">
                <a:ea typeface="ＭＳ Ｐゴシック" panose="020B0600070205080204" pitchFamily="34" charset="-128"/>
              </a:rPr>
              <a:t>(e.g., wired Ethernet, wireless 802.11)</a:t>
            </a:r>
          </a:p>
          <a:p>
            <a:pPr marL="298450" indent="0">
              <a:buNone/>
            </a:pPr>
            <a:endParaRPr lang="en-US" altLang="en-US" sz="3200" dirty="0">
              <a:ea typeface="ＭＳ Ｐゴシック" panose="020B0600070205080204" pitchFamily="34" charset="-128"/>
              <a:cs typeface="ＭＳ Ｐゴシック" panose="020B0600070205080204" pitchFamily="34" charset="-128"/>
            </a:endParaRP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addressing: introduction</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ED9023E0-376B-B146-94EA-438BC342A185}"/>
              </a:ext>
            </a:extLst>
          </p:cNvPr>
          <p:cNvGrpSpPr/>
          <p:nvPr/>
        </p:nvGrpSpPr>
        <p:grpSpPr>
          <a:xfrm>
            <a:off x="6858453" y="5763539"/>
            <a:ext cx="5043488" cy="947504"/>
            <a:chOff x="6727825" y="5192036"/>
            <a:chExt cx="5043488" cy="822325"/>
          </a:xfrm>
        </p:grpSpPr>
        <p:sp>
          <p:nvSpPr>
            <p:cNvPr id="96" name="Text Box 60">
              <a:extLst>
                <a:ext uri="{FF2B5EF4-FFF2-40B4-BE49-F238E27FC236}">
                  <a16:creationId xmlns:a16="http://schemas.microsoft.com/office/drawing/2014/main" id="{A066F6CC-B2A4-4A44-A6F3-7443C298B736}"/>
                </a:ext>
              </a:extLst>
            </p:cNvPr>
            <p:cNvSpPr txBox="1">
              <a:spLocks noChangeArrowheads="1"/>
            </p:cNvSpPr>
            <p:nvPr/>
          </p:nvSpPr>
          <p:spPr bwMode="auto">
            <a:xfrm>
              <a:off x="6727825" y="5192036"/>
              <a:ext cx="504348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 = 11011111 00000001 00000001 00000001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7" name="Freeform 61">
              <a:extLst>
                <a:ext uri="{FF2B5EF4-FFF2-40B4-BE49-F238E27FC236}">
                  <a16:creationId xmlns:a16="http://schemas.microsoft.com/office/drawing/2014/main" id="{9A73E928-E5EB-C34D-88B7-58A021715CD5}"/>
                </a:ext>
              </a:extLst>
            </p:cNvPr>
            <p:cNvSpPr>
              <a:spLocks/>
            </p:cNvSpPr>
            <p:nvPr/>
          </p:nvSpPr>
          <p:spPr bwMode="auto">
            <a:xfrm>
              <a:off x="7905750" y="5447623"/>
              <a:ext cx="892175" cy="92075"/>
            </a:xfrm>
            <a:custGeom>
              <a:avLst/>
              <a:gdLst>
                <a:gd name="T0" fmla="*/ 0 w 562"/>
                <a:gd name="T1" fmla="*/ 0 h 58"/>
                <a:gd name="T2" fmla="*/ 0 w 562"/>
                <a:gd name="T3" fmla="*/ 2147483647 h 58"/>
                <a:gd name="T4" fmla="*/ 2147483647 w 562"/>
                <a:gd name="T5" fmla="*/ 2147483647 h 58"/>
                <a:gd name="T6" fmla="*/ 2147483647 w 562"/>
                <a:gd name="T7" fmla="*/ 2147483647 h 58"/>
                <a:gd name="T8" fmla="*/ 0 60000 65536"/>
                <a:gd name="T9" fmla="*/ 0 60000 65536"/>
                <a:gd name="T10" fmla="*/ 0 60000 65536"/>
                <a:gd name="T11" fmla="*/ 0 60000 65536"/>
                <a:gd name="T12" fmla="*/ 0 w 562"/>
                <a:gd name="T13" fmla="*/ 0 h 58"/>
                <a:gd name="T14" fmla="*/ 562 w 562"/>
                <a:gd name="T15" fmla="*/ 58 h 58"/>
              </a:gdLst>
              <a:ahLst/>
              <a:cxnLst>
                <a:cxn ang="T8">
                  <a:pos x="T0" y="T1"/>
                </a:cxn>
                <a:cxn ang="T9">
                  <a:pos x="T2" y="T3"/>
                </a:cxn>
                <a:cxn ang="T10">
                  <a:pos x="T4" y="T5"/>
                </a:cxn>
                <a:cxn ang="T11">
                  <a:pos x="T6" y="T7"/>
                </a:cxn>
              </a:cxnLst>
              <a:rect l="T12" t="T13" r="T14" b="T15"/>
              <a:pathLst>
                <a:path w="562" h="58">
                  <a:moveTo>
                    <a:pt x="0" y="0"/>
                  </a:moveTo>
                  <a:lnTo>
                    <a:pt x="0" y="58"/>
                  </a:lnTo>
                  <a:lnTo>
                    <a:pt x="562" y="58"/>
                  </a:lnTo>
                  <a:lnTo>
                    <a:pt x="562" y="16"/>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Freeform 62">
              <a:extLst>
                <a:ext uri="{FF2B5EF4-FFF2-40B4-BE49-F238E27FC236}">
                  <a16:creationId xmlns:a16="http://schemas.microsoft.com/office/drawing/2014/main" id="{6E3CCDCB-8017-6145-9139-4CD2DE6C43D8}"/>
                </a:ext>
              </a:extLst>
            </p:cNvPr>
            <p:cNvSpPr>
              <a:spLocks/>
            </p:cNvSpPr>
            <p:nvPr/>
          </p:nvSpPr>
          <p:spPr bwMode="auto">
            <a:xfrm>
              <a:off x="8867775" y="5466673"/>
              <a:ext cx="892175"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9" name="Freeform 63">
              <a:extLst>
                <a:ext uri="{FF2B5EF4-FFF2-40B4-BE49-F238E27FC236}">
                  <a16:creationId xmlns:a16="http://schemas.microsoft.com/office/drawing/2014/main" id="{4CAD5E46-231E-D24C-B38B-034B68E2C4E8}"/>
                </a:ext>
              </a:extLst>
            </p:cNvPr>
            <p:cNvSpPr>
              <a:spLocks/>
            </p:cNvSpPr>
            <p:nvPr/>
          </p:nvSpPr>
          <p:spPr bwMode="auto">
            <a:xfrm>
              <a:off x="9832975" y="5469848"/>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Freeform 64">
              <a:extLst>
                <a:ext uri="{FF2B5EF4-FFF2-40B4-BE49-F238E27FC236}">
                  <a16:creationId xmlns:a16="http://schemas.microsoft.com/office/drawing/2014/main" id="{B6CE1C10-59DE-0245-A89C-98BE0ADABA44}"/>
                </a:ext>
              </a:extLst>
            </p:cNvPr>
            <p:cNvSpPr>
              <a:spLocks/>
            </p:cNvSpPr>
            <p:nvPr/>
          </p:nvSpPr>
          <p:spPr bwMode="auto">
            <a:xfrm>
              <a:off x="10798175" y="5473023"/>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Text Box 65">
              <a:extLst>
                <a:ext uri="{FF2B5EF4-FFF2-40B4-BE49-F238E27FC236}">
                  <a16:creationId xmlns:a16="http://schemas.microsoft.com/office/drawing/2014/main" id="{D8583DB0-93E6-B34D-8D84-B23CC6B141FF}"/>
                </a:ext>
              </a:extLst>
            </p:cNvPr>
            <p:cNvSpPr txBox="1">
              <a:spLocks noChangeArrowheads="1"/>
            </p:cNvSpPr>
            <p:nvPr/>
          </p:nvSpPr>
          <p:spPr bwMode="auto">
            <a:xfrm>
              <a:off x="8104188" y="5668286"/>
              <a:ext cx="52228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2" name="Text Box 66">
              <a:extLst>
                <a:ext uri="{FF2B5EF4-FFF2-40B4-BE49-F238E27FC236}">
                  <a16:creationId xmlns:a16="http://schemas.microsoft.com/office/drawing/2014/main" id="{5A50F148-C8B4-0A47-A5A3-A5F1D09A1956}"/>
                </a:ext>
              </a:extLst>
            </p:cNvPr>
            <p:cNvSpPr txBox="1">
              <a:spLocks noChangeArrowheads="1"/>
            </p:cNvSpPr>
            <p:nvPr/>
          </p:nvSpPr>
          <p:spPr bwMode="auto">
            <a:xfrm>
              <a:off x="9147175" y="5677811"/>
              <a:ext cx="29686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3" name="Text Box 67">
              <a:extLst>
                <a:ext uri="{FF2B5EF4-FFF2-40B4-BE49-F238E27FC236}">
                  <a16:creationId xmlns:a16="http://schemas.microsoft.com/office/drawing/2014/main" id="{801EE6AC-16BB-1F4E-9CEA-3B85212BDE98}"/>
                </a:ext>
              </a:extLst>
            </p:cNvPr>
            <p:cNvSpPr txBox="1">
              <a:spLocks noChangeArrowheads="1"/>
            </p:cNvSpPr>
            <p:nvPr/>
          </p:nvSpPr>
          <p:spPr bwMode="auto">
            <a:xfrm>
              <a:off x="11104563"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4" name="Text Box 68">
              <a:extLst>
                <a:ext uri="{FF2B5EF4-FFF2-40B4-BE49-F238E27FC236}">
                  <a16:creationId xmlns:a16="http://schemas.microsoft.com/office/drawing/2014/main" id="{2C7F9B6A-D7EB-C04D-A00B-14BBA0AFEF8A}"/>
                </a:ext>
              </a:extLst>
            </p:cNvPr>
            <p:cNvSpPr txBox="1">
              <a:spLocks noChangeArrowheads="1"/>
            </p:cNvSpPr>
            <p:nvPr/>
          </p:nvSpPr>
          <p:spPr bwMode="auto">
            <a:xfrm>
              <a:off x="10085388"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706916"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34301"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073C8E6C-F7C0-D64D-A175-D3A8315B2420}"/>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2EF0F843-DE7F-364D-8927-8C9FD555A1A1}"/>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5575"/>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555EAAA2-638C-004F-963C-8953FB51B748}"/>
              </a:ext>
            </a:extLst>
          </p:cNvPr>
          <p:cNvSpPr txBox="1"/>
          <p:nvPr/>
        </p:nvSpPr>
        <p:spPr>
          <a:xfrm>
            <a:off x="6841671" y="5290457"/>
            <a:ext cx="465306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dotted-decimal IP address notation:</a:t>
            </a:r>
          </a:p>
        </p:txBody>
      </p:sp>
      <p:sp>
        <p:nvSpPr>
          <p:cNvPr id="71" name="Slide Number Placeholder 3">
            <a:extLst>
              <a:ext uri="{FF2B5EF4-FFF2-40B4-BE49-F238E27FC236}">
                <a16:creationId xmlns:a16="http://schemas.microsoft.com/office/drawing/2014/main" id="{94F87F8F-A53C-824C-9A6F-AF7997886B68}"/>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27</a:t>
            </a:fld>
            <a:endParaRPr lang="en-US" dirty="0"/>
          </a:p>
        </p:txBody>
      </p:sp>
    </p:spTree>
    <p:extLst>
      <p:ext uri="{BB962C8B-B14F-4D97-AF65-F5344CB8AC3E}">
        <p14:creationId xmlns:p14="http://schemas.microsoft.com/office/powerpoint/2010/main" val="39102561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dissolve">
                                      <p:cBhvr>
                                        <p:cTn id="7" dur="500"/>
                                        <p:tgtEl>
                                          <p:spTgt spid="2">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
                                            <p:txEl>
                                              <p:pRg st="1" end="1"/>
                                            </p:txEl>
                                          </p:spTgt>
                                        </p:tgtEl>
                                        <p:attrNameLst>
                                          <p:attrName>style.visibility</p:attrName>
                                        </p:attrNameLst>
                                      </p:cBhvr>
                                      <p:to>
                                        <p:strVal val="visible"/>
                                      </p:to>
                                    </p:set>
                                    <p:animEffect transition="in" filter="dissolve">
                                      <p:cBhvr>
                                        <p:cTn id="12" dur="500"/>
                                        <p:tgtEl>
                                          <p:spTgt spid="2">
                                            <p:txEl>
                                              <p:pRg st="1" end="1"/>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2">
                                            <p:txEl>
                                              <p:pRg st="2" end="2"/>
                                            </p:txEl>
                                          </p:spTgt>
                                        </p:tgtEl>
                                        <p:attrNameLst>
                                          <p:attrName>style.visibility</p:attrName>
                                        </p:attrNameLst>
                                      </p:cBhvr>
                                      <p:to>
                                        <p:strVal val="visible"/>
                                      </p:to>
                                    </p:set>
                                    <p:animEffect transition="in" filter="dissolve">
                                      <p:cBhvr>
                                        <p:cTn id="15" dur="500"/>
                                        <p:tgtEl>
                                          <p:spTgt spid="2">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2">
                                            <p:txEl>
                                              <p:pRg st="3" end="3"/>
                                            </p:txEl>
                                          </p:spTgt>
                                        </p:tgtEl>
                                        <p:attrNameLst>
                                          <p:attrName>style.visibility</p:attrName>
                                        </p:attrNameLst>
                                      </p:cBhvr>
                                      <p:to>
                                        <p:strVal val="visible"/>
                                      </p:to>
                                    </p:set>
                                    <p:animEffect transition="in" filter="dissolve">
                                      <p:cBhvr>
                                        <p:cTn id="18" dur="500"/>
                                        <p:tgtEl>
                                          <p:spTgt spid="2">
                                            <p:txEl>
                                              <p:pRg st="3" end="3"/>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dissolve">
                                      <p:cBhvr>
                                        <p:cTn id="23" dur="500"/>
                                        <p:tgtEl>
                                          <p:spTgt spid="5"/>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4"/>
                                        </p:tgtEl>
                                        <p:attrNameLst>
                                          <p:attrName>style.visibility</p:attrName>
                                        </p:attrNameLst>
                                      </p:cBhvr>
                                      <p:to>
                                        <p:strVal val="visible"/>
                                      </p:to>
                                    </p:set>
                                    <p:animEffect transition="in" filter="dissolve">
                                      <p:cBhvr>
                                        <p:cTn id="26"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872790" y="1409001"/>
            <a:ext cx="5557988" cy="4841896"/>
          </a:xfrm>
        </p:spPr>
        <p:txBody>
          <a:bodyPr>
            <a:normAutofit/>
          </a:bodyPr>
          <a:lstStyle/>
          <a:p>
            <a:pPr indent="-293688"/>
            <a:r>
              <a:rPr lang="en-US" altLang="en-US" sz="3200" dirty="0">
                <a:solidFill>
                  <a:srgbClr val="C00000"/>
                </a:solidFill>
                <a:ea typeface="ＭＳ Ｐゴシック" panose="020B0600070205080204" pitchFamily="34" charset="-128"/>
                <a:cs typeface="ＭＳ Ｐゴシック" panose="020B0600070205080204" pitchFamily="34" charset="-128"/>
              </a:rPr>
              <a:t>IP address:</a:t>
            </a:r>
            <a:r>
              <a:rPr lang="en-US" altLang="en-US" dirty="0">
                <a:solidFill>
                  <a:srgbClr val="C00000"/>
                </a:solidFill>
                <a:ea typeface="ＭＳ Ｐゴシック" panose="020B0600070205080204" pitchFamily="34" charset="-128"/>
                <a:cs typeface="ＭＳ Ｐゴシック" panose="020B0600070205080204" pitchFamily="34" charset="-128"/>
              </a:rPr>
              <a:t> </a:t>
            </a:r>
            <a:r>
              <a:rPr lang="en-US" altLang="en-US" dirty="0">
                <a:ea typeface="ＭＳ Ｐゴシック" panose="020B0600070205080204" pitchFamily="34" charset="-128"/>
                <a:cs typeface="ＭＳ Ｐゴシック" panose="020B0600070205080204" pitchFamily="34" charset="-128"/>
              </a:rPr>
              <a:t>32-bit identifier associated with each host or router </a:t>
            </a:r>
            <a:r>
              <a:rPr lang="en-US" altLang="en-US" i="1" dirty="0">
                <a:solidFill>
                  <a:srgbClr val="0000A3"/>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a:t>
            </a:r>
          </a:p>
          <a:p>
            <a:pPr indent="-293688"/>
            <a:r>
              <a:rPr lang="en-US" altLang="en-US" sz="3200" dirty="0">
                <a:solidFill>
                  <a:srgbClr val="CC0000"/>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connection between host/router and physical link</a:t>
            </a:r>
          </a:p>
          <a:p>
            <a:pPr marL="522288" lvl="1" indent="-298450"/>
            <a:r>
              <a:rPr lang="en-US" altLang="en-US" sz="2800" dirty="0">
                <a:ea typeface="ＭＳ Ｐゴシック" panose="020B0600070205080204" pitchFamily="34" charset="-128"/>
              </a:rPr>
              <a:t>router’</a:t>
            </a:r>
            <a:r>
              <a:rPr lang="en-US" altLang="ja-JP" sz="2800" dirty="0">
                <a:ea typeface="ＭＳ Ｐゴシック" panose="020B0600070205080204" pitchFamily="34" charset="-128"/>
              </a:rPr>
              <a:t>s typically have multiple interfaces</a:t>
            </a:r>
          </a:p>
          <a:p>
            <a:pPr marL="522288" lvl="1" indent="-298450"/>
            <a:r>
              <a:rPr lang="en-US" altLang="en-US" sz="2800" dirty="0">
                <a:ea typeface="ＭＳ Ｐゴシック" panose="020B0600070205080204" pitchFamily="34" charset="-128"/>
              </a:rPr>
              <a:t>host typically has one or two interfaces </a:t>
            </a:r>
            <a:r>
              <a:rPr lang="en-US" altLang="en-US" dirty="0">
                <a:ea typeface="ＭＳ Ｐゴシック" panose="020B0600070205080204" pitchFamily="34" charset="-128"/>
              </a:rPr>
              <a:t>(e.g., wired Ethernet, wireless 802.11)</a:t>
            </a:r>
          </a:p>
          <a:p>
            <a:pPr marL="298450" indent="0">
              <a:buNone/>
            </a:pPr>
            <a:endParaRPr lang="en-US" altLang="en-US" sz="3200" dirty="0">
              <a:ea typeface="ＭＳ Ｐゴシック" panose="020B0600070205080204" pitchFamily="34" charset="-128"/>
              <a:cs typeface="ＭＳ Ｐゴシック" panose="020B0600070205080204" pitchFamily="34" charset="-128"/>
            </a:endParaRP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addressing: introduction</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ED9023E0-376B-B146-94EA-438BC342A185}"/>
              </a:ext>
            </a:extLst>
          </p:cNvPr>
          <p:cNvGrpSpPr/>
          <p:nvPr/>
        </p:nvGrpSpPr>
        <p:grpSpPr>
          <a:xfrm>
            <a:off x="6858453" y="5763539"/>
            <a:ext cx="5043488" cy="947504"/>
            <a:chOff x="6727825" y="5192036"/>
            <a:chExt cx="5043488" cy="822325"/>
          </a:xfrm>
        </p:grpSpPr>
        <p:sp>
          <p:nvSpPr>
            <p:cNvPr id="96" name="Text Box 60">
              <a:extLst>
                <a:ext uri="{FF2B5EF4-FFF2-40B4-BE49-F238E27FC236}">
                  <a16:creationId xmlns:a16="http://schemas.microsoft.com/office/drawing/2014/main" id="{A066F6CC-B2A4-4A44-A6F3-7443C298B736}"/>
                </a:ext>
              </a:extLst>
            </p:cNvPr>
            <p:cNvSpPr txBox="1">
              <a:spLocks noChangeArrowheads="1"/>
            </p:cNvSpPr>
            <p:nvPr/>
          </p:nvSpPr>
          <p:spPr bwMode="auto">
            <a:xfrm>
              <a:off x="6727825" y="5192036"/>
              <a:ext cx="504348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 = 11011111 00000001 00000001 00000001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7" name="Freeform 61">
              <a:extLst>
                <a:ext uri="{FF2B5EF4-FFF2-40B4-BE49-F238E27FC236}">
                  <a16:creationId xmlns:a16="http://schemas.microsoft.com/office/drawing/2014/main" id="{9A73E928-E5EB-C34D-88B7-58A021715CD5}"/>
                </a:ext>
              </a:extLst>
            </p:cNvPr>
            <p:cNvSpPr>
              <a:spLocks/>
            </p:cNvSpPr>
            <p:nvPr/>
          </p:nvSpPr>
          <p:spPr bwMode="auto">
            <a:xfrm>
              <a:off x="7905750" y="5447623"/>
              <a:ext cx="892175" cy="92075"/>
            </a:xfrm>
            <a:custGeom>
              <a:avLst/>
              <a:gdLst>
                <a:gd name="T0" fmla="*/ 0 w 562"/>
                <a:gd name="T1" fmla="*/ 0 h 58"/>
                <a:gd name="T2" fmla="*/ 0 w 562"/>
                <a:gd name="T3" fmla="*/ 2147483647 h 58"/>
                <a:gd name="T4" fmla="*/ 2147483647 w 562"/>
                <a:gd name="T5" fmla="*/ 2147483647 h 58"/>
                <a:gd name="T6" fmla="*/ 2147483647 w 562"/>
                <a:gd name="T7" fmla="*/ 2147483647 h 58"/>
                <a:gd name="T8" fmla="*/ 0 60000 65536"/>
                <a:gd name="T9" fmla="*/ 0 60000 65536"/>
                <a:gd name="T10" fmla="*/ 0 60000 65536"/>
                <a:gd name="T11" fmla="*/ 0 60000 65536"/>
                <a:gd name="T12" fmla="*/ 0 w 562"/>
                <a:gd name="T13" fmla="*/ 0 h 58"/>
                <a:gd name="T14" fmla="*/ 562 w 562"/>
                <a:gd name="T15" fmla="*/ 58 h 58"/>
              </a:gdLst>
              <a:ahLst/>
              <a:cxnLst>
                <a:cxn ang="T8">
                  <a:pos x="T0" y="T1"/>
                </a:cxn>
                <a:cxn ang="T9">
                  <a:pos x="T2" y="T3"/>
                </a:cxn>
                <a:cxn ang="T10">
                  <a:pos x="T4" y="T5"/>
                </a:cxn>
                <a:cxn ang="T11">
                  <a:pos x="T6" y="T7"/>
                </a:cxn>
              </a:cxnLst>
              <a:rect l="T12" t="T13" r="T14" b="T15"/>
              <a:pathLst>
                <a:path w="562" h="58">
                  <a:moveTo>
                    <a:pt x="0" y="0"/>
                  </a:moveTo>
                  <a:lnTo>
                    <a:pt x="0" y="58"/>
                  </a:lnTo>
                  <a:lnTo>
                    <a:pt x="562" y="58"/>
                  </a:lnTo>
                  <a:lnTo>
                    <a:pt x="562" y="16"/>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Freeform 62">
              <a:extLst>
                <a:ext uri="{FF2B5EF4-FFF2-40B4-BE49-F238E27FC236}">
                  <a16:creationId xmlns:a16="http://schemas.microsoft.com/office/drawing/2014/main" id="{6E3CCDCB-8017-6145-9139-4CD2DE6C43D8}"/>
                </a:ext>
              </a:extLst>
            </p:cNvPr>
            <p:cNvSpPr>
              <a:spLocks/>
            </p:cNvSpPr>
            <p:nvPr/>
          </p:nvSpPr>
          <p:spPr bwMode="auto">
            <a:xfrm>
              <a:off x="8867775" y="5466673"/>
              <a:ext cx="892175"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9" name="Freeform 63">
              <a:extLst>
                <a:ext uri="{FF2B5EF4-FFF2-40B4-BE49-F238E27FC236}">
                  <a16:creationId xmlns:a16="http://schemas.microsoft.com/office/drawing/2014/main" id="{4CAD5E46-231E-D24C-B38B-034B68E2C4E8}"/>
                </a:ext>
              </a:extLst>
            </p:cNvPr>
            <p:cNvSpPr>
              <a:spLocks/>
            </p:cNvSpPr>
            <p:nvPr/>
          </p:nvSpPr>
          <p:spPr bwMode="auto">
            <a:xfrm>
              <a:off x="9832975" y="5469848"/>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Freeform 64">
              <a:extLst>
                <a:ext uri="{FF2B5EF4-FFF2-40B4-BE49-F238E27FC236}">
                  <a16:creationId xmlns:a16="http://schemas.microsoft.com/office/drawing/2014/main" id="{B6CE1C10-59DE-0245-A89C-98BE0ADABA44}"/>
                </a:ext>
              </a:extLst>
            </p:cNvPr>
            <p:cNvSpPr>
              <a:spLocks/>
            </p:cNvSpPr>
            <p:nvPr/>
          </p:nvSpPr>
          <p:spPr bwMode="auto">
            <a:xfrm>
              <a:off x="10798175" y="5473023"/>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Text Box 65">
              <a:extLst>
                <a:ext uri="{FF2B5EF4-FFF2-40B4-BE49-F238E27FC236}">
                  <a16:creationId xmlns:a16="http://schemas.microsoft.com/office/drawing/2014/main" id="{D8583DB0-93E6-B34D-8D84-B23CC6B141FF}"/>
                </a:ext>
              </a:extLst>
            </p:cNvPr>
            <p:cNvSpPr txBox="1">
              <a:spLocks noChangeArrowheads="1"/>
            </p:cNvSpPr>
            <p:nvPr/>
          </p:nvSpPr>
          <p:spPr bwMode="auto">
            <a:xfrm>
              <a:off x="8104188" y="5668286"/>
              <a:ext cx="52228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2" name="Text Box 66">
              <a:extLst>
                <a:ext uri="{FF2B5EF4-FFF2-40B4-BE49-F238E27FC236}">
                  <a16:creationId xmlns:a16="http://schemas.microsoft.com/office/drawing/2014/main" id="{5A50F148-C8B4-0A47-A5A3-A5F1D09A1956}"/>
                </a:ext>
              </a:extLst>
            </p:cNvPr>
            <p:cNvSpPr txBox="1">
              <a:spLocks noChangeArrowheads="1"/>
            </p:cNvSpPr>
            <p:nvPr/>
          </p:nvSpPr>
          <p:spPr bwMode="auto">
            <a:xfrm>
              <a:off x="9147175" y="5677811"/>
              <a:ext cx="29686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3" name="Text Box 67">
              <a:extLst>
                <a:ext uri="{FF2B5EF4-FFF2-40B4-BE49-F238E27FC236}">
                  <a16:creationId xmlns:a16="http://schemas.microsoft.com/office/drawing/2014/main" id="{801EE6AC-16BB-1F4E-9CEA-3B85212BDE98}"/>
                </a:ext>
              </a:extLst>
            </p:cNvPr>
            <p:cNvSpPr txBox="1">
              <a:spLocks noChangeArrowheads="1"/>
            </p:cNvSpPr>
            <p:nvPr/>
          </p:nvSpPr>
          <p:spPr bwMode="auto">
            <a:xfrm>
              <a:off x="11104563"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4" name="Text Box 68">
              <a:extLst>
                <a:ext uri="{FF2B5EF4-FFF2-40B4-BE49-F238E27FC236}">
                  <a16:creationId xmlns:a16="http://schemas.microsoft.com/office/drawing/2014/main" id="{2C7F9B6A-D7EB-C04D-A00B-14BBA0AFEF8A}"/>
                </a:ext>
              </a:extLst>
            </p:cNvPr>
            <p:cNvSpPr txBox="1">
              <a:spLocks noChangeArrowheads="1"/>
            </p:cNvSpPr>
            <p:nvPr/>
          </p:nvSpPr>
          <p:spPr bwMode="auto">
            <a:xfrm>
              <a:off x="10085388"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706916"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34301"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073C8E6C-F7C0-D64D-A175-D3A8315B2420}"/>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2EF0F843-DE7F-364D-8927-8C9FD555A1A1}"/>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5575"/>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555EAAA2-638C-004F-963C-8953FB51B748}"/>
              </a:ext>
            </a:extLst>
          </p:cNvPr>
          <p:cNvSpPr txBox="1"/>
          <p:nvPr/>
        </p:nvSpPr>
        <p:spPr>
          <a:xfrm>
            <a:off x="6841671" y="5290457"/>
            <a:ext cx="465306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dotted-decimal IP address notation:</a:t>
            </a:r>
          </a:p>
        </p:txBody>
      </p:sp>
      <p:sp>
        <p:nvSpPr>
          <p:cNvPr id="8" name="Rectangle 7">
            <a:extLst>
              <a:ext uri="{FF2B5EF4-FFF2-40B4-BE49-F238E27FC236}">
                <a16:creationId xmlns:a16="http://schemas.microsoft.com/office/drawing/2014/main" id="{BA0D91C5-7E6B-064E-B644-B3D97F483120}"/>
              </a:ext>
            </a:extLst>
          </p:cNvPr>
          <p:cNvSpPr/>
          <p:nvPr/>
        </p:nvSpPr>
        <p:spPr>
          <a:xfrm>
            <a:off x="587829" y="1257300"/>
            <a:ext cx="5878285" cy="5192486"/>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1" name="Rectangle 80">
            <a:extLst>
              <a:ext uri="{FF2B5EF4-FFF2-40B4-BE49-F238E27FC236}">
                <a16:creationId xmlns:a16="http://schemas.microsoft.com/office/drawing/2014/main" id="{49D0024F-77D0-A74A-A5B5-FFFF50D1DDEC}"/>
              </a:ext>
            </a:extLst>
          </p:cNvPr>
          <p:cNvSpPr/>
          <p:nvPr/>
        </p:nvSpPr>
        <p:spPr>
          <a:xfrm>
            <a:off x="6014358" y="5165271"/>
            <a:ext cx="5878285" cy="1692729"/>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3" name="Slide Number Placeholder 3">
            <a:extLst>
              <a:ext uri="{FF2B5EF4-FFF2-40B4-BE49-F238E27FC236}">
                <a16:creationId xmlns:a16="http://schemas.microsoft.com/office/drawing/2014/main" id="{CA2E5CF7-ABDF-1E4F-BC06-A54C4E2C8FE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28</a:t>
            </a:fld>
            <a:endParaRPr lang="en-US" dirty="0"/>
          </a:p>
        </p:txBody>
      </p:sp>
    </p:spTree>
    <p:extLst>
      <p:ext uri="{BB962C8B-B14F-4D97-AF65-F5344CB8AC3E}">
        <p14:creationId xmlns:p14="http://schemas.microsoft.com/office/powerpoint/2010/main" val="9887314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1000"/>
                                        <p:tgtEl>
                                          <p:spTgt spid="8"/>
                                        </p:tgtEl>
                                      </p:cBhvr>
                                    </p:animEffect>
                                  </p:childTnLst>
                                </p:cTn>
                              </p:par>
                              <p:par>
                                <p:cTn id="8" presetID="9" presetClass="entr" presetSubtype="0" fill="hold" grpId="0" nodeType="withEffect">
                                  <p:stCondLst>
                                    <p:cond delay="0"/>
                                  </p:stCondLst>
                                  <p:childTnLst>
                                    <p:set>
                                      <p:cBhvr>
                                        <p:cTn id="9" dur="1" fill="hold">
                                          <p:stCondLst>
                                            <p:cond delay="0"/>
                                          </p:stCondLst>
                                        </p:cTn>
                                        <p:tgtEl>
                                          <p:spTgt spid="81"/>
                                        </p:tgtEl>
                                        <p:attrNameLst>
                                          <p:attrName>style.visibility</p:attrName>
                                        </p:attrNameLst>
                                      </p:cBhvr>
                                      <p:to>
                                        <p:strVal val="visible"/>
                                      </p:to>
                                    </p:set>
                                    <p:animEffect transition="in" filter="dissolve">
                                      <p:cBhvr>
                                        <p:cTn id="10" dur="1000"/>
                                        <p:tgtEl>
                                          <p:spTgt spid="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81" grpId="0" animBg="1"/>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addressing: introduction</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698824"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05979"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1529"/>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879206" y="1475622"/>
            <a:ext cx="3496144" cy="168116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403225"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Q: how are interfaces actually connected?</a:t>
            </a:r>
          </a:p>
        </p:txBody>
      </p:sp>
      <p:grpSp>
        <p:nvGrpSpPr>
          <p:cNvPr id="83" name="Group 14">
            <a:extLst>
              <a:ext uri="{FF2B5EF4-FFF2-40B4-BE49-F238E27FC236}">
                <a16:creationId xmlns:a16="http://schemas.microsoft.com/office/drawing/2014/main" id="{181797ED-C1D3-9C46-AF50-05AA834190C9}"/>
              </a:ext>
            </a:extLst>
          </p:cNvPr>
          <p:cNvGrpSpPr>
            <a:grpSpLocks/>
          </p:cNvGrpSpPr>
          <p:nvPr/>
        </p:nvGrpSpPr>
        <p:grpSpPr bwMode="auto">
          <a:xfrm>
            <a:off x="4691921" y="2355418"/>
            <a:ext cx="3185855" cy="1323439"/>
            <a:chOff x="4692210" y="2354697"/>
            <a:chExt cx="3185636" cy="1323881"/>
          </a:xfrm>
        </p:grpSpPr>
        <p:sp>
          <p:nvSpPr>
            <p:cNvPr id="84" name="TextBox 10">
              <a:extLst>
                <a:ext uri="{FF2B5EF4-FFF2-40B4-BE49-F238E27FC236}">
                  <a16:creationId xmlns:a16="http://schemas.microsoft.com/office/drawing/2014/main" id="{C857A02E-9CF0-0148-BC47-41B31887BC0C}"/>
                </a:ext>
              </a:extLst>
            </p:cNvPr>
            <p:cNvSpPr txBox="1">
              <a:spLocks noChangeArrowheads="1"/>
            </p:cNvSpPr>
            <p:nvPr/>
          </p:nvSpPr>
          <p:spPr bwMode="auto">
            <a:xfrm>
              <a:off x="4692210" y="2354697"/>
              <a:ext cx="2548153" cy="13238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A: </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wired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Ethernet interfaces connected by Ethernet switches</a:t>
              </a:r>
            </a:p>
          </p:txBody>
        </p:sp>
        <p:cxnSp>
          <p:nvCxnSpPr>
            <p:cNvPr id="85" name="Straight Connector 12">
              <a:extLst>
                <a:ext uri="{FF2B5EF4-FFF2-40B4-BE49-F238E27FC236}">
                  <a16:creationId xmlns:a16="http://schemas.microsoft.com/office/drawing/2014/main" id="{51DB36B2-E6A1-484F-B772-F98C78EA95D3}"/>
                </a:ext>
              </a:extLst>
            </p:cNvPr>
            <p:cNvCxnSpPr>
              <a:cxnSpLocks noChangeShapeType="1"/>
            </p:cNvCxnSpPr>
            <p:nvPr/>
          </p:nvCxnSpPr>
          <p:spPr bwMode="auto">
            <a:xfrm flipH="1">
              <a:off x="5801407" y="2510599"/>
              <a:ext cx="2076439" cy="0"/>
            </a:xfrm>
            <a:prstGeom prst="line">
              <a:avLst/>
            </a:prstGeom>
            <a:noFill/>
            <a:ln w="9525">
              <a:solidFill>
                <a:srgbClr val="C00000"/>
              </a:solidFill>
              <a:round/>
              <a:headEnd/>
              <a:tailEnd/>
            </a:ln>
            <a:extLst>
              <a:ext uri="{909E8E84-426E-40DD-AFC4-6F175D3DCCD1}">
                <a14:hiddenFill xmlns:a14="http://schemas.microsoft.com/office/drawing/2010/main">
                  <a:noFill/>
                </a14:hiddenFill>
              </a:ext>
            </a:extLst>
          </p:spPr>
        </p:cxnSp>
      </p:grpSp>
      <p:grpSp>
        <p:nvGrpSpPr>
          <p:cNvPr id="89" name="Group 15">
            <a:extLst>
              <a:ext uri="{FF2B5EF4-FFF2-40B4-BE49-F238E27FC236}">
                <a16:creationId xmlns:a16="http://schemas.microsoft.com/office/drawing/2014/main" id="{4247575D-10FD-6943-A644-EC2D2B6B26A5}"/>
              </a:ext>
            </a:extLst>
          </p:cNvPr>
          <p:cNvGrpSpPr>
            <a:grpSpLocks/>
          </p:cNvGrpSpPr>
          <p:nvPr/>
        </p:nvGrpSpPr>
        <p:grpSpPr bwMode="auto">
          <a:xfrm>
            <a:off x="7689955" y="3656040"/>
            <a:ext cx="4167265" cy="2436076"/>
            <a:chOff x="5036498" y="3790332"/>
            <a:chExt cx="4168379" cy="2435958"/>
          </a:xfrm>
        </p:grpSpPr>
        <p:pic>
          <p:nvPicPr>
            <p:cNvPr id="90" name="Picture 777" descr="access_point_stylized_small">
              <a:extLst>
                <a:ext uri="{FF2B5EF4-FFF2-40B4-BE49-F238E27FC236}">
                  <a16:creationId xmlns:a16="http://schemas.microsoft.com/office/drawing/2014/main" id="{7FB858BD-D76C-3C42-9F58-7CAE9F9A28F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312411" y="3790332"/>
              <a:ext cx="587569" cy="4869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6" name="TextBox 89">
              <a:extLst>
                <a:ext uri="{FF2B5EF4-FFF2-40B4-BE49-F238E27FC236}">
                  <a16:creationId xmlns:a16="http://schemas.microsoft.com/office/drawing/2014/main" id="{CBC18245-6191-C44B-A2ED-478F0C6B5BA5}"/>
                </a:ext>
              </a:extLst>
            </p:cNvPr>
            <p:cNvSpPr txBox="1">
              <a:spLocks noChangeArrowheads="1"/>
            </p:cNvSpPr>
            <p:nvPr/>
          </p:nvSpPr>
          <p:spPr bwMode="auto">
            <a:xfrm>
              <a:off x="5036498" y="5518438"/>
              <a:ext cx="4168379" cy="7078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A: </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wireless WiFi interfaces connected by WiFi base station</a:t>
              </a:r>
            </a:p>
          </p:txBody>
        </p:sp>
        <p:cxnSp>
          <p:nvCxnSpPr>
            <p:cNvPr id="127" name="Straight Connector 90">
              <a:extLst>
                <a:ext uri="{FF2B5EF4-FFF2-40B4-BE49-F238E27FC236}">
                  <a16:creationId xmlns:a16="http://schemas.microsoft.com/office/drawing/2014/main" id="{56427654-2312-7947-B2CE-AE26D8B03643}"/>
                </a:ext>
              </a:extLst>
            </p:cNvPr>
            <p:cNvCxnSpPr>
              <a:cxnSpLocks noChangeShapeType="1"/>
            </p:cNvCxnSpPr>
            <p:nvPr/>
          </p:nvCxnSpPr>
          <p:spPr bwMode="auto">
            <a:xfrm flipV="1">
              <a:off x="6850795" y="4241577"/>
              <a:ext cx="0" cy="1289090"/>
            </a:xfrm>
            <a:prstGeom prst="line">
              <a:avLst/>
            </a:prstGeom>
            <a:noFill/>
            <a:ln w="12700">
              <a:solidFill>
                <a:srgbClr val="C00000"/>
              </a:solidFill>
              <a:round/>
              <a:headEnd/>
              <a:tailEnd/>
            </a:ln>
            <a:extLst>
              <a:ext uri="{909E8E84-426E-40DD-AFC4-6F175D3DCCD1}">
                <a14:hiddenFill xmlns:a14="http://schemas.microsoft.com/office/drawing/2010/main">
                  <a:noFill/>
                </a14:hiddenFill>
              </a:ext>
            </a:extLst>
          </p:spPr>
        </p:cxnSp>
      </p:grpSp>
      <p:sp>
        <p:nvSpPr>
          <p:cNvPr id="128" name="TextBox 127">
            <a:extLst>
              <a:ext uri="{FF2B5EF4-FFF2-40B4-BE49-F238E27FC236}">
                <a16:creationId xmlns:a16="http://schemas.microsoft.com/office/drawing/2014/main" id="{09A41BCF-31EA-6747-9E6D-B126CC7538E3}"/>
              </a:ext>
            </a:extLst>
          </p:cNvPr>
          <p:cNvSpPr txBox="1">
            <a:spLocks noChangeArrowheads="1"/>
          </p:cNvSpPr>
          <p:nvPr/>
        </p:nvSpPr>
        <p:spPr bwMode="auto">
          <a:xfrm>
            <a:off x="1329751" y="4355476"/>
            <a:ext cx="4321539"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For now: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don</a:t>
            </a:r>
            <a:r>
              <a:rPr kumimoji="0" lang="fr-FR"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need to worry about how one interface is connected to another (with no intervening router) </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165" name="Straight Connector 164">
            <a:extLst>
              <a:ext uri="{FF2B5EF4-FFF2-40B4-BE49-F238E27FC236}">
                <a16:creationId xmlns:a16="http://schemas.microsoft.com/office/drawing/2014/main" id="{8BF6DCAC-843D-3745-A7E3-15A8AB8BE438}"/>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CFED2BF4-CE70-1348-8E9F-782B4E45CDA9}"/>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 name="Group 11">
            <a:extLst>
              <a:ext uri="{FF2B5EF4-FFF2-40B4-BE49-F238E27FC236}">
                <a16:creationId xmlns:a16="http://schemas.microsoft.com/office/drawing/2014/main" id="{8D9B5261-3EAB-2D49-8E78-BC9943D92A14}"/>
              </a:ext>
            </a:extLst>
          </p:cNvPr>
          <p:cNvGrpSpPr/>
          <p:nvPr/>
        </p:nvGrpSpPr>
        <p:grpSpPr>
          <a:xfrm>
            <a:off x="7865822" y="1784294"/>
            <a:ext cx="3069150" cy="1444428"/>
            <a:chOff x="7865822" y="1784294"/>
            <a:chExt cx="3069150" cy="1444428"/>
          </a:xfrm>
        </p:grpSpPr>
        <p:cxnSp>
          <p:nvCxnSpPr>
            <p:cNvPr id="10" name="Straight Connector 9">
              <a:extLst>
                <a:ext uri="{FF2B5EF4-FFF2-40B4-BE49-F238E27FC236}">
                  <a16:creationId xmlns:a16="http://schemas.microsoft.com/office/drawing/2014/main" id="{A0DFEFA8-1282-FF40-BD4C-03D667AB1031}"/>
                </a:ext>
              </a:extLst>
            </p:cNvPr>
            <p:cNvCxnSpPr/>
            <p:nvPr/>
          </p:nvCxnSpPr>
          <p:spPr>
            <a:xfrm>
              <a:off x="8043483" y="1784294"/>
              <a:ext cx="0" cy="12178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Group 132">
              <a:extLst>
                <a:ext uri="{FF2B5EF4-FFF2-40B4-BE49-F238E27FC236}">
                  <a16:creationId xmlns:a16="http://schemas.microsoft.com/office/drawing/2014/main" id="{200917B6-4D2A-1447-AC8E-DD9FD8DF7959}"/>
                </a:ext>
              </a:extLst>
            </p:cNvPr>
            <p:cNvGrpSpPr/>
            <p:nvPr/>
          </p:nvGrpSpPr>
          <p:grpSpPr>
            <a:xfrm>
              <a:off x="7865822" y="2488367"/>
              <a:ext cx="618612" cy="329734"/>
              <a:chOff x="3668110" y="2448910"/>
              <a:chExt cx="3794234" cy="2165130"/>
            </a:xfrm>
          </p:grpSpPr>
          <p:sp>
            <p:nvSpPr>
              <p:cNvPr id="134" name="Rectangle 133">
                <a:extLst>
                  <a:ext uri="{FF2B5EF4-FFF2-40B4-BE49-F238E27FC236}">
                    <a16:creationId xmlns:a16="http://schemas.microsoft.com/office/drawing/2014/main" id="{B462ED61-9088-7C48-A139-A37BDD623520}"/>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2B4C0890-1563-5B4E-ACB5-504ACEF8EE0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6" name="Group 135">
                <a:extLst>
                  <a:ext uri="{FF2B5EF4-FFF2-40B4-BE49-F238E27FC236}">
                    <a16:creationId xmlns:a16="http://schemas.microsoft.com/office/drawing/2014/main" id="{7163142D-79D9-CA47-86D6-423C0461A95C}"/>
                  </a:ext>
                </a:extLst>
              </p:cNvPr>
              <p:cNvGrpSpPr/>
              <p:nvPr/>
            </p:nvGrpSpPr>
            <p:grpSpPr>
              <a:xfrm>
                <a:off x="3941378" y="2603243"/>
                <a:ext cx="3202061" cy="1066110"/>
                <a:chOff x="7939341" y="3037317"/>
                <a:chExt cx="897649" cy="353919"/>
              </a:xfrm>
            </p:grpSpPr>
            <p:sp>
              <p:nvSpPr>
                <p:cNvPr id="137" name="Freeform 136">
                  <a:extLst>
                    <a:ext uri="{FF2B5EF4-FFF2-40B4-BE49-F238E27FC236}">
                      <a16:creationId xmlns:a16="http://schemas.microsoft.com/office/drawing/2014/main" id="{60D38385-0131-EF44-8639-0E7A18B271C1}"/>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8" name="Freeform 137">
                  <a:extLst>
                    <a:ext uri="{FF2B5EF4-FFF2-40B4-BE49-F238E27FC236}">
                      <a16:creationId xmlns:a16="http://schemas.microsoft.com/office/drawing/2014/main" id="{62C5F6DA-5794-D249-83AE-49E4169347F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B2A3A623-A889-E445-8784-88B3A17C9560}"/>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4" name="Freeform 153">
                  <a:extLst>
                    <a:ext uri="{FF2B5EF4-FFF2-40B4-BE49-F238E27FC236}">
                      <a16:creationId xmlns:a16="http://schemas.microsoft.com/office/drawing/2014/main" id="{BABC54DF-BC7A-F74E-A41E-161A8BDBB36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75" name="Straight Connector 174">
              <a:extLst>
                <a:ext uri="{FF2B5EF4-FFF2-40B4-BE49-F238E27FC236}">
                  <a16:creationId xmlns:a16="http://schemas.microsoft.com/office/drawing/2014/main" id="{C856FEB0-8BD1-0347-822A-8A65DF932CFB}"/>
                </a:ext>
              </a:extLst>
            </p:cNvPr>
            <p:cNvCxnSpPr>
              <a:cxnSpLocks/>
            </p:cNvCxnSpPr>
            <p:nvPr/>
          </p:nvCxnSpPr>
          <p:spPr>
            <a:xfrm>
              <a:off x="10631585" y="1932648"/>
              <a:ext cx="0" cy="129607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7" name="Group 166">
              <a:extLst>
                <a:ext uri="{FF2B5EF4-FFF2-40B4-BE49-F238E27FC236}">
                  <a16:creationId xmlns:a16="http://schemas.microsoft.com/office/drawing/2014/main" id="{70EBB62F-C388-9D4B-879D-64A6164175C6}"/>
                </a:ext>
              </a:extLst>
            </p:cNvPr>
            <p:cNvGrpSpPr/>
            <p:nvPr/>
          </p:nvGrpSpPr>
          <p:grpSpPr>
            <a:xfrm>
              <a:off x="10316360" y="2442512"/>
              <a:ext cx="618612" cy="329734"/>
              <a:chOff x="3668110" y="2448910"/>
              <a:chExt cx="3794234" cy="2165130"/>
            </a:xfrm>
          </p:grpSpPr>
          <p:sp>
            <p:nvSpPr>
              <p:cNvPr id="168" name="Rectangle 167">
                <a:extLst>
                  <a:ext uri="{FF2B5EF4-FFF2-40B4-BE49-F238E27FC236}">
                    <a16:creationId xmlns:a16="http://schemas.microsoft.com/office/drawing/2014/main" id="{63DB56F9-0FDE-6541-B8CC-3E2797805A5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9" name="Freeform 168">
                <a:extLst>
                  <a:ext uri="{FF2B5EF4-FFF2-40B4-BE49-F238E27FC236}">
                    <a16:creationId xmlns:a16="http://schemas.microsoft.com/office/drawing/2014/main" id="{7BB629E8-44BE-7747-A8F6-8CD73A9AB7F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70" name="Group 169">
                <a:extLst>
                  <a:ext uri="{FF2B5EF4-FFF2-40B4-BE49-F238E27FC236}">
                    <a16:creationId xmlns:a16="http://schemas.microsoft.com/office/drawing/2014/main" id="{29181AAA-C35B-0544-9F11-9BBCE39A6033}"/>
                  </a:ext>
                </a:extLst>
              </p:cNvPr>
              <p:cNvGrpSpPr/>
              <p:nvPr/>
            </p:nvGrpSpPr>
            <p:grpSpPr>
              <a:xfrm>
                <a:off x="3941378" y="2603243"/>
                <a:ext cx="3202061" cy="1066110"/>
                <a:chOff x="7939341" y="3037317"/>
                <a:chExt cx="897649" cy="353919"/>
              </a:xfrm>
            </p:grpSpPr>
            <p:sp>
              <p:nvSpPr>
                <p:cNvPr id="171" name="Freeform 170">
                  <a:extLst>
                    <a:ext uri="{FF2B5EF4-FFF2-40B4-BE49-F238E27FC236}">
                      <a16:creationId xmlns:a16="http://schemas.microsoft.com/office/drawing/2014/main" id="{44355D4E-8E7E-194A-9B67-E192E2C8EFC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2" name="Freeform 171">
                  <a:extLst>
                    <a:ext uri="{FF2B5EF4-FFF2-40B4-BE49-F238E27FC236}">
                      <a16:creationId xmlns:a16="http://schemas.microsoft.com/office/drawing/2014/main" id="{9D3A264F-5E88-2248-B832-3FE41DE461C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3" name="Freeform 172">
                  <a:extLst>
                    <a:ext uri="{FF2B5EF4-FFF2-40B4-BE49-F238E27FC236}">
                      <a16:creationId xmlns:a16="http://schemas.microsoft.com/office/drawing/2014/main" id="{21A4184B-F6E1-574A-AAE3-3B57512BD891}"/>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46A6325B-D7F7-6E4C-8D67-739D7B46C64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96" name="Rectangle 3">
            <a:extLst>
              <a:ext uri="{FF2B5EF4-FFF2-40B4-BE49-F238E27FC236}">
                <a16:creationId xmlns:a16="http://schemas.microsoft.com/office/drawing/2014/main" id="{A87F322D-3466-204B-B679-F084906FBD9F}"/>
              </a:ext>
            </a:extLst>
          </p:cNvPr>
          <p:cNvSpPr txBox="1">
            <a:spLocks noChangeArrowheads="1"/>
          </p:cNvSpPr>
          <p:nvPr/>
        </p:nvSpPr>
        <p:spPr>
          <a:xfrm>
            <a:off x="884650" y="2297495"/>
            <a:ext cx="3496144" cy="106619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388938"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A: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we’ll learn about that in chapters 6, 7</a:t>
            </a:r>
          </a:p>
        </p:txBody>
      </p:sp>
      <p:sp>
        <p:nvSpPr>
          <p:cNvPr id="97" name="Slide Number Placeholder 3">
            <a:extLst>
              <a:ext uri="{FF2B5EF4-FFF2-40B4-BE49-F238E27FC236}">
                <a16:creationId xmlns:a16="http://schemas.microsoft.com/office/drawing/2014/main" id="{10F2AE14-AC2A-7F49-A403-9BBB21AFAC7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29</a:t>
            </a:fld>
            <a:endParaRPr lang="en-US" dirty="0"/>
          </a:p>
        </p:txBody>
      </p:sp>
    </p:spTree>
    <p:extLst>
      <p:ext uri="{BB962C8B-B14F-4D97-AF65-F5344CB8AC3E}">
        <p14:creationId xmlns:p14="http://schemas.microsoft.com/office/powerpoint/2010/main" val="36493764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6"/>
                                        </p:tgtEl>
                                        <p:attrNameLst>
                                          <p:attrName>style.visibility</p:attrName>
                                        </p:attrNameLst>
                                      </p:cBhvr>
                                      <p:to>
                                        <p:strVal val="visible"/>
                                      </p:to>
                                    </p:set>
                                    <p:animEffect transition="in" filter="dissolve">
                                      <p:cBhvr>
                                        <p:cTn id="7" dur="500"/>
                                        <p:tgtEl>
                                          <p:spTgt spid="9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3"/>
                                        </p:tgtEl>
                                        <p:attrNameLst>
                                          <p:attrName>style.visibility</p:attrName>
                                        </p:attrNameLst>
                                      </p:cBhvr>
                                      <p:to>
                                        <p:strVal val="visible"/>
                                      </p:to>
                                    </p:set>
                                    <p:animEffect transition="in" filter="dissolve">
                                      <p:cBhvr>
                                        <p:cTn id="12" dur="500"/>
                                        <p:tgtEl>
                                          <p:spTgt spid="83"/>
                                        </p:tgtEl>
                                      </p:cBhvr>
                                    </p:animEffect>
                                  </p:childTnLst>
                                </p:cTn>
                              </p:par>
                              <p:par>
                                <p:cTn id="13" presetID="9" presetClass="entr" presetSubtype="0" fill="hold" nodeType="with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dissolve">
                                      <p:cBhvr>
                                        <p:cTn id="15" dur="500"/>
                                        <p:tgtEl>
                                          <p:spTgt spid="1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89"/>
                                        </p:tgtEl>
                                        <p:attrNameLst>
                                          <p:attrName>style.visibility</p:attrName>
                                        </p:attrNameLst>
                                      </p:cBhvr>
                                      <p:to>
                                        <p:strVal val="visible"/>
                                      </p:to>
                                    </p:set>
                                    <p:animEffect transition="in" filter="dissolve">
                                      <p:cBhvr>
                                        <p:cTn id="20" dur="500"/>
                                        <p:tgtEl>
                                          <p:spTgt spid="89"/>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128"/>
                                        </p:tgtEl>
                                        <p:attrNameLst>
                                          <p:attrName>style.visibility</p:attrName>
                                        </p:attrNameLst>
                                      </p:cBhvr>
                                      <p:to>
                                        <p:strVal val="visible"/>
                                      </p:to>
                                    </p:set>
                                    <p:animEffect transition="in" filter="dissolve">
                                      <p:cBhvr>
                                        <p:cTn id="25" dur="500"/>
                                        <p:tgtEl>
                                          <p:spTgt spid="128"/>
                                        </p:tgtEl>
                                      </p:cBhvr>
                                    </p:animEffect>
                                  </p:childTnLst>
                                </p:cTn>
                              </p:par>
                              <p:par>
                                <p:cTn id="26" presetID="9" presetClass="exit" presetSubtype="0" fill="hold" nodeType="withEffect">
                                  <p:stCondLst>
                                    <p:cond delay="0"/>
                                  </p:stCondLst>
                                  <p:childTnLst>
                                    <p:animEffect transition="out" filter="dissolve">
                                      <p:cBhvr>
                                        <p:cTn id="27" dur="500"/>
                                        <p:tgtEl>
                                          <p:spTgt spid="83"/>
                                        </p:tgtEl>
                                      </p:cBhvr>
                                    </p:animEffect>
                                    <p:set>
                                      <p:cBhvr>
                                        <p:cTn id="28" dur="1" fill="hold">
                                          <p:stCondLst>
                                            <p:cond delay="499"/>
                                          </p:stCondLst>
                                        </p:cTn>
                                        <p:tgtEl>
                                          <p:spTgt spid="83"/>
                                        </p:tgtEl>
                                        <p:attrNameLst>
                                          <p:attrName>style.visibility</p:attrName>
                                        </p:attrNameLst>
                                      </p:cBhvr>
                                      <p:to>
                                        <p:strVal val="hidden"/>
                                      </p:to>
                                    </p:set>
                                  </p:childTnLst>
                                </p:cTn>
                              </p:par>
                              <p:par>
                                <p:cTn id="29" presetID="9" presetClass="exit" presetSubtype="0" fill="hold" nodeType="withEffect">
                                  <p:stCondLst>
                                    <p:cond delay="0"/>
                                  </p:stCondLst>
                                  <p:childTnLst>
                                    <p:animEffect transition="out" filter="dissolve">
                                      <p:cBhvr>
                                        <p:cTn id="30" dur="500"/>
                                        <p:tgtEl>
                                          <p:spTgt spid="89"/>
                                        </p:tgtEl>
                                      </p:cBhvr>
                                    </p:animEffect>
                                    <p:set>
                                      <p:cBhvr>
                                        <p:cTn id="31" dur="1" fill="hold">
                                          <p:stCondLst>
                                            <p:cond delay="499"/>
                                          </p:stCondLst>
                                        </p:cTn>
                                        <p:tgtEl>
                                          <p:spTgt spid="89"/>
                                        </p:tgtEl>
                                        <p:attrNameLst>
                                          <p:attrName>style.visibility</p:attrName>
                                        </p:attrNameLst>
                                      </p:cBhvr>
                                      <p:to>
                                        <p:strVal val="hidden"/>
                                      </p:to>
                                    </p:set>
                                  </p:childTnLst>
                                </p:cTn>
                              </p:par>
                              <p:par>
                                <p:cTn id="32" presetID="9" presetClass="exit" presetSubtype="0" fill="hold" nodeType="withEffect">
                                  <p:stCondLst>
                                    <p:cond delay="0"/>
                                  </p:stCondLst>
                                  <p:childTnLst>
                                    <p:animEffect transition="out" filter="dissolve">
                                      <p:cBhvr>
                                        <p:cTn id="33" dur="500"/>
                                        <p:tgtEl>
                                          <p:spTgt spid="12"/>
                                        </p:tgtEl>
                                      </p:cBhvr>
                                    </p:animEffect>
                                    <p:set>
                                      <p:cBhvr>
                                        <p:cTn id="34" dur="1" fill="hold">
                                          <p:stCondLst>
                                            <p:cond delay="499"/>
                                          </p:stCondLst>
                                        </p:cTn>
                                        <p:tgtEl>
                                          <p:spTgt spid="1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8" grpId="0"/>
      <p:bldP spid="96"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Subnets</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698824"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05979"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1529"/>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6"/>
            <a:ext cx="5504825" cy="221500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4950" marR="0" lvl="0" indent="-2349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What’</a:t>
            </a:r>
            <a:r>
              <a:rPr kumimoji="0" lang="en-US" altLang="ja-JP"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s a subnet ?</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device interfaces that can physically reach each other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without passing through an intervening router</a:t>
            </a: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cxnSp>
        <p:nvCxnSpPr>
          <p:cNvPr id="165" name="Straight Connector 164">
            <a:extLst>
              <a:ext uri="{FF2B5EF4-FFF2-40B4-BE49-F238E27FC236}">
                <a16:creationId xmlns:a16="http://schemas.microsoft.com/office/drawing/2014/main" id="{8BF6DCAC-843D-3745-A7E3-15A8AB8BE438}"/>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CFED2BF4-CE70-1348-8E9F-782B4E45CDA9}"/>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96" name="Text Box 56">
            <a:extLst>
              <a:ext uri="{FF2B5EF4-FFF2-40B4-BE49-F238E27FC236}">
                <a16:creationId xmlns:a16="http://schemas.microsoft.com/office/drawing/2014/main" id="{B04BC199-4923-444E-942F-BE2C9E1E7311}"/>
              </a:ext>
            </a:extLst>
          </p:cNvPr>
          <p:cNvSpPr txBox="1">
            <a:spLocks noChangeArrowheads="1"/>
          </p:cNvSpPr>
          <p:nvPr/>
        </p:nvSpPr>
        <p:spPr bwMode="auto">
          <a:xfrm>
            <a:off x="7810084" y="5139102"/>
            <a:ext cx="37242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 consisting of 3 subnets</a:t>
            </a:r>
          </a:p>
        </p:txBody>
      </p:sp>
      <p:sp>
        <p:nvSpPr>
          <p:cNvPr id="62" name="Rectangle 3">
            <a:extLst>
              <a:ext uri="{FF2B5EF4-FFF2-40B4-BE49-F238E27FC236}">
                <a16:creationId xmlns:a16="http://schemas.microsoft.com/office/drawing/2014/main" id="{822ACC87-727D-F940-A3A4-2EF4866EA13E}"/>
              </a:ext>
            </a:extLst>
          </p:cNvPr>
          <p:cNvSpPr txBox="1">
            <a:spLocks noChangeArrowheads="1"/>
          </p:cNvSpPr>
          <p:nvPr/>
        </p:nvSpPr>
        <p:spPr>
          <a:xfrm>
            <a:off x="923879" y="3718261"/>
            <a:ext cx="6050358" cy="266704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4950" marR="0" lvl="0" indent="-2349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IP addresses have structure:</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subnet part: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devices in same subnet have common high order bits</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host part: remaining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low order bits </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63" name="Slide Number Placeholder 3">
            <a:extLst>
              <a:ext uri="{FF2B5EF4-FFF2-40B4-BE49-F238E27FC236}">
                <a16:creationId xmlns:a16="http://schemas.microsoft.com/office/drawing/2014/main" id="{EA981E4D-2FB9-F04E-A3CD-C63BFC66AF9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30</a:t>
            </a:fld>
            <a:endParaRPr lang="en-US" dirty="0"/>
          </a:p>
        </p:txBody>
      </p:sp>
    </p:spTree>
    <p:extLst>
      <p:ext uri="{BB962C8B-B14F-4D97-AF65-F5344CB8AC3E}">
        <p14:creationId xmlns:p14="http://schemas.microsoft.com/office/powerpoint/2010/main" val="7199880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1"/>
                                        </p:tgtEl>
                                        <p:attrNameLst>
                                          <p:attrName>style.visibility</p:attrName>
                                        </p:attrNameLst>
                                      </p:cBhvr>
                                      <p:to>
                                        <p:strVal val="visible"/>
                                      </p:to>
                                    </p:set>
                                    <p:animEffect transition="in" filter="dissolve">
                                      <p:cBhvr>
                                        <p:cTn id="7" dur="500"/>
                                        <p:tgtEl>
                                          <p:spTgt spid="8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2"/>
                                        </p:tgtEl>
                                        <p:attrNameLst>
                                          <p:attrName>style.visibility</p:attrName>
                                        </p:attrNameLst>
                                      </p:cBhvr>
                                      <p:to>
                                        <p:strVal val="visible"/>
                                      </p:to>
                                    </p:set>
                                    <p:animEffect transition="in" filter="dissolve">
                                      <p:cBhvr>
                                        <p:cTn id="12" dur="500"/>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p:bldP spid="62"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Subnets</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698824"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05979"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1529"/>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5"/>
            <a:ext cx="5504825" cy="498615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none" strike="noStrike" kern="1200" cap="none" spc="0" normalizeH="0" baseline="0" noProof="0" dirty="0">
                <a:ln>
                  <a:noFill/>
                </a:ln>
                <a:solidFill>
                  <a:srgbClr val="CC0000"/>
                </a:solidFill>
                <a:effectLst/>
                <a:uLnTx/>
                <a:uFillTx/>
                <a:latin typeface="Calibri" panose="020F0502020204030204"/>
                <a:ea typeface="+mn-ea"/>
                <a:cs typeface="+mn-cs"/>
              </a:rPr>
              <a:t>Recipe for defining subnets: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detach each interface from its host or router, creating “islands” of isolated networks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each isolated network is called a </a:t>
            </a:r>
            <a:r>
              <a:rPr kumimoji="0" lang="en-US" sz="3200" b="0" i="1" u="none" strike="noStrike" kern="1200" cap="none" spc="0" normalizeH="0" baseline="0" noProof="0" dirty="0">
                <a:ln>
                  <a:noFill/>
                </a:ln>
                <a:solidFill>
                  <a:srgbClr val="CC0000"/>
                </a:solidFill>
                <a:effectLst/>
                <a:uLnTx/>
                <a:uFillTx/>
                <a:latin typeface="Calibri" panose="020F0502020204030204"/>
                <a:ea typeface="+mn-ea"/>
                <a:cs typeface="+mn-cs"/>
              </a:rPr>
              <a:t>subnet</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cxnSp>
        <p:nvCxnSpPr>
          <p:cNvPr id="165" name="Straight Connector 164">
            <a:extLst>
              <a:ext uri="{FF2B5EF4-FFF2-40B4-BE49-F238E27FC236}">
                <a16:creationId xmlns:a16="http://schemas.microsoft.com/office/drawing/2014/main" id="{8BF6DCAC-843D-3745-A7E3-15A8AB8BE438}"/>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CFED2BF4-CE70-1348-8E9F-782B4E45CDA9}"/>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Group 1">
            <a:extLst>
              <a:ext uri="{FF2B5EF4-FFF2-40B4-BE49-F238E27FC236}">
                <a16:creationId xmlns:a16="http://schemas.microsoft.com/office/drawing/2014/main" id="{C83105E2-3EAE-884F-AE2D-429232EDEC1E}"/>
              </a:ext>
            </a:extLst>
          </p:cNvPr>
          <p:cNvGrpSpPr/>
          <p:nvPr/>
        </p:nvGrpSpPr>
        <p:grpSpPr>
          <a:xfrm>
            <a:off x="7112000" y="1378861"/>
            <a:ext cx="4343400" cy="3560762"/>
            <a:chOff x="7112000" y="1378861"/>
            <a:chExt cx="4343400" cy="3560762"/>
          </a:xfrm>
        </p:grpSpPr>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62" name="Text Box 61">
            <a:extLst>
              <a:ext uri="{FF2B5EF4-FFF2-40B4-BE49-F238E27FC236}">
                <a16:creationId xmlns:a16="http://schemas.microsoft.com/office/drawing/2014/main" id="{7450CD71-0D9C-984C-A299-445FA3B3EAD1}"/>
              </a:ext>
            </a:extLst>
          </p:cNvPr>
          <p:cNvSpPr txBox="1">
            <a:spLocks noChangeArrowheads="1"/>
          </p:cNvSpPr>
          <p:nvPr/>
        </p:nvSpPr>
        <p:spPr bwMode="auto">
          <a:xfrm>
            <a:off x="6282921" y="5092127"/>
            <a:ext cx="586378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subnet mask: /24</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(high-order 24 bits: subnet part of IP address)</a:t>
            </a:r>
          </a:p>
        </p:txBody>
      </p:sp>
      <p:grpSp>
        <p:nvGrpSpPr>
          <p:cNvPr id="6" name="Group 5">
            <a:extLst>
              <a:ext uri="{FF2B5EF4-FFF2-40B4-BE49-F238E27FC236}">
                <a16:creationId xmlns:a16="http://schemas.microsoft.com/office/drawing/2014/main" id="{EA6CE07F-517D-D649-BF67-8C5DA464C516}"/>
              </a:ext>
            </a:extLst>
          </p:cNvPr>
          <p:cNvGrpSpPr/>
          <p:nvPr/>
        </p:nvGrpSpPr>
        <p:grpSpPr>
          <a:xfrm>
            <a:off x="6239437" y="3859589"/>
            <a:ext cx="2574780" cy="707886"/>
            <a:chOff x="6239437" y="3859589"/>
            <a:chExt cx="2574780" cy="707886"/>
          </a:xfrm>
        </p:grpSpPr>
        <p:sp>
          <p:nvSpPr>
            <p:cNvPr id="64" name="Text Box 193">
              <a:extLst>
                <a:ext uri="{FF2B5EF4-FFF2-40B4-BE49-F238E27FC236}">
                  <a16:creationId xmlns:a16="http://schemas.microsoft.com/office/drawing/2014/main" id="{B341E022-809C-9E40-A0E3-3806FF4B1223}"/>
                </a:ext>
              </a:extLst>
            </p:cNvPr>
            <p:cNvSpPr txBox="1">
              <a:spLocks noChangeArrowheads="1"/>
            </p:cNvSpPr>
            <p:nvPr/>
          </p:nvSpPr>
          <p:spPr bwMode="auto">
            <a:xfrm>
              <a:off x="6239437" y="3859589"/>
              <a:ext cx="1608133"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subnet</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223.1.3.0/24</a:t>
              </a:r>
            </a:p>
          </p:txBody>
        </p:sp>
        <p:cxnSp>
          <p:nvCxnSpPr>
            <p:cNvPr id="5" name="Straight Connector 4">
              <a:extLst>
                <a:ext uri="{FF2B5EF4-FFF2-40B4-BE49-F238E27FC236}">
                  <a16:creationId xmlns:a16="http://schemas.microsoft.com/office/drawing/2014/main" id="{B3EDDBC1-46EB-B24C-ABD2-2797AD0BA288}"/>
                </a:ext>
              </a:extLst>
            </p:cNvPr>
            <p:cNvCxnSpPr/>
            <p:nvPr/>
          </p:nvCxnSpPr>
          <p:spPr>
            <a:xfrm>
              <a:off x="7794885" y="4062334"/>
              <a:ext cx="1019332" cy="0"/>
            </a:xfrm>
            <a:prstGeom prst="line">
              <a:avLst/>
            </a:prstGeom>
            <a:ln w="15875">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9" name="Group 8">
            <a:extLst>
              <a:ext uri="{FF2B5EF4-FFF2-40B4-BE49-F238E27FC236}">
                <a16:creationId xmlns:a16="http://schemas.microsoft.com/office/drawing/2014/main" id="{224FCA67-63DE-A64A-89C3-5E342AE7599A}"/>
              </a:ext>
            </a:extLst>
          </p:cNvPr>
          <p:cNvGrpSpPr/>
          <p:nvPr/>
        </p:nvGrpSpPr>
        <p:grpSpPr>
          <a:xfrm>
            <a:off x="7255489" y="607842"/>
            <a:ext cx="2491388" cy="1475790"/>
            <a:chOff x="7255489" y="607842"/>
            <a:chExt cx="2491388" cy="1475790"/>
          </a:xfrm>
        </p:grpSpPr>
        <p:sp>
          <p:nvSpPr>
            <p:cNvPr id="68" name="Text Box 191">
              <a:extLst>
                <a:ext uri="{FF2B5EF4-FFF2-40B4-BE49-F238E27FC236}">
                  <a16:creationId xmlns:a16="http://schemas.microsoft.com/office/drawing/2014/main" id="{C380DA30-290E-7D46-8D2C-61FF9FCC9FE0}"/>
                </a:ext>
              </a:extLst>
            </p:cNvPr>
            <p:cNvSpPr txBox="1">
              <a:spLocks noChangeArrowheads="1"/>
            </p:cNvSpPr>
            <p:nvPr/>
          </p:nvSpPr>
          <p:spPr bwMode="auto">
            <a:xfrm>
              <a:off x="7255489" y="607842"/>
              <a:ext cx="249138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subnet 223.1.1.0/24</a:t>
              </a:r>
            </a:p>
          </p:txBody>
        </p:sp>
        <p:cxnSp>
          <p:nvCxnSpPr>
            <p:cNvPr id="8" name="Straight Connector 7">
              <a:extLst>
                <a:ext uri="{FF2B5EF4-FFF2-40B4-BE49-F238E27FC236}">
                  <a16:creationId xmlns:a16="http://schemas.microsoft.com/office/drawing/2014/main" id="{86E8DEE4-EB84-5C43-B29D-2451810BCA99}"/>
                </a:ext>
              </a:extLst>
            </p:cNvPr>
            <p:cNvCxnSpPr/>
            <p:nvPr/>
          </p:nvCxnSpPr>
          <p:spPr>
            <a:xfrm>
              <a:off x="8289561" y="944379"/>
              <a:ext cx="0" cy="1139253"/>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0" name="Group 9">
            <a:extLst>
              <a:ext uri="{FF2B5EF4-FFF2-40B4-BE49-F238E27FC236}">
                <a16:creationId xmlns:a16="http://schemas.microsoft.com/office/drawing/2014/main" id="{DEEDEA9F-4F4C-914B-B7D0-5AA93608D0D4}"/>
              </a:ext>
            </a:extLst>
          </p:cNvPr>
          <p:cNvGrpSpPr/>
          <p:nvPr/>
        </p:nvGrpSpPr>
        <p:grpSpPr>
          <a:xfrm>
            <a:off x="9531133" y="1000631"/>
            <a:ext cx="2491388" cy="1475243"/>
            <a:chOff x="9531133" y="1000631"/>
            <a:chExt cx="2491388" cy="1475243"/>
          </a:xfrm>
        </p:grpSpPr>
        <p:sp>
          <p:nvSpPr>
            <p:cNvPr id="63" name="Text Box 192">
              <a:extLst>
                <a:ext uri="{FF2B5EF4-FFF2-40B4-BE49-F238E27FC236}">
                  <a16:creationId xmlns:a16="http://schemas.microsoft.com/office/drawing/2014/main" id="{30FD6D85-B71D-B84A-94A4-AB27D89C2997}"/>
                </a:ext>
              </a:extLst>
            </p:cNvPr>
            <p:cNvSpPr txBox="1">
              <a:spLocks noChangeArrowheads="1"/>
            </p:cNvSpPr>
            <p:nvPr/>
          </p:nvSpPr>
          <p:spPr bwMode="auto">
            <a:xfrm>
              <a:off x="9531133" y="1000631"/>
              <a:ext cx="249138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subnet 223.1.2.0/24</a:t>
              </a:r>
            </a:p>
          </p:txBody>
        </p:sp>
        <p:cxnSp>
          <p:nvCxnSpPr>
            <p:cNvPr id="83" name="Straight Connector 82">
              <a:extLst>
                <a:ext uri="{FF2B5EF4-FFF2-40B4-BE49-F238E27FC236}">
                  <a16:creationId xmlns:a16="http://schemas.microsoft.com/office/drawing/2014/main" id="{1F2C7676-1B9E-6D42-9EC4-80E440D8B177}"/>
                </a:ext>
              </a:extLst>
            </p:cNvPr>
            <p:cNvCxnSpPr/>
            <p:nvPr/>
          </p:nvCxnSpPr>
          <p:spPr>
            <a:xfrm>
              <a:off x="10630525" y="1336621"/>
              <a:ext cx="0" cy="1139253"/>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71" name="Slide Number Placeholder 3">
            <a:extLst>
              <a:ext uri="{FF2B5EF4-FFF2-40B4-BE49-F238E27FC236}">
                <a16:creationId xmlns:a16="http://schemas.microsoft.com/office/drawing/2014/main" id="{FFB91F34-0D24-7E4B-BB9F-5412CC11412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31</a:t>
            </a:fld>
            <a:endParaRPr lang="en-US" dirty="0"/>
          </a:p>
        </p:txBody>
      </p:sp>
    </p:spTree>
    <p:extLst>
      <p:ext uri="{BB962C8B-B14F-4D97-AF65-F5344CB8AC3E}">
        <p14:creationId xmlns:p14="http://schemas.microsoft.com/office/powerpoint/2010/main" val="38973103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1">
                                            <p:txEl>
                                              <p:pRg st="1" end="1"/>
                                            </p:txEl>
                                          </p:spTgt>
                                        </p:tgtEl>
                                        <p:attrNameLst>
                                          <p:attrName>style.visibility</p:attrName>
                                        </p:attrNameLst>
                                      </p:cBhvr>
                                      <p:to>
                                        <p:strVal val="visible"/>
                                      </p:to>
                                    </p:set>
                                    <p:animEffect transition="in" filter="dissolve">
                                      <p:cBhvr>
                                        <p:cTn id="7" dur="500"/>
                                        <p:tgtEl>
                                          <p:spTgt spid="81">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nodeType="clickEffect">
                                  <p:stCondLst>
                                    <p:cond delay="0"/>
                                  </p:stCondLst>
                                  <p:childTnLst>
                                    <p:animEffect transition="out" filter="dissolve">
                                      <p:cBhvr>
                                        <p:cTn id="11" dur="500"/>
                                        <p:tgtEl>
                                          <p:spTgt spid="2"/>
                                        </p:tgtEl>
                                      </p:cBhvr>
                                    </p:animEffect>
                                    <p:set>
                                      <p:cBhvr>
                                        <p:cTn id="12" dur="1" fill="hold">
                                          <p:stCondLst>
                                            <p:cond delay="499"/>
                                          </p:stCondLst>
                                        </p:cTn>
                                        <p:tgtEl>
                                          <p:spTgt spid="2"/>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81">
                                            <p:txEl>
                                              <p:pRg st="2" end="2"/>
                                            </p:txEl>
                                          </p:spTgt>
                                        </p:tgtEl>
                                        <p:attrNameLst>
                                          <p:attrName>style.visibility</p:attrName>
                                        </p:attrNameLst>
                                      </p:cBhvr>
                                      <p:to>
                                        <p:strVal val="visible"/>
                                      </p:to>
                                    </p:set>
                                    <p:animEffect transition="in" filter="dissolve">
                                      <p:cBhvr>
                                        <p:cTn id="17" dur="500"/>
                                        <p:tgtEl>
                                          <p:spTgt spid="81">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dissolve">
                                      <p:cBhvr>
                                        <p:cTn id="22" dur="500"/>
                                        <p:tgtEl>
                                          <p:spTgt spid="6"/>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62"/>
                                        </p:tgtEl>
                                        <p:attrNameLst>
                                          <p:attrName>style.visibility</p:attrName>
                                        </p:attrNameLst>
                                      </p:cBhvr>
                                      <p:to>
                                        <p:strVal val="visible"/>
                                      </p:to>
                                    </p:set>
                                    <p:animEffect transition="in" filter="dissolve">
                                      <p:cBhvr>
                                        <p:cTn id="25" dur="500"/>
                                        <p:tgtEl>
                                          <p:spTgt spid="62"/>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9"/>
                                        </p:tgtEl>
                                        <p:attrNameLst>
                                          <p:attrName>style.visibility</p:attrName>
                                        </p:attrNameLst>
                                      </p:cBhvr>
                                      <p:to>
                                        <p:strVal val="visible"/>
                                      </p:to>
                                    </p:set>
                                    <p:animEffect transition="in" filter="dissolve">
                                      <p:cBhvr>
                                        <p:cTn id="30" dur="500"/>
                                        <p:tgtEl>
                                          <p:spTgt spid="9"/>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10"/>
                                        </p:tgtEl>
                                        <p:attrNameLst>
                                          <p:attrName>style.visibility</p:attrName>
                                        </p:attrNameLst>
                                      </p:cBhvr>
                                      <p:to>
                                        <p:strVal val="visible"/>
                                      </p:to>
                                    </p:set>
                                    <p:animEffect transition="in" filter="dissolve">
                                      <p:cBhvr>
                                        <p:cTn id="3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3643859" cy="894622"/>
          </a:xfrm>
        </p:spPr>
        <p:txBody>
          <a:bodyPr/>
          <a:lstStyle/>
          <a:p>
            <a:r>
              <a:rPr lang="en-US" altLang="en-US" dirty="0">
                <a:ea typeface="ＭＳ Ｐゴシック" panose="020B0600070205080204" pitchFamily="34" charset="-128"/>
              </a:rPr>
              <a:t>Subnets</a:t>
            </a:r>
            <a:endParaRPr lang="en-US" dirty="0"/>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1015714" y="1485533"/>
            <a:ext cx="2992759" cy="282701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3075" marR="0" lvl="0" indent="-342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where are the subnets?</a:t>
            </a:r>
          </a:p>
          <a:p>
            <a:pPr marL="473075" marR="0" lvl="0" indent="-342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what are the /24 subnet addresses?</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71" name="Freeform 2">
            <a:extLst>
              <a:ext uri="{FF2B5EF4-FFF2-40B4-BE49-F238E27FC236}">
                <a16:creationId xmlns:a16="http://schemas.microsoft.com/office/drawing/2014/main" id="{AAAD98F7-32F1-BF4B-98CB-45DEB61CE5A7}"/>
              </a:ext>
            </a:extLst>
          </p:cNvPr>
          <p:cNvSpPr>
            <a:spLocks/>
          </p:cNvSpPr>
          <p:nvPr/>
        </p:nvSpPr>
        <p:spPr bwMode="auto">
          <a:xfrm>
            <a:off x="7898119" y="2985309"/>
            <a:ext cx="1268413" cy="1463675"/>
          </a:xfrm>
          <a:custGeom>
            <a:avLst/>
            <a:gdLst>
              <a:gd name="T0" fmla="*/ 2147483647 w 799"/>
              <a:gd name="T1" fmla="*/ 2147483647 h 922"/>
              <a:gd name="T2" fmla="*/ 2147483647 w 799"/>
              <a:gd name="T3" fmla="*/ 2147483647 h 922"/>
              <a:gd name="T4" fmla="*/ 2147483647 w 799"/>
              <a:gd name="T5" fmla="*/ 2147483647 h 922"/>
              <a:gd name="T6" fmla="*/ 2147483647 w 799"/>
              <a:gd name="T7" fmla="*/ 2147483647 h 922"/>
              <a:gd name="T8" fmla="*/ 2147483647 w 799"/>
              <a:gd name="T9" fmla="*/ 2147483647 h 922"/>
              <a:gd name="T10" fmla="*/ 2147483647 w 799"/>
              <a:gd name="T11" fmla="*/ 0 h 922"/>
              <a:gd name="T12" fmla="*/ 2147483647 w 799"/>
              <a:gd name="T13" fmla="*/ 2147483647 h 922"/>
              <a:gd name="T14" fmla="*/ 0 60000 65536"/>
              <a:gd name="T15" fmla="*/ 0 60000 65536"/>
              <a:gd name="T16" fmla="*/ 0 60000 65536"/>
              <a:gd name="T17" fmla="*/ 0 60000 65536"/>
              <a:gd name="T18" fmla="*/ 0 60000 65536"/>
              <a:gd name="T19" fmla="*/ 0 60000 65536"/>
              <a:gd name="T20" fmla="*/ 0 60000 65536"/>
              <a:gd name="T21" fmla="*/ 0 w 799"/>
              <a:gd name="T22" fmla="*/ 0 h 922"/>
              <a:gd name="T23" fmla="*/ 799 w 799"/>
              <a:gd name="T24" fmla="*/ 922 h 9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99" h="922">
                <a:moveTo>
                  <a:pt x="6" y="66"/>
                </a:moveTo>
                <a:cubicBezTo>
                  <a:pt x="13" y="117"/>
                  <a:pt x="234" y="314"/>
                  <a:pt x="341" y="446"/>
                </a:cubicBezTo>
                <a:cubicBezTo>
                  <a:pt x="448" y="578"/>
                  <a:pt x="577" y="794"/>
                  <a:pt x="648" y="858"/>
                </a:cubicBezTo>
                <a:cubicBezTo>
                  <a:pt x="719" y="922"/>
                  <a:pt x="799" y="912"/>
                  <a:pt x="768" y="828"/>
                </a:cubicBezTo>
                <a:cubicBezTo>
                  <a:pt x="737" y="744"/>
                  <a:pt x="581" y="492"/>
                  <a:pt x="463" y="354"/>
                </a:cubicBezTo>
                <a:cubicBezTo>
                  <a:pt x="345" y="216"/>
                  <a:pt x="136" y="48"/>
                  <a:pt x="60" y="0"/>
                </a:cubicBezTo>
                <a:cubicBezTo>
                  <a:pt x="25" y="47"/>
                  <a:pt x="0" y="15"/>
                  <a:pt x="6" y="66"/>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3">
            <a:extLst>
              <a:ext uri="{FF2B5EF4-FFF2-40B4-BE49-F238E27FC236}">
                <a16:creationId xmlns:a16="http://schemas.microsoft.com/office/drawing/2014/main" id="{6488F527-6BB3-D24E-8C51-EEDC124AD307}"/>
              </a:ext>
            </a:extLst>
          </p:cNvPr>
          <p:cNvSpPr>
            <a:spLocks/>
          </p:cNvSpPr>
          <p:nvPr/>
        </p:nvSpPr>
        <p:spPr bwMode="auto">
          <a:xfrm>
            <a:off x="6699842" y="4496609"/>
            <a:ext cx="2098623" cy="361221"/>
          </a:xfrm>
          <a:custGeom>
            <a:avLst/>
            <a:gdLst>
              <a:gd name="T0" fmla="*/ 2147483647 w 1422"/>
              <a:gd name="T1" fmla="*/ 2147483647 h 206"/>
              <a:gd name="T2" fmla="*/ 2147483647 w 1422"/>
              <a:gd name="T3" fmla="*/ 2147483647 h 206"/>
              <a:gd name="T4" fmla="*/ 2147483647 w 1422"/>
              <a:gd name="T5" fmla="*/ 2147483647 h 206"/>
              <a:gd name="T6" fmla="*/ 2147483647 w 1422"/>
              <a:gd name="T7" fmla="*/ 2147483647 h 206"/>
              <a:gd name="T8" fmla="*/ 2147483647 w 1422"/>
              <a:gd name="T9" fmla="*/ 2147483647 h 206"/>
              <a:gd name="T10" fmla="*/ 2147483647 w 1422"/>
              <a:gd name="T11" fmla="*/ 2147483647 h 206"/>
              <a:gd name="T12" fmla="*/ 2147483647 w 1422"/>
              <a:gd name="T13" fmla="*/ 2147483647 h 206"/>
              <a:gd name="T14" fmla="*/ 0 60000 65536"/>
              <a:gd name="T15" fmla="*/ 0 60000 65536"/>
              <a:gd name="T16" fmla="*/ 0 60000 65536"/>
              <a:gd name="T17" fmla="*/ 0 60000 65536"/>
              <a:gd name="T18" fmla="*/ 0 60000 65536"/>
              <a:gd name="T19" fmla="*/ 0 60000 65536"/>
              <a:gd name="T20" fmla="*/ 0 60000 65536"/>
              <a:gd name="T21" fmla="*/ 0 w 1422"/>
              <a:gd name="T22" fmla="*/ 0 h 206"/>
              <a:gd name="T23" fmla="*/ 1422 w 1422"/>
              <a:gd name="T24" fmla="*/ 206 h 20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22" h="206">
                <a:moveTo>
                  <a:pt x="42" y="176"/>
                </a:moveTo>
                <a:cubicBezTo>
                  <a:pt x="84" y="206"/>
                  <a:pt x="437" y="167"/>
                  <a:pt x="641" y="166"/>
                </a:cubicBezTo>
                <a:cubicBezTo>
                  <a:pt x="845" y="165"/>
                  <a:pt x="1153" y="192"/>
                  <a:pt x="1266" y="170"/>
                </a:cubicBezTo>
                <a:cubicBezTo>
                  <a:pt x="1379" y="148"/>
                  <a:pt x="1422" y="58"/>
                  <a:pt x="1320" y="32"/>
                </a:cubicBezTo>
                <a:cubicBezTo>
                  <a:pt x="1218" y="6"/>
                  <a:pt x="869" y="15"/>
                  <a:pt x="657" y="14"/>
                </a:cubicBezTo>
                <a:cubicBezTo>
                  <a:pt x="445" y="13"/>
                  <a:pt x="147" y="0"/>
                  <a:pt x="45" y="27"/>
                </a:cubicBezTo>
                <a:cubicBezTo>
                  <a:pt x="56" y="84"/>
                  <a:pt x="0" y="146"/>
                  <a:pt x="42" y="176"/>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4">
            <a:extLst>
              <a:ext uri="{FF2B5EF4-FFF2-40B4-BE49-F238E27FC236}">
                <a16:creationId xmlns:a16="http://schemas.microsoft.com/office/drawing/2014/main" id="{BB5B858F-E6BD-CD40-8B14-32C4CBF3D8BB}"/>
              </a:ext>
            </a:extLst>
          </p:cNvPr>
          <p:cNvSpPr>
            <a:spLocks/>
          </p:cNvSpPr>
          <p:nvPr/>
        </p:nvSpPr>
        <p:spPr bwMode="auto">
          <a:xfrm>
            <a:off x="6345544" y="2909109"/>
            <a:ext cx="1158875" cy="1547813"/>
          </a:xfrm>
          <a:custGeom>
            <a:avLst/>
            <a:gdLst>
              <a:gd name="T0" fmla="*/ 2147483647 w 730"/>
              <a:gd name="T1" fmla="*/ 2147483647 h 975"/>
              <a:gd name="T2" fmla="*/ 2147483647 w 730"/>
              <a:gd name="T3" fmla="*/ 2147483647 h 975"/>
              <a:gd name="T4" fmla="*/ 2147483647 w 730"/>
              <a:gd name="T5" fmla="*/ 2147483647 h 975"/>
              <a:gd name="T6" fmla="*/ 2147483647 w 730"/>
              <a:gd name="T7" fmla="*/ 2147483647 h 975"/>
              <a:gd name="T8" fmla="*/ 2147483647 w 730"/>
              <a:gd name="T9" fmla="*/ 2147483647 h 975"/>
              <a:gd name="T10" fmla="*/ 0 w 730"/>
              <a:gd name="T11" fmla="*/ 2147483647 h 975"/>
              <a:gd name="T12" fmla="*/ 2147483647 w 730"/>
              <a:gd name="T13" fmla="*/ 2147483647 h 975"/>
              <a:gd name="T14" fmla="*/ 0 60000 65536"/>
              <a:gd name="T15" fmla="*/ 0 60000 65536"/>
              <a:gd name="T16" fmla="*/ 0 60000 65536"/>
              <a:gd name="T17" fmla="*/ 0 60000 65536"/>
              <a:gd name="T18" fmla="*/ 0 60000 65536"/>
              <a:gd name="T19" fmla="*/ 0 60000 65536"/>
              <a:gd name="T20" fmla="*/ 0 60000 65536"/>
              <a:gd name="T21" fmla="*/ 0 w 730"/>
              <a:gd name="T22" fmla="*/ 0 h 975"/>
              <a:gd name="T23" fmla="*/ 730 w 730"/>
              <a:gd name="T24" fmla="*/ 975 h 97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30" h="975">
                <a:moveTo>
                  <a:pt x="157" y="952"/>
                </a:moveTo>
                <a:cubicBezTo>
                  <a:pt x="272" y="930"/>
                  <a:pt x="357" y="644"/>
                  <a:pt x="462" y="498"/>
                </a:cubicBezTo>
                <a:cubicBezTo>
                  <a:pt x="554" y="363"/>
                  <a:pt x="686" y="220"/>
                  <a:pt x="708" y="144"/>
                </a:cubicBezTo>
                <a:cubicBezTo>
                  <a:pt x="730" y="68"/>
                  <a:pt x="654" y="0"/>
                  <a:pt x="594" y="42"/>
                </a:cubicBezTo>
                <a:cubicBezTo>
                  <a:pt x="534" y="84"/>
                  <a:pt x="447" y="253"/>
                  <a:pt x="348" y="396"/>
                </a:cubicBezTo>
                <a:cubicBezTo>
                  <a:pt x="249" y="539"/>
                  <a:pt x="32" y="807"/>
                  <a:pt x="0" y="900"/>
                </a:cubicBezTo>
                <a:cubicBezTo>
                  <a:pt x="53" y="924"/>
                  <a:pt x="43" y="975"/>
                  <a:pt x="157" y="952"/>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5">
            <a:extLst>
              <a:ext uri="{FF2B5EF4-FFF2-40B4-BE49-F238E27FC236}">
                <a16:creationId xmlns:a16="http://schemas.microsoft.com/office/drawing/2014/main" id="{75589C7B-69B2-8940-9517-2C5A1E5A6E79}"/>
              </a:ext>
            </a:extLst>
          </p:cNvPr>
          <p:cNvSpPr>
            <a:spLocks/>
          </p:cNvSpPr>
          <p:nvPr/>
        </p:nvSpPr>
        <p:spPr bwMode="auto">
          <a:xfrm rot="5265760">
            <a:off x="7334817" y="866004"/>
            <a:ext cx="1078238" cy="216217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Line 14">
            <a:extLst>
              <a:ext uri="{FF2B5EF4-FFF2-40B4-BE49-F238E27FC236}">
                <a16:creationId xmlns:a16="http://schemas.microsoft.com/office/drawing/2014/main" id="{A27AACF9-29AB-1F42-A979-89DBCB8DCBAB}"/>
              </a:ext>
            </a:extLst>
          </p:cNvPr>
          <p:cNvSpPr>
            <a:spLocks noChangeShapeType="1"/>
          </p:cNvSpPr>
          <p:nvPr/>
        </p:nvSpPr>
        <p:spPr bwMode="auto">
          <a:xfrm flipH="1">
            <a:off x="7639357" y="1956609"/>
            <a:ext cx="3175" cy="59213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Text Box 15">
            <a:extLst>
              <a:ext uri="{FF2B5EF4-FFF2-40B4-BE49-F238E27FC236}">
                <a16:creationId xmlns:a16="http://schemas.microsoft.com/office/drawing/2014/main" id="{86ABE5DC-F743-3B4F-90D0-2B2BE524A3D1}"/>
              </a:ext>
            </a:extLst>
          </p:cNvPr>
          <p:cNvSpPr txBox="1">
            <a:spLocks noChangeArrowheads="1"/>
          </p:cNvSpPr>
          <p:nvPr/>
        </p:nvSpPr>
        <p:spPr bwMode="auto">
          <a:xfrm>
            <a:off x="6099456" y="140389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9" name="Rectangle 16">
            <a:extLst>
              <a:ext uri="{FF2B5EF4-FFF2-40B4-BE49-F238E27FC236}">
                <a16:creationId xmlns:a16="http://schemas.microsoft.com/office/drawing/2014/main" id="{8DA80CA3-4BFA-544E-B250-26C540FFA16B}"/>
              </a:ext>
            </a:extLst>
          </p:cNvPr>
          <p:cNvSpPr>
            <a:spLocks noChangeArrowheads="1"/>
          </p:cNvSpPr>
          <p:nvPr/>
        </p:nvSpPr>
        <p:spPr bwMode="auto">
          <a:xfrm>
            <a:off x="7474572" y="2218547"/>
            <a:ext cx="309562" cy="180975"/>
          </a:xfrm>
          <a:prstGeom prst="rect">
            <a:avLst/>
          </a:prstGeom>
          <a:solidFill>
            <a:srgbClr val="9CE0FA"/>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0" name="Text Box 17">
            <a:extLst>
              <a:ext uri="{FF2B5EF4-FFF2-40B4-BE49-F238E27FC236}">
                <a16:creationId xmlns:a16="http://schemas.microsoft.com/office/drawing/2014/main" id="{BE68A712-57FB-6F4C-A3FB-152525A06D14}"/>
              </a:ext>
            </a:extLst>
          </p:cNvPr>
          <p:cNvSpPr txBox="1">
            <a:spLocks noChangeArrowheads="1"/>
          </p:cNvSpPr>
          <p:nvPr/>
        </p:nvSpPr>
        <p:spPr bwMode="auto">
          <a:xfrm>
            <a:off x="7211846" y="2127679"/>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223.1.1.3</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1" name="Text Box 18">
            <a:extLst>
              <a:ext uri="{FF2B5EF4-FFF2-40B4-BE49-F238E27FC236}">
                <a16:creationId xmlns:a16="http://schemas.microsoft.com/office/drawing/2014/main" id="{9676552A-43A0-714A-AEA1-0C4E2D4CA023}"/>
              </a:ext>
            </a:extLst>
          </p:cNvPr>
          <p:cNvSpPr txBox="1">
            <a:spLocks noChangeArrowheads="1"/>
          </p:cNvSpPr>
          <p:nvPr/>
        </p:nvSpPr>
        <p:spPr bwMode="auto">
          <a:xfrm>
            <a:off x="8486925" y="1514459"/>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223.1.1.4</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2" name="Freeform 19">
            <a:extLst>
              <a:ext uri="{FF2B5EF4-FFF2-40B4-BE49-F238E27FC236}">
                <a16:creationId xmlns:a16="http://schemas.microsoft.com/office/drawing/2014/main" id="{CCFF2B55-E38D-3247-9770-7C4658805194}"/>
              </a:ext>
            </a:extLst>
          </p:cNvPr>
          <p:cNvSpPr>
            <a:spLocks/>
          </p:cNvSpPr>
          <p:nvPr/>
        </p:nvSpPr>
        <p:spPr bwMode="auto">
          <a:xfrm>
            <a:off x="5405744" y="4847609"/>
            <a:ext cx="1539875" cy="1070265"/>
          </a:xfrm>
          <a:custGeom>
            <a:avLst/>
            <a:gdLst>
              <a:gd name="T0" fmla="*/ 2147483647 w 970"/>
              <a:gd name="T1" fmla="*/ 2147483647 h 939"/>
              <a:gd name="T2" fmla="*/ 2147483647 w 970"/>
              <a:gd name="T3" fmla="*/ 2147483647 h 939"/>
              <a:gd name="T4" fmla="*/ 2147483647 w 970"/>
              <a:gd name="T5" fmla="*/ 2147483647 h 939"/>
              <a:gd name="T6" fmla="*/ 2147483647 w 970"/>
              <a:gd name="T7" fmla="*/ 2147483647 h 939"/>
              <a:gd name="T8" fmla="*/ 2147483647 w 970"/>
              <a:gd name="T9" fmla="*/ 2147483647 h 939"/>
              <a:gd name="T10" fmla="*/ 2147483647 w 970"/>
              <a:gd name="T11" fmla="*/ 2147483647 h 939"/>
              <a:gd name="T12" fmla="*/ 2147483647 w 970"/>
              <a:gd name="T13" fmla="*/ 2147483647 h 939"/>
              <a:gd name="T14" fmla="*/ 2147483647 w 970"/>
              <a:gd name="T15" fmla="*/ 2147483647 h 939"/>
              <a:gd name="T16" fmla="*/ 2147483647 w 970"/>
              <a:gd name="T17" fmla="*/ 2147483647 h 939"/>
              <a:gd name="T18" fmla="*/ 2147483647 w 970"/>
              <a:gd name="T19" fmla="*/ 2147483647 h 939"/>
              <a:gd name="T20" fmla="*/ 2147483647 w 970"/>
              <a:gd name="T21" fmla="*/ 2147483647 h 939"/>
              <a:gd name="T22" fmla="*/ 2147483647 w 970"/>
              <a:gd name="T23" fmla="*/ 2147483647 h 939"/>
              <a:gd name="T24" fmla="*/ 2147483647 w 970"/>
              <a:gd name="T25" fmla="*/ 2147483647 h 9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0"/>
              <a:gd name="T40" fmla="*/ 0 h 939"/>
              <a:gd name="T41" fmla="*/ 970 w 970"/>
              <a:gd name="T42" fmla="*/ 939 h 9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0" h="939">
                <a:moveTo>
                  <a:pt x="451" y="41"/>
                </a:moveTo>
                <a:cubicBezTo>
                  <a:pt x="415" y="47"/>
                  <a:pt x="452" y="358"/>
                  <a:pt x="388" y="431"/>
                </a:cubicBezTo>
                <a:cubicBezTo>
                  <a:pt x="324" y="504"/>
                  <a:pt x="128" y="419"/>
                  <a:pt x="64" y="479"/>
                </a:cubicBezTo>
                <a:cubicBezTo>
                  <a:pt x="0" y="539"/>
                  <a:pt x="1" y="718"/>
                  <a:pt x="7" y="791"/>
                </a:cubicBezTo>
                <a:cubicBezTo>
                  <a:pt x="13" y="864"/>
                  <a:pt x="31" y="901"/>
                  <a:pt x="100" y="920"/>
                </a:cubicBezTo>
                <a:cubicBezTo>
                  <a:pt x="169" y="939"/>
                  <a:pt x="329" y="908"/>
                  <a:pt x="421" y="905"/>
                </a:cubicBezTo>
                <a:cubicBezTo>
                  <a:pt x="513" y="902"/>
                  <a:pt x="572" y="913"/>
                  <a:pt x="652" y="905"/>
                </a:cubicBezTo>
                <a:cubicBezTo>
                  <a:pt x="732" y="897"/>
                  <a:pt x="860" y="929"/>
                  <a:pt x="904" y="857"/>
                </a:cubicBezTo>
                <a:cubicBezTo>
                  <a:pt x="948" y="785"/>
                  <a:pt x="970" y="542"/>
                  <a:pt x="916" y="473"/>
                </a:cubicBezTo>
                <a:cubicBezTo>
                  <a:pt x="862" y="404"/>
                  <a:pt x="645" y="511"/>
                  <a:pt x="580" y="443"/>
                </a:cubicBezTo>
                <a:cubicBezTo>
                  <a:pt x="515" y="375"/>
                  <a:pt x="534" y="130"/>
                  <a:pt x="526" y="65"/>
                </a:cubicBezTo>
                <a:cubicBezTo>
                  <a:pt x="518" y="0"/>
                  <a:pt x="542" y="57"/>
                  <a:pt x="529" y="53"/>
                </a:cubicBezTo>
                <a:cubicBezTo>
                  <a:pt x="520" y="26"/>
                  <a:pt x="487" y="35"/>
                  <a:pt x="451" y="41"/>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Line 34">
            <a:extLst>
              <a:ext uri="{FF2B5EF4-FFF2-40B4-BE49-F238E27FC236}">
                <a16:creationId xmlns:a16="http://schemas.microsoft.com/office/drawing/2014/main" id="{5BEBE0C0-602D-CA47-91CB-81EACE7498F7}"/>
              </a:ext>
            </a:extLst>
          </p:cNvPr>
          <p:cNvSpPr>
            <a:spLocks noChangeShapeType="1"/>
          </p:cNvSpPr>
          <p:nvPr/>
        </p:nvSpPr>
        <p:spPr bwMode="auto">
          <a:xfrm>
            <a:off x="6161394" y="4833159"/>
            <a:ext cx="7938" cy="5619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Text Box 40">
            <a:extLst>
              <a:ext uri="{FF2B5EF4-FFF2-40B4-BE49-F238E27FC236}">
                <a16:creationId xmlns:a16="http://schemas.microsoft.com/office/drawing/2014/main" id="{EFBEBACC-6C23-394B-9616-85081FAC0AC6}"/>
              </a:ext>
            </a:extLst>
          </p:cNvPr>
          <p:cNvSpPr txBox="1">
            <a:spLocks noChangeArrowheads="1"/>
          </p:cNvSpPr>
          <p:nvPr/>
        </p:nvSpPr>
        <p:spPr bwMode="auto">
          <a:xfrm>
            <a:off x="6523633" y="5561966"/>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223.1.2.2</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28" name="Rectangle 42">
            <a:extLst>
              <a:ext uri="{FF2B5EF4-FFF2-40B4-BE49-F238E27FC236}">
                <a16:creationId xmlns:a16="http://schemas.microsoft.com/office/drawing/2014/main" id="{4463C3B6-3442-A848-96F8-45BDEAD65EC7}"/>
              </a:ext>
            </a:extLst>
          </p:cNvPr>
          <p:cNvSpPr>
            <a:spLocks noChangeArrowheads="1"/>
          </p:cNvSpPr>
          <p:nvPr/>
        </p:nvSpPr>
        <p:spPr bwMode="auto">
          <a:xfrm>
            <a:off x="6109914" y="4958572"/>
            <a:ext cx="128587" cy="180975"/>
          </a:xfrm>
          <a:prstGeom prst="rect">
            <a:avLst/>
          </a:prstGeom>
          <a:solidFill>
            <a:srgbClr val="9CE0FA"/>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29" name="Text Box 43">
            <a:extLst>
              <a:ext uri="{FF2B5EF4-FFF2-40B4-BE49-F238E27FC236}">
                <a16:creationId xmlns:a16="http://schemas.microsoft.com/office/drawing/2014/main" id="{0DD50976-05F4-7849-BC93-4C4F6CC58AA1}"/>
              </a:ext>
            </a:extLst>
          </p:cNvPr>
          <p:cNvSpPr txBox="1">
            <a:spLocks noChangeArrowheads="1"/>
          </p:cNvSpPr>
          <p:nvPr/>
        </p:nvSpPr>
        <p:spPr bwMode="auto">
          <a:xfrm>
            <a:off x="5577277" y="4875981"/>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223.1.2.6</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0" name="Freeform 45">
            <a:extLst>
              <a:ext uri="{FF2B5EF4-FFF2-40B4-BE49-F238E27FC236}">
                <a16:creationId xmlns:a16="http://schemas.microsoft.com/office/drawing/2014/main" id="{2242FC36-42F5-C242-B9D7-9C37B5FAD3AB}"/>
              </a:ext>
            </a:extLst>
          </p:cNvPr>
          <p:cNvSpPr>
            <a:spLocks/>
          </p:cNvSpPr>
          <p:nvPr/>
        </p:nvSpPr>
        <p:spPr bwMode="auto">
          <a:xfrm>
            <a:off x="8423582" y="4858944"/>
            <a:ext cx="1539875" cy="1129777"/>
          </a:xfrm>
          <a:custGeom>
            <a:avLst/>
            <a:gdLst>
              <a:gd name="T0" fmla="*/ 2147483647 w 970"/>
              <a:gd name="T1" fmla="*/ 2147483647 h 939"/>
              <a:gd name="T2" fmla="*/ 2147483647 w 970"/>
              <a:gd name="T3" fmla="*/ 2147483647 h 939"/>
              <a:gd name="T4" fmla="*/ 2147483647 w 970"/>
              <a:gd name="T5" fmla="*/ 2147483647 h 939"/>
              <a:gd name="T6" fmla="*/ 2147483647 w 970"/>
              <a:gd name="T7" fmla="*/ 2147483647 h 939"/>
              <a:gd name="T8" fmla="*/ 2147483647 w 970"/>
              <a:gd name="T9" fmla="*/ 2147483647 h 939"/>
              <a:gd name="T10" fmla="*/ 2147483647 w 970"/>
              <a:gd name="T11" fmla="*/ 2147483647 h 939"/>
              <a:gd name="T12" fmla="*/ 2147483647 w 970"/>
              <a:gd name="T13" fmla="*/ 2147483647 h 939"/>
              <a:gd name="T14" fmla="*/ 2147483647 w 970"/>
              <a:gd name="T15" fmla="*/ 2147483647 h 939"/>
              <a:gd name="T16" fmla="*/ 2147483647 w 970"/>
              <a:gd name="T17" fmla="*/ 2147483647 h 939"/>
              <a:gd name="T18" fmla="*/ 2147483647 w 970"/>
              <a:gd name="T19" fmla="*/ 2147483647 h 939"/>
              <a:gd name="T20" fmla="*/ 2147483647 w 970"/>
              <a:gd name="T21" fmla="*/ 2147483647 h 939"/>
              <a:gd name="T22" fmla="*/ 2147483647 w 970"/>
              <a:gd name="T23" fmla="*/ 2147483647 h 939"/>
              <a:gd name="T24" fmla="*/ 2147483647 w 970"/>
              <a:gd name="T25" fmla="*/ 2147483647 h 9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0"/>
              <a:gd name="T40" fmla="*/ 0 h 939"/>
              <a:gd name="T41" fmla="*/ 970 w 970"/>
              <a:gd name="T42" fmla="*/ 939 h 9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0" h="939">
                <a:moveTo>
                  <a:pt x="451" y="41"/>
                </a:moveTo>
                <a:cubicBezTo>
                  <a:pt x="415" y="47"/>
                  <a:pt x="452" y="358"/>
                  <a:pt x="388" y="431"/>
                </a:cubicBezTo>
                <a:cubicBezTo>
                  <a:pt x="324" y="504"/>
                  <a:pt x="128" y="419"/>
                  <a:pt x="64" y="479"/>
                </a:cubicBezTo>
                <a:cubicBezTo>
                  <a:pt x="0" y="539"/>
                  <a:pt x="1" y="718"/>
                  <a:pt x="7" y="791"/>
                </a:cubicBezTo>
                <a:cubicBezTo>
                  <a:pt x="13" y="864"/>
                  <a:pt x="31" y="901"/>
                  <a:pt x="100" y="920"/>
                </a:cubicBezTo>
                <a:cubicBezTo>
                  <a:pt x="169" y="939"/>
                  <a:pt x="329" y="908"/>
                  <a:pt x="421" y="905"/>
                </a:cubicBezTo>
                <a:cubicBezTo>
                  <a:pt x="513" y="902"/>
                  <a:pt x="572" y="913"/>
                  <a:pt x="652" y="905"/>
                </a:cubicBezTo>
                <a:cubicBezTo>
                  <a:pt x="732" y="897"/>
                  <a:pt x="860" y="929"/>
                  <a:pt x="904" y="857"/>
                </a:cubicBezTo>
                <a:cubicBezTo>
                  <a:pt x="948" y="785"/>
                  <a:pt x="970" y="542"/>
                  <a:pt x="916" y="473"/>
                </a:cubicBezTo>
                <a:cubicBezTo>
                  <a:pt x="862" y="404"/>
                  <a:pt x="645" y="511"/>
                  <a:pt x="580" y="443"/>
                </a:cubicBezTo>
                <a:cubicBezTo>
                  <a:pt x="515" y="375"/>
                  <a:pt x="534" y="130"/>
                  <a:pt x="526" y="65"/>
                </a:cubicBezTo>
                <a:cubicBezTo>
                  <a:pt x="518" y="0"/>
                  <a:pt x="542" y="57"/>
                  <a:pt x="529" y="53"/>
                </a:cubicBezTo>
                <a:cubicBezTo>
                  <a:pt x="520" y="26"/>
                  <a:pt x="487" y="35"/>
                  <a:pt x="451" y="41"/>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Line 60">
            <a:extLst>
              <a:ext uri="{FF2B5EF4-FFF2-40B4-BE49-F238E27FC236}">
                <a16:creationId xmlns:a16="http://schemas.microsoft.com/office/drawing/2014/main" id="{6B24106E-72F9-F24A-B2D8-8555ACB90C47}"/>
              </a:ext>
            </a:extLst>
          </p:cNvPr>
          <p:cNvSpPr>
            <a:spLocks noChangeShapeType="1"/>
          </p:cNvSpPr>
          <p:nvPr/>
        </p:nvSpPr>
        <p:spPr bwMode="auto">
          <a:xfrm>
            <a:off x="9190344" y="4852209"/>
            <a:ext cx="1588" cy="5207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Text Box 66">
            <a:extLst>
              <a:ext uri="{FF2B5EF4-FFF2-40B4-BE49-F238E27FC236}">
                <a16:creationId xmlns:a16="http://schemas.microsoft.com/office/drawing/2014/main" id="{23AF778F-58D8-8A4E-9DBF-1A23C3456324}"/>
              </a:ext>
            </a:extLst>
          </p:cNvPr>
          <p:cNvSpPr txBox="1">
            <a:spLocks noChangeArrowheads="1"/>
          </p:cNvSpPr>
          <p:nvPr/>
        </p:nvSpPr>
        <p:spPr bwMode="auto">
          <a:xfrm>
            <a:off x="9708446" y="5757661"/>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223.1.3.2</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5" name="Text Box 67">
            <a:extLst>
              <a:ext uri="{FF2B5EF4-FFF2-40B4-BE49-F238E27FC236}">
                <a16:creationId xmlns:a16="http://schemas.microsoft.com/office/drawing/2014/main" id="{C3593735-4F8F-8145-8D53-54EE001CC0EA}"/>
              </a:ext>
            </a:extLst>
          </p:cNvPr>
          <p:cNvSpPr txBox="1">
            <a:spLocks noChangeArrowheads="1"/>
          </p:cNvSpPr>
          <p:nvPr/>
        </p:nvSpPr>
        <p:spPr bwMode="auto">
          <a:xfrm>
            <a:off x="7937662" y="5659381"/>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223.1.3.1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6" name="Rectangle 68">
            <a:extLst>
              <a:ext uri="{FF2B5EF4-FFF2-40B4-BE49-F238E27FC236}">
                <a16:creationId xmlns:a16="http://schemas.microsoft.com/office/drawing/2014/main" id="{307F4518-61FD-6F49-B353-C72065084030}"/>
              </a:ext>
            </a:extLst>
          </p:cNvPr>
          <p:cNvSpPr>
            <a:spLocks noChangeArrowheads="1"/>
          </p:cNvSpPr>
          <p:nvPr/>
        </p:nvSpPr>
        <p:spPr bwMode="auto">
          <a:xfrm>
            <a:off x="9131607" y="4952222"/>
            <a:ext cx="128587" cy="180975"/>
          </a:xfrm>
          <a:prstGeom prst="rect">
            <a:avLst/>
          </a:prstGeom>
          <a:solidFill>
            <a:srgbClr val="9CE0FA"/>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7" name="Text Box 69">
            <a:extLst>
              <a:ext uri="{FF2B5EF4-FFF2-40B4-BE49-F238E27FC236}">
                <a16:creationId xmlns:a16="http://schemas.microsoft.com/office/drawing/2014/main" id="{886AD721-E620-3744-9A4F-14D911065EF9}"/>
              </a:ext>
            </a:extLst>
          </p:cNvPr>
          <p:cNvSpPr txBox="1">
            <a:spLocks noChangeArrowheads="1"/>
          </p:cNvSpPr>
          <p:nvPr/>
        </p:nvSpPr>
        <p:spPr bwMode="auto">
          <a:xfrm>
            <a:off x="8621888" y="4864398"/>
            <a:ext cx="106792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223.1.3.27</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42" name="Text Box 86">
            <a:extLst>
              <a:ext uri="{FF2B5EF4-FFF2-40B4-BE49-F238E27FC236}">
                <a16:creationId xmlns:a16="http://schemas.microsoft.com/office/drawing/2014/main" id="{3F0DAD26-C5A6-A649-906B-10FDCAFAA6CE}"/>
              </a:ext>
            </a:extLst>
          </p:cNvPr>
          <p:cNvSpPr txBox="1">
            <a:spLocks noChangeArrowheads="1"/>
          </p:cNvSpPr>
          <p:nvPr/>
        </p:nvSpPr>
        <p:spPr bwMode="auto">
          <a:xfrm>
            <a:off x="7401232" y="55823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223.1.1.2</a:t>
            </a:r>
          </a:p>
        </p:txBody>
      </p:sp>
      <p:sp>
        <p:nvSpPr>
          <p:cNvPr id="143" name="Line 87">
            <a:extLst>
              <a:ext uri="{FF2B5EF4-FFF2-40B4-BE49-F238E27FC236}">
                <a16:creationId xmlns:a16="http://schemas.microsoft.com/office/drawing/2014/main" id="{F47550F3-7907-044F-86DE-F56147AC606E}"/>
              </a:ext>
            </a:extLst>
          </p:cNvPr>
          <p:cNvSpPr>
            <a:spLocks noChangeShapeType="1"/>
          </p:cNvSpPr>
          <p:nvPr/>
        </p:nvSpPr>
        <p:spPr bwMode="auto">
          <a:xfrm flipV="1">
            <a:off x="6374119" y="2928159"/>
            <a:ext cx="1114425" cy="15430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Line 88">
            <a:extLst>
              <a:ext uri="{FF2B5EF4-FFF2-40B4-BE49-F238E27FC236}">
                <a16:creationId xmlns:a16="http://schemas.microsoft.com/office/drawing/2014/main" id="{EE6A5D44-6552-2043-ACBE-3134891144FA}"/>
              </a:ext>
            </a:extLst>
          </p:cNvPr>
          <p:cNvSpPr>
            <a:spLocks noChangeShapeType="1"/>
          </p:cNvSpPr>
          <p:nvPr/>
        </p:nvSpPr>
        <p:spPr bwMode="auto">
          <a:xfrm flipH="1" flipV="1">
            <a:off x="7888594" y="2909109"/>
            <a:ext cx="1276350" cy="15430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Line 89">
            <a:extLst>
              <a:ext uri="{FF2B5EF4-FFF2-40B4-BE49-F238E27FC236}">
                <a16:creationId xmlns:a16="http://schemas.microsoft.com/office/drawing/2014/main" id="{CBC592C5-3F61-4843-8C7F-5AE59C480813}"/>
              </a:ext>
            </a:extLst>
          </p:cNvPr>
          <p:cNvSpPr>
            <a:spLocks noChangeShapeType="1"/>
          </p:cNvSpPr>
          <p:nvPr/>
        </p:nvSpPr>
        <p:spPr bwMode="auto">
          <a:xfrm flipH="1" flipV="1">
            <a:off x="6564619" y="4671234"/>
            <a:ext cx="2305050" cy="952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Text Box 90">
            <a:extLst>
              <a:ext uri="{FF2B5EF4-FFF2-40B4-BE49-F238E27FC236}">
                <a16:creationId xmlns:a16="http://schemas.microsoft.com/office/drawing/2014/main" id="{CFD1C51D-A458-6443-B0F5-946E54EC123E}"/>
              </a:ext>
            </a:extLst>
          </p:cNvPr>
          <p:cNvSpPr txBox="1">
            <a:spLocks noChangeArrowheads="1"/>
          </p:cNvSpPr>
          <p:nvPr/>
        </p:nvSpPr>
        <p:spPr bwMode="auto">
          <a:xfrm>
            <a:off x="7967969" y="282179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223.1.7.0</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59" name="Text Box 91">
            <a:extLst>
              <a:ext uri="{FF2B5EF4-FFF2-40B4-BE49-F238E27FC236}">
                <a16:creationId xmlns:a16="http://schemas.microsoft.com/office/drawing/2014/main" id="{F8EF7741-B8E7-0B4C-A5A4-FDEF5DDBCF42}"/>
              </a:ext>
            </a:extLst>
          </p:cNvPr>
          <p:cNvSpPr txBox="1">
            <a:spLocks noChangeArrowheads="1"/>
          </p:cNvSpPr>
          <p:nvPr/>
        </p:nvSpPr>
        <p:spPr bwMode="auto">
          <a:xfrm>
            <a:off x="9044294" y="410767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223.1.7.1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0" name="Text Box 92">
            <a:extLst>
              <a:ext uri="{FF2B5EF4-FFF2-40B4-BE49-F238E27FC236}">
                <a16:creationId xmlns:a16="http://schemas.microsoft.com/office/drawing/2014/main" id="{F359ED7A-71A8-044C-9CEA-745EBF3D29A7}"/>
              </a:ext>
            </a:extLst>
          </p:cNvPr>
          <p:cNvSpPr txBox="1">
            <a:spLocks noChangeArrowheads="1"/>
          </p:cNvSpPr>
          <p:nvPr/>
        </p:nvSpPr>
        <p:spPr bwMode="auto">
          <a:xfrm>
            <a:off x="7806044" y="436484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223.1.8.0</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1" name="Text Box 93">
            <a:extLst>
              <a:ext uri="{FF2B5EF4-FFF2-40B4-BE49-F238E27FC236}">
                <a16:creationId xmlns:a16="http://schemas.microsoft.com/office/drawing/2014/main" id="{DF8BBCE7-EB2F-F445-91D0-25BC1FEF2755}"/>
              </a:ext>
            </a:extLst>
          </p:cNvPr>
          <p:cNvSpPr txBox="1">
            <a:spLocks noChangeArrowheads="1"/>
          </p:cNvSpPr>
          <p:nvPr/>
        </p:nvSpPr>
        <p:spPr bwMode="auto">
          <a:xfrm>
            <a:off x="6558269" y="436484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223.1.8.1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2" name="Text Box 94">
            <a:extLst>
              <a:ext uri="{FF2B5EF4-FFF2-40B4-BE49-F238E27FC236}">
                <a16:creationId xmlns:a16="http://schemas.microsoft.com/office/drawing/2014/main" id="{BB95AD39-A2CC-3846-8811-C2F30E9624FC}"/>
              </a:ext>
            </a:extLst>
          </p:cNvPr>
          <p:cNvSpPr txBox="1">
            <a:spLocks noChangeArrowheads="1"/>
          </p:cNvSpPr>
          <p:nvPr/>
        </p:nvSpPr>
        <p:spPr bwMode="auto">
          <a:xfrm>
            <a:off x="5481944" y="406957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223.1.9.1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3" name="Text Box 95">
            <a:extLst>
              <a:ext uri="{FF2B5EF4-FFF2-40B4-BE49-F238E27FC236}">
                <a16:creationId xmlns:a16="http://schemas.microsoft.com/office/drawing/2014/main" id="{B3DB2C6D-56D0-A34E-9FEE-77AC692B732D}"/>
              </a:ext>
            </a:extLst>
          </p:cNvPr>
          <p:cNvSpPr txBox="1">
            <a:spLocks noChangeArrowheads="1"/>
          </p:cNvSpPr>
          <p:nvPr/>
        </p:nvSpPr>
        <p:spPr bwMode="auto">
          <a:xfrm>
            <a:off x="6348719" y="283132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223.1.9.2</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7" name="Straight Connector 6">
            <a:extLst>
              <a:ext uri="{FF2B5EF4-FFF2-40B4-BE49-F238E27FC236}">
                <a16:creationId xmlns:a16="http://schemas.microsoft.com/office/drawing/2014/main" id="{522A0FD3-CBB5-2343-99A4-E0BB72F75639}"/>
              </a:ext>
            </a:extLst>
          </p:cNvPr>
          <p:cNvCxnSpPr>
            <a:cxnSpLocks/>
          </p:cNvCxnSpPr>
          <p:nvPr/>
        </p:nvCxnSpPr>
        <p:spPr>
          <a:xfrm>
            <a:off x="7907727" y="1333593"/>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 name="Straight Connector 237">
            <a:extLst>
              <a:ext uri="{FF2B5EF4-FFF2-40B4-BE49-F238E27FC236}">
                <a16:creationId xmlns:a16="http://schemas.microsoft.com/office/drawing/2014/main" id="{3DAEE092-30DA-494C-AE90-7728B58690D0}"/>
              </a:ext>
            </a:extLst>
          </p:cNvPr>
          <p:cNvCxnSpPr>
            <a:cxnSpLocks/>
          </p:cNvCxnSpPr>
          <p:nvPr/>
        </p:nvCxnSpPr>
        <p:spPr>
          <a:xfrm>
            <a:off x="7077714" y="1391530"/>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 name="Straight Connector 238">
            <a:extLst>
              <a:ext uri="{FF2B5EF4-FFF2-40B4-BE49-F238E27FC236}">
                <a16:creationId xmlns:a16="http://schemas.microsoft.com/office/drawing/2014/main" id="{D086C16F-8606-3B4A-BB18-E0F253FB3149}"/>
              </a:ext>
            </a:extLst>
          </p:cNvPr>
          <p:cNvCxnSpPr>
            <a:cxnSpLocks/>
          </p:cNvCxnSpPr>
          <p:nvPr/>
        </p:nvCxnSpPr>
        <p:spPr>
          <a:xfrm>
            <a:off x="8747817" y="1349966"/>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60106E0D-D297-8345-A153-BA8DF38B54B6}"/>
              </a:ext>
            </a:extLst>
          </p:cNvPr>
          <p:cNvCxnSpPr>
            <a:cxnSpLocks/>
          </p:cNvCxnSpPr>
          <p:nvPr/>
        </p:nvCxnSpPr>
        <p:spPr>
          <a:xfrm>
            <a:off x="9721099" y="5845766"/>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DBA2B390-640A-BF4F-B0C4-F7EEFDFF4607}"/>
              </a:ext>
            </a:extLst>
          </p:cNvPr>
          <p:cNvCxnSpPr>
            <a:cxnSpLocks/>
          </p:cNvCxnSpPr>
          <p:nvPr/>
        </p:nvCxnSpPr>
        <p:spPr>
          <a:xfrm>
            <a:off x="8855191" y="5831911"/>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 name="Straight Connector 241">
            <a:extLst>
              <a:ext uri="{FF2B5EF4-FFF2-40B4-BE49-F238E27FC236}">
                <a16:creationId xmlns:a16="http://schemas.microsoft.com/office/drawing/2014/main" id="{52E8D2E3-F3B0-7C43-AED8-9F54D363C86C}"/>
              </a:ext>
            </a:extLst>
          </p:cNvPr>
          <p:cNvCxnSpPr>
            <a:cxnSpLocks/>
          </p:cNvCxnSpPr>
          <p:nvPr/>
        </p:nvCxnSpPr>
        <p:spPr>
          <a:xfrm>
            <a:off x="6527626" y="5717611"/>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3" name="Straight Connector 242">
            <a:extLst>
              <a:ext uri="{FF2B5EF4-FFF2-40B4-BE49-F238E27FC236}">
                <a16:creationId xmlns:a16="http://schemas.microsoft.com/office/drawing/2014/main" id="{291D6F8F-07FB-A848-ACDB-E5F5A82CB4D5}"/>
              </a:ext>
            </a:extLst>
          </p:cNvPr>
          <p:cNvCxnSpPr>
            <a:cxnSpLocks/>
          </p:cNvCxnSpPr>
          <p:nvPr/>
        </p:nvCxnSpPr>
        <p:spPr>
          <a:xfrm>
            <a:off x="5734453" y="5755711"/>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Group 1">
            <a:extLst>
              <a:ext uri="{FF2B5EF4-FFF2-40B4-BE49-F238E27FC236}">
                <a16:creationId xmlns:a16="http://schemas.microsoft.com/office/drawing/2014/main" id="{064022FF-D8F0-934B-89EC-002E67A42DFB}"/>
              </a:ext>
            </a:extLst>
          </p:cNvPr>
          <p:cNvGrpSpPr/>
          <p:nvPr/>
        </p:nvGrpSpPr>
        <p:grpSpPr>
          <a:xfrm>
            <a:off x="5269942" y="831439"/>
            <a:ext cx="4571749" cy="5747039"/>
            <a:chOff x="3921589" y="800442"/>
            <a:chExt cx="4571749" cy="5747039"/>
          </a:xfrm>
        </p:grpSpPr>
        <p:grpSp>
          <p:nvGrpSpPr>
            <p:cNvPr id="193" name="Group 127">
              <a:extLst>
                <a:ext uri="{FF2B5EF4-FFF2-40B4-BE49-F238E27FC236}">
                  <a16:creationId xmlns:a16="http://schemas.microsoft.com/office/drawing/2014/main" id="{3F21DB98-90D0-2949-9B59-D897E6BF5357}"/>
                </a:ext>
              </a:extLst>
            </p:cNvPr>
            <p:cNvGrpSpPr>
              <a:grpSpLocks/>
            </p:cNvGrpSpPr>
            <p:nvPr/>
          </p:nvGrpSpPr>
          <p:grpSpPr bwMode="auto">
            <a:xfrm>
              <a:off x="6912267" y="813299"/>
              <a:ext cx="641350" cy="558800"/>
              <a:chOff x="-44" y="1473"/>
              <a:chExt cx="981" cy="1105"/>
            </a:xfrm>
          </p:grpSpPr>
          <p:pic>
            <p:nvPicPr>
              <p:cNvPr id="194" name="Picture 128" descr="desktop_computer_stylized_medium">
                <a:extLst>
                  <a:ext uri="{FF2B5EF4-FFF2-40B4-BE49-F238E27FC236}">
                    <a16:creationId xmlns:a16="http://schemas.microsoft.com/office/drawing/2014/main" id="{5FC686D7-8C0E-E148-B8A9-29C753654C1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5" name="Freeform 129">
                <a:extLst>
                  <a:ext uri="{FF2B5EF4-FFF2-40B4-BE49-F238E27FC236}">
                    <a16:creationId xmlns:a16="http://schemas.microsoft.com/office/drawing/2014/main" id="{8C375592-43C5-A94A-A657-F109708E2BB5}"/>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6" name="Group 130">
              <a:extLst>
                <a:ext uri="{FF2B5EF4-FFF2-40B4-BE49-F238E27FC236}">
                  <a16:creationId xmlns:a16="http://schemas.microsoft.com/office/drawing/2014/main" id="{8531BDB7-6357-AB47-9D9A-95D2848E84D4}"/>
                </a:ext>
              </a:extLst>
            </p:cNvPr>
            <p:cNvGrpSpPr>
              <a:grpSpLocks/>
            </p:cNvGrpSpPr>
            <p:nvPr/>
          </p:nvGrpSpPr>
          <p:grpSpPr bwMode="auto">
            <a:xfrm>
              <a:off x="5243214" y="845876"/>
              <a:ext cx="641350" cy="558800"/>
              <a:chOff x="-44" y="1473"/>
              <a:chExt cx="981" cy="1105"/>
            </a:xfrm>
          </p:grpSpPr>
          <p:pic>
            <p:nvPicPr>
              <p:cNvPr id="197" name="Picture 131" descr="desktop_computer_stylized_medium">
                <a:extLst>
                  <a:ext uri="{FF2B5EF4-FFF2-40B4-BE49-F238E27FC236}">
                    <a16:creationId xmlns:a16="http://schemas.microsoft.com/office/drawing/2014/main" id="{9B95FBC6-FBA8-4B49-811F-87393B875A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8" name="Freeform 132">
                <a:extLst>
                  <a:ext uri="{FF2B5EF4-FFF2-40B4-BE49-F238E27FC236}">
                    <a16:creationId xmlns:a16="http://schemas.microsoft.com/office/drawing/2014/main" id="{76B731D4-AA0B-D349-9CC0-BDB7D625F4C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9" name="Group 133">
              <a:extLst>
                <a:ext uri="{FF2B5EF4-FFF2-40B4-BE49-F238E27FC236}">
                  <a16:creationId xmlns:a16="http://schemas.microsoft.com/office/drawing/2014/main" id="{F1B2FB1F-1C2C-044F-AA04-C080F7D6B0EA}"/>
                </a:ext>
              </a:extLst>
            </p:cNvPr>
            <p:cNvGrpSpPr>
              <a:grpSpLocks/>
            </p:cNvGrpSpPr>
            <p:nvPr/>
          </p:nvGrpSpPr>
          <p:grpSpPr bwMode="auto">
            <a:xfrm>
              <a:off x="6075064" y="800442"/>
              <a:ext cx="641350" cy="558800"/>
              <a:chOff x="-44" y="1473"/>
              <a:chExt cx="981" cy="1105"/>
            </a:xfrm>
          </p:grpSpPr>
          <p:pic>
            <p:nvPicPr>
              <p:cNvPr id="200" name="Picture 134" descr="desktop_computer_stylized_medium">
                <a:extLst>
                  <a:ext uri="{FF2B5EF4-FFF2-40B4-BE49-F238E27FC236}">
                    <a16:creationId xmlns:a16="http://schemas.microsoft.com/office/drawing/2014/main" id="{02F3D829-91D0-0E4F-B7E3-C0BC51D9C09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1" name="Freeform 135">
                <a:extLst>
                  <a:ext uri="{FF2B5EF4-FFF2-40B4-BE49-F238E27FC236}">
                    <a16:creationId xmlns:a16="http://schemas.microsoft.com/office/drawing/2014/main" id="{6B0B3BAE-D159-F84A-8165-7BFC85DC5F7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 name="Group 213">
              <a:extLst>
                <a:ext uri="{FF2B5EF4-FFF2-40B4-BE49-F238E27FC236}">
                  <a16:creationId xmlns:a16="http://schemas.microsoft.com/office/drawing/2014/main" id="{86EF1E37-3B49-0D40-87DC-F9FA89AFA2EF}"/>
                </a:ext>
              </a:extLst>
            </p:cNvPr>
            <p:cNvGrpSpPr/>
            <p:nvPr/>
          </p:nvGrpSpPr>
          <p:grpSpPr>
            <a:xfrm>
              <a:off x="5951096" y="2488367"/>
              <a:ext cx="764498" cy="449705"/>
              <a:chOff x="7493876" y="2774731"/>
              <a:chExt cx="1481958" cy="894622"/>
            </a:xfrm>
          </p:grpSpPr>
          <p:sp>
            <p:nvSpPr>
              <p:cNvPr id="215" name="Freeform 214">
                <a:extLst>
                  <a:ext uri="{FF2B5EF4-FFF2-40B4-BE49-F238E27FC236}">
                    <a16:creationId xmlns:a16="http://schemas.microsoft.com/office/drawing/2014/main" id="{40376F28-4749-CC48-A0CB-8B2AD034925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6" name="Oval 215">
                <a:extLst>
                  <a:ext uri="{FF2B5EF4-FFF2-40B4-BE49-F238E27FC236}">
                    <a16:creationId xmlns:a16="http://schemas.microsoft.com/office/drawing/2014/main" id="{256D0A85-CDF4-AC42-AF4B-37B50E409C6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7" name="Group 216">
                <a:extLst>
                  <a:ext uri="{FF2B5EF4-FFF2-40B4-BE49-F238E27FC236}">
                    <a16:creationId xmlns:a16="http://schemas.microsoft.com/office/drawing/2014/main" id="{683CD1C1-F412-7448-A299-0E99E8221D1A}"/>
                  </a:ext>
                </a:extLst>
              </p:cNvPr>
              <p:cNvGrpSpPr/>
              <p:nvPr/>
            </p:nvGrpSpPr>
            <p:grpSpPr>
              <a:xfrm>
                <a:off x="7713663" y="2848339"/>
                <a:ext cx="1042107" cy="425543"/>
                <a:chOff x="7786941" y="2884917"/>
                <a:chExt cx="897649" cy="353919"/>
              </a:xfrm>
            </p:grpSpPr>
            <p:sp>
              <p:nvSpPr>
                <p:cNvPr id="218" name="Freeform 217">
                  <a:extLst>
                    <a:ext uri="{FF2B5EF4-FFF2-40B4-BE49-F238E27FC236}">
                      <a16:creationId xmlns:a16="http://schemas.microsoft.com/office/drawing/2014/main" id="{80DC24D7-3D47-1D41-B777-C81C9EB9FCE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9" name="Freeform 218">
                  <a:extLst>
                    <a:ext uri="{FF2B5EF4-FFF2-40B4-BE49-F238E27FC236}">
                      <a16:creationId xmlns:a16="http://schemas.microsoft.com/office/drawing/2014/main" id="{B43B84E6-BB86-984B-B3B6-D9EB953A85B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0" name="Freeform 219">
                  <a:extLst>
                    <a:ext uri="{FF2B5EF4-FFF2-40B4-BE49-F238E27FC236}">
                      <a16:creationId xmlns:a16="http://schemas.microsoft.com/office/drawing/2014/main" id="{9C11C97D-F662-DC4F-BD97-5429CFC9C89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1" name="Freeform 220">
                  <a:extLst>
                    <a:ext uri="{FF2B5EF4-FFF2-40B4-BE49-F238E27FC236}">
                      <a16:creationId xmlns:a16="http://schemas.microsoft.com/office/drawing/2014/main" id="{0311A4A8-E188-654A-8B89-EAB3405BA60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2" name="Group 221">
              <a:extLst>
                <a:ext uri="{FF2B5EF4-FFF2-40B4-BE49-F238E27FC236}">
                  <a16:creationId xmlns:a16="http://schemas.microsoft.com/office/drawing/2014/main" id="{81584F37-BE6C-EA4B-971E-1912AA12BB25}"/>
                </a:ext>
              </a:extLst>
            </p:cNvPr>
            <p:cNvGrpSpPr/>
            <p:nvPr/>
          </p:nvGrpSpPr>
          <p:grpSpPr>
            <a:xfrm>
              <a:off x="7452610" y="4364636"/>
              <a:ext cx="764498" cy="449705"/>
              <a:chOff x="7493876" y="2774731"/>
              <a:chExt cx="1481958" cy="894622"/>
            </a:xfrm>
          </p:grpSpPr>
          <p:sp>
            <p:nvSpPr>
              <p:cNvPr id="223" name="Freeform 222">
                <a:extLst>
                  <a:ext uri="{FF2B5EF4-FFF2-40B4-BE49-F238E27FC236}">
                    <a16:creationId xmlns:a16="http://schemas.microsoft.com/office/drawing/2014/main" id="{31012971-DEA3-6845-AC13-A255CEA0240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4" name="Oval 223">
                <a:extLst>
                  <a:ext uri="{FF2B5EF4-FFF2-40B4-BE49-F238E27FC236}">
                    <a16:creationId xmlns:a16="http://schemas.microsoft.com/office/drawing/2014/main" id="{32543A2D-22B6-0649-AEEC-F06F4021DD3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5" name="Group 224">
                <a:extLst>
                  <a:ext uri="{FF2B5EF4-FFF2-40B4-BE49-F238E27FC236}">
                    <a16:creationId xmlns:a16="http://schemas.microsoft.com/office/drawing/2014/main" id="{7BEFF53D-0E6A-8646-ACAC-71283F133B87}"/>
                  </a:ext>
                </a:extLst>
              </p:cNvPr>
              <p:cNvGrpSpPr/>
              <p:nvPr/>
            </p:nvGrpSpPr>
            <p:grpSpPr>
              <a:xfrm>
                <a:off x="7713663" y="2848339"/>
                <a:ext cx="1042107" cy="425543"/>
                <a:chOff x="7786941" y="2884917"/>
                <a:chExt cx="897649" cy="353919"/>
              </a:xfrm>
            </p:grpSpPr>
            <p:sp>
              <p:nvSpPr>
                <p:cNvPr id="226" name="Freeform 225">
                  <a:extLst>
                    <a:ext uri="{FF2B5EF4-FFF2-40B4-BE49-F238E27FC236}">
                      <a16:creationId xmlns:a16="http://schemas.microsoft.com/office/drawing/2014/main" id="{04DABA4E-DEC2-D946-A0D0-F5C45FA6DC9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Freeform 226">
                  <a:extLst>
                    <a:ext uri="{FF2B5EF4-FFF2-40B4-BE49-F238E27FC236}">
                      <a16:creationId xmlns:a16="http://schemas.microsoft.com/office/drawing/2014/main" id="{47344229-14F7-4C43-8414-5F5AF377468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8" name="Freeform 227">
                  <a:extLst>
                    <a:ext uri="{FF2B5EF4-FFF2-40B4-BE49-F238E27FC236}">
                      <a16:creationId xmlns:a16="http://schemas.microsoft.com/office/drawing/2014/main" id="{87FA5A08-7A6B-CF46-930C-602D8BDBC5C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9" name="Freeform 228">
                  <a:extLst>
                    <a:ext uri="{FF2B5EF4-FFF2-40B4-BE49-F238E27FC236}">
                      <a16:creationId xmlns:a16="http://schemas.microsoft.com/office/drawing/2014/main" id="{E499445B-0DB0-3142-B183-CA66C970877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0" name="Group 229">
              <a:extLst>
                <a:ext uri="{FF2B5EF4-FFF2-40B4-BE49-F238E27FC236}">
                  <a16:creationId xmlns:a16="http://schemas.microsoft.com/office/drawing/2014/main" id="{F91C53FA-ABA6-6D43-BB65-60DBBCFEC5C7}"/>
                </a:ext>
              </a:extLst>
            </p:cNvPr>
            <p:cNvGrpSpPr/>
            <p:nvPr/>
          </p:nvGrpSpPr>
          <p:grpSpPr>
            <a:xfrm>
              <a:off x="4517036" y="4382125"/>
              <a:ext cx="764498" cy="449705"/>
              <a:chOff x="7493876" y="2774731"/>
              <a:chExt cx="1481958" cy="894622"/>
            </a:xfrm>
          </p:grpSpPr>
          <p:sp>
            <p:nvSpPr>
              <p:cNvPr id="231" name="Freeform 230">
                <a:extLst>
                  <a:ext uri="{FF2B5EF4-FFF2-40B4-BE49-F238E27FC236}">
                    <a16:creationId xmlns:a16="http://schemas.microsoft.com/office/drawing/2014/main" id="{3294910F-4CB9-CF45-8646-26DE97A22ED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2" name="Oval 231">
                <a:extLst>
                  <a:ext uri="{FF2B5EF4-FFF2-40B4-BE49-F238E27FC236}">
                    <a16:creationId xmlns:a16="http://schemas.microsoft.com/office/drawing/2014/main" id="{1316DC44-6A92-9B4B-9028-475050085E4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3" name="Group 232">
                <a:extLst>
                  <a:ext uri="{FF2B5EF4-FFF2-40B4-BE49-F238E27FC236}">
                    <a16:creationId xmlns:a16="http://schemas.microsoft.com/office/drawing/2014/main" id="{E4E7CEA9-1D4F-E545-90CA-F59A8B96693D}"/>
                  </a:ext>
                </a:extLst>
              </p:cNvPr>
              <p:cNvGrpSpPr/>
              <p:nvPr/>
            </p:nvGrpSpPr>
            <p:grpSpPr>
              <a:xfrm>
                <a:off x="7713663" y="2848339"/>
                <a:ext cx="1042107" cy="425543"/>
                <a:chOff x="7786941" y="2884917"/>
                <a:chExt cx="897649" cy="353919"/>
              </a:xfrm>
            </p:grpSpPr>
            <p:sp>
              <p:nvSpPr>
                <p:cNvPr id="234" name="Freeform 233">
                  <a:extLst>
                    <a:ext uri="{FF2B5EF4-FFF2-40B4-BE49-F238E27FC236}">
                      <a16:creationId xmlns:a16="http://schemas.microsoft.com/office/drawing/2014/main" id="{2B22DAA2-94E0-8D40-9ACC-D24ABE49BB2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5" name="Freeform 234">
                  <a:extLst>
                    <a:ext uri="{FF2B5EF4-FFF2-40B4-BE49-F238E27FC236}">
                      <a16:creationId xmlns:a16="http://schemas.microsoft.com/office/drawing/2014/main" id="{5BC674BD-4F28-8848-B1EE-7DEA5110F9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6" name="Freeform 235">
                  <a:extLst>
                    <a:ext uri="{FF2B5EF4-FFF2-40B4-BE49-F238E27FC236}">
                      <a16:creationId xmlns:a16="http://schemas.microsoft.com/office/drawing/2014/main" id="{D4EE57CB-32BD-2B45-8492-05F066B59A9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7" name="Freeform 236">
                  <a:extLst>
                    <a:ext uri="{FF2B5EF4-FFF2-40B4-BE49-F238E27FC236}">
                      <a16:creationId xmlns:a16="http://schemas.microsoft.com/office/drawing/2014/main" id="{A0F9C46B-BB97-4648-AFE1-934417BB3F9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2" name="Group 136">
              <a:extLst>
                <a:ext uri="{FF2B5EF4-FFF2-40B4-BE49-F238E27FC236}">
                  <a16:creationId xmlns:a16="http://schemas.microsoft.com/office/drawing/2014/main" id="{A46FE443-1481-3F46-AEC2-DE1A89401879}"/>
                </a:ext>
              </a:extLst>
            </p:cNvPr>
            <p:cNvGrpSpPr>
              <a:grpSpLocks/>
            </p:cNvGrpSpPr>
            <p:nvPr/>
          </p:nvGrpSpPr>
          <p:grpSpPr bwMode="auto">
            <a:xfrm>
              <a:off x="7851988" y="5988681"/>
              <a:ext cx="641350" cy="558800"/>
              <a:chOff x="-44" y="1473"/>
              <a:chExt cx="981" cy="1105"/>
            </a:xfrm>
          </p:grpSpPr>
          <p:pic>
            <p:nvPicPr>
              <p:cNvPr id="203" name="Picture 137" descr="desktop_computer_stylized_medium">
                <a:extLst>
                  <a:ext uri="{FF2B5EF4-FFF2-40B4-BE49-F238E27FC236}">
                    <a16:creationId xmlns:a16="http://schemas.microsoft.com/office/drawing/2014/main" id="{552CE2C0-13B7-9545-9F73-E88A13A25D8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138">
                <a:extLst>
                  <a:ext uri="{FF2B5EF4-FFF2-40B4-BE49-F238E27FC236}">
                    <a16:creationId xmlns:a16="http://schemas.microsoft.com/office/drawing/2014/main" id="{EBDCE7D2-BE4A-B14C-92D1-68B5D3FE397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5" name="Group 139">
              <a:extLst>
                <a:ext uri="{FF2B5EF4-FFF2-40B4-BE49-F238E27FC236}">
                  <a16:creationId xmlns:a16="http://schemas.microsoft.com/office/drawing/2014/main" id="{AAAA10F5-D477-E34B-B7B6-A846542864AE}"/>
                </a:ext>
              </a:extLst>
            </p:cNvPr>
            <p:cNvGrpSpPr>
              <a:grpSpLocks/>
            </p:cNvGrpSpPr>
            <p:nvPr/>
          </p:nvGrpSpPr>
          <p:grpSpPr bwMode="auto">
            <a:xfrm>
              <a:off x="6916190" y="5955947"/>
              <a:ext cx="641350" cy="558800"/>
              <a:chOff x="-44" y="1473"/>
              <a:chExt cx="981" cy="1105"/>
            </a:xfrm>
          </p:grpSpPr>
          <p:pic>
            <p:nvPicPr>
              <p:cNvPr id="206" name="Picture 140" descr="desktop_computer_stylized_medium">
                <a:extLst>
                  <a:ext uri="{FF2B5EF4-FFF2-40B4-BE49-F238E27FC236}">
                    <a16:creationId xmlns:a16="http://schemas.microsoft.com/office/drawing/2014/main" id="{ADD02C07-8622-9147-8C7E-716D0CC059C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 name="Freeform 141">
                <a:extLst>
                  <a:ext uri="{FF2B5EF4-FFF2-40B4-BE49-F238E27FC236}">
                    <a16:creationId xmlns:a16="http://schemas.microsoft.com/office/drawing/2014/main" id="{0A2F9078-621E-234E-A8BD-CBD1C8FFD9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8" name="Group 142">
              <a:extLst>
                <a:ext uri="{FF2B5EF4-FFF2-40B4-BE49-F238E27FC236}">
                  <a16:creationId xmlns:a16="http://schemas.microsoft.com/office/drawing/2014/main" id="{0790C796-AECD-6C43-9AC1-A6A320775222}"/>
                </a:ext>
              </a:extLst>
            </p:cNvPr>
            <p:cNvGrpSpPr>
              <a:grpSpLocks/>
            </p:cNvGrpSpPr>
            <p:nvPr/>
          </p:nvGrpSpPr>
          <p:grpSpPr bwMode="auto">
            <a:xfrm>
              <a:off x="3921589" y="5865644"/>
              <a:ext cx="641350" cy="558800"/>
              <a:chOff x="-44" y="1473"/>
              <a:chExt cx="981" cy="1105"/>
            </a:xfrm>
          </p:grpSpPr>
          <p:pic>
            <p:nvPicPr>
              <p:cNvPr id="209" name="Picture 143" descr="desktop_computer_stylized_medium">
                <a:extLst>
                  <a:ext uri="{FF2B5EF4-FFF2-40B4-BE49-F238E27FC236}">
                    <a16:creationId xmlns:a16="http://schemas.microsoft.com/office/drawing/2014/main" id="{EC7F2E78-D630-0742-B3E6-A2B2A451C74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0" name="Freeform 144">
                <a:extLst>
                  <a:ext uri="{FF2B5EF4-FFF2-40B4-BE49-F238E27FC236}">
                    <a16:creationId xmlns:a16="http://schemas.microsoft.com/office/drawing/2014/main" id="{137BFC0D-B6D7-614D-8B13-BEC91ACB8C4F}"/>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1" name="Group 145">
              <a:extLst>
                <a:ext uri="{FF2B5EF4-FFF2-40B4-BE49-F238E27FC236}">
                  <a16:creationId xmlns:a16="http://schemas.microsoft.com/office/drawing/2014/main" id="{B7E1F2F7-7CD4-4E49-A5F4-F3F7ABB05BBC}"/>
                </a:ext>
              </a:extLst>
            </p:cNvPr>
            <p:cNvGrpSpPr>
              <a:grpSpLocks/>
            </p:cNvGrpSpPr>
            <p:nvPr/>
          </p:nvGrpSpPr>
          <p:grpSpPr bwMode="auto">
            <a:xfrm>
              <a:off x="4833534" y="5813400"/>
              <a:ext cx="641350" cy="558800"/>
              <a:chOff x="-44" y="1473"/>
              <a:chExt cx="981" cy="1105"/>
            </a:xfrm>
          </p:grpSpPr>
          <p:pic>
            <p:nvPicPr>
              <p:cNvPr id="212" name="Picture 146" descr="desktop_computer_stylized_medium">
                <a:extLst>
                  <a:ext uri="{FF2B5EF4-FFF2-40B4-BE49-F238E27FC236}">
                    <a16:creationId xmlns:a16="http://schemas.microsoft.com/office/drawing/2014/main" id="{33328068-9D28-A94E-854E-AA55BDA92A2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3" name="Freeform 147">
                <a:extLst>
                  <a:ext uri="{FF2B5EF4-FFF2-40B4-BE49-F238E27FC236}">
                    <a16:creationId xmlns:a16="http://schemas.microsoft.com/office/drawing/2014/main" id="{E60C7BD3-8A82-504B-B81D-2FDDD4220B2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244" name="Text Box 41">
            <a:extLst>
              <a:ext uri="{FF2B5EF4-FFF2-40B4-BE49-F238E27FC236}">
                <a16:creationId xmlns:a16="http://schemas.microsoft.com/office/drawing/2014/main" id="{5DBB1AC4-8014-5E49-A935-8490AAA2EF64}"/>
              </a:ext>
            </a:extLst>
          </p:cNvPr>
          <p:cNvSpPr txBox="1">
            <a:spLocks noChangeArrowheads="1"/>
          </p:cNvSpPr>
          <p:nvPr/>
        </p:nvSpPr>
        <p:spPr bwMode="auto">
          <a:xfrm>
            <a:off x="4790324" y="5542214"/>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223.1.2.1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16" name="Group 15">
            <a:extLst>
              <a:ext uri="{FF2B5EF4-FFF2-40B4-BE49-F238E27FC236}">
                <a16:creationId xmlns:a16="http://schemas.microsoft.com/office/drawing/2014/main" id="{658D420B-2797-1F49-A046-DBAA7356C19E}"/>
              </a:ext>
            </a:extLst>
          </p:cNvPr>
          <p:cNvGrpSpPr/>
          <p:nvPr/>
        </p:nvGrpSpPr>
        <p:grpSpPr>
          <a:xfrm>
            <a:off x="2970204" y="933306"/>
            <a:ext cx="9056493" cy="4702911"/>
            <a:chOff x="2970204" y="933306"/>
            <a:chExt cx="9056493" cy="4702911"/>
          </a:xfrm>
        </p:grpSpPr>
        <p:grpSp>
          <p:nvGrpSpPr>
            <p:cNvPr id="90" name="Group 89">
              <a:extLst>
                <a:ext uri="{FF2B5EF4-FFF2-40B4-BE49-F238E27FC236}">
                  <a16:creationId xmlns:a16="http://schemas.microsoft.com/office/drawing/2014/main" id="{480E4E41-341B-D44C-A65D-69A7E0B7DF8F}"/>
                </a:ext>
              </a:extLst>
            </p:cNvPr>
            <p:cNvGrpSpPr/>
            <p:nvPr/>
          </p:nvGrpSpPr>
          <p:grpSpPr>
            <a:xfrm>
              <a:off x="8152109" y="933306"/>
              <a:ext cx="3244327" cy="864497"/>
              <a:chOff x="6090834" y="607842"/>
              <a:chExt cx="3244327" cy="864497"/>
            </a:xfrm>
          </p:grpSpPr>
          <p:sp>
            <p:nvSpPr>
              <p:cNvPr id="91" name="Text Box 191">
                <a:extLst>
                  <a:ext uri="{FF2B5EF4-FFF2-40B4-BE49-F238E27FC236}">
                    <a16:creationId xmlns:a16="http://schemas.microsoft.com/office/drawing/2014/main" id="{D376C8BF-4E91-414E-99B4-9EDBBFFB07B7}"/>
                  </a:ext>
                </a:extLst>
              </p:cNvPr>
              <p:cNvSpPr txBox="1">
                <a:spLocks noChangeArrowheads="1"/>
              </p:cNvSpPr>
              <p:nvPr/>
            </p:nvSpPr>
            <p:spPr bwMode="auto">
              <a:xfrm>
                <a:off x="7255489" y="607842"/>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223.1.1/24</a:t>
                </a:r>
              </a:p>
            </p:txBody>
          </p:sp>
          <p:cxnSp>
            <p:nvCxnSpPr>
              <p:cNvPr id="92" name="Straight Connector 91">
                <a:extLst>
                  <a:ext uri="{FF2B5EF4-FFF2-40B4-BE49-F238E27FC236}">
                    <a16:creationId xmlns:a16="http://schemas.microsoft.com/office/drawing/2014/main" id="{A7F1EA1B-3CBF-2647-8FEC-4A2697C6D18C}"/>
                  </a:ext>
                </a:extLst>
              </p:cNvPr>
              <p:cNvCxnSpPr>
                <a:cxnSpLocks/>
              </p:cNvCxnSpPr>
              <p:nvPr/>
            </p:nvCxnSpPr>
            <p:spPr>
              <a:xfrm flipH="1">
                <a:off x="6090834" y="866887"/>
                <a:ext cx="1222333" cy="605452"/>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95" name="Group 94">
              <a:extLst>
                <a:ext uri="{FF2B5EF4-FFF2-40B4-BE49-F238E27FC236}">
                  <a16:creationId xmlns:a16="http://schemas.microsoft.com/office/drawing/2014/main" id="{9318547F-F742-104D-9A1E-83C75E127CFF}"/>
                </a:ext>
              </a:extLst>
            </p:cNvPr>
            <p:cNvGrpSpPr/>
            <p:nvPr/>
          </p:nvGrpSpPr>
          <p:grpSpPr>
            <a:xfrm>
              <a:off x="8567981" y="2945502"/>
              <a:ext cx="2717381" cy="632023"/>
              <a:chOff x="6090835" y="840316"/>
              <a:chExt cx="2717381" cy="632023"/>
            </a:xfrm>
          </p:grpSpPr>
          <p:sp>
            <p:nvSpPr>
              <p:cNvPr id="96" name="Text Box 191">
                <a:extLst>
                  <a:ext uri="{FF2B5EF4-FFF2-40B4-BE49-F238E27FC236}">
                    <a16:creationId xmlns:a16="http://schemas.microsoft.com/office/drawing/2014/main" id="{BE0B33C0-E823-DF4A-9CD8-63EAD005BCBB}"/>
                  </a:ext>
                </a:extLst>
              </p:cNvPr>
              <p:cNvSpPr txBox="1">
                <a:spLocks noChangeArrowheads="1"/>
              </p:cNvSpPr>
              <p:nvPr/>
            </p:nvSpPr>
            <p:spPr bwMode="auto">
              <a:xfrm>
                <a:off x="6728544" y="840316"/>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223.1.7/24</a:t>
                </a:r>
              </a:p>
            </p:txBody>
          </p:sp>
          <p:cxnSp>
            <p:nvCxnSpPr>
              <p:cNvPr id="104" name="Straight Connector 103">
                <a:extLst>
                  <a:ext uri="{FF2B5EF4-FFF2-40B4-BE49-F238E27FC236}">
                    <a16:creationId xmlns:a16="http://schemas.microsoft.com/office/drawing/2014/main" id="{02A0B626-F390-4D4A-AF51-431DE14568C2}"/>
                  </a:ext>
                </a:extLst>
              </p:cNvPr>
              <p:cNvCxnSpPr>
                <a:cxnSpLocks/>
              </p:cNvCxnSpPr>
              <p:nvPr/>
            </p:nvCxnSpPr>
            <p:spPr>
              <a:xfrm flipH="1">
                <a:off x="6090835" y="1102963"/>
                <a:ext cx="700005" cy="36937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05" name="Group 104">
              <a:extLst>
                <a:ext uri="{FF2B5EF4-FFF2-40B4-BE49-F238E27FC236}">
                  <a16:creationId xmlns:a16="http://schemas.microsoft.com/office/drawing/2014/main" id="{18F4AFDD-E3C5-ED41-B6AB-FAA4C0538DA6}"/>
                </a:ext>
              </a:extLst>
            </p:cNvPr>
            <p:cNvGrpSpPr/>
            <p:nvPr/>
          </p:nvGrpSpPr>
          <p:grpSpPr>
            <a:xfrm>
              <a:off x="9262822" y="5019691"/>
              <a:ext cx="2763875" cy="616526"/>
              <a:chOff x="6090835" y="855813"/>
              <a:chExt cx="2763875" cy="616526"/>
            </a:xfrm>
          </p:grpSpPr>
          <p:sp>
            <p:nvSpPr>
              <p:cNvPr id="106" name="Text Box 191">
                <a:extLst>
                  <a:ext uri="{FF2B5EF4-FFF2-40B4-BE49-F238E27FC236}">
                    <a16:creationId xmlns:a16="http://schemas.microsoft.com/office/drawing/2014/main" id="{01FD5240-2EA2-0547-9E5A-DDECB3B6EBFE}"/>
                  </a:ext>
                </a:extLst>
              </p:cNvPr>
              <p:cNvSpPr txBox="1">
                <a:spLocks noChangeArrowheads="1"/>
              </p:cNvSpPr>
              <p:nvPr/>
            </p:nvSpPr>
            <p:spPr bwMode="auto">
              <a:xfrm>
                <a:off x="6775038" y="855813"/>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223.1.3/24</a:t>
                </a:r>
              </a:p>
            </p:txBody>
          </p:sp>
          <p:cxnSp>
            <p:nvCxnSpPr>
              <p:cNvPr id="107" name="Straight Connector 106">
                <a:extLst>
                  <a:ext uri="{FF2B5EF4-FFF2-40B4-BE49-F238E27FC236}">
                    <a16:creationId xmlns:a16="http://schemas.microsoft.com/office/drawing/2014/main" id="{E21AC0BF-50DA-6045-8CEE-DC950BF4CDD8}"/>
                  </a:ext>
                </a:extLst>
              </p:cNvPr>
              <p:cNvCxnSpPr>
                <a:cxnSpLocks/>
              </p:cNvCxnSpPr>
              <p:nvPr/>
            </p:nvCxnSpPr>
            <p:spPr>
              <a:xfrm flipH="1">
                <a:off x="6090835" y="1102963"/>
                <a:ext cx="700005" cy="36937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0" name="Group 9">
              <a:extLst>
                <a:ext uri="{FF2B5EF4-FFF2-40B4-BE49-F238E27FC236}">
                  <a16:creationId xmlns:a16="http://schemas.microsoft.com/office/drawing/2014/main" id="{2C88727E-DE4C-2149-A9CB-D0081F154D0D}"/>
                </a:ext>
              </a:extLst>
            </p:cNvPr>
            <p:cNvGrpSpPr/>
            <p:nvPr/>
          </p:nvGrpSpPr>
          <p:grpSpPr>
            <a:xfrm>
              <a:off x="2970204" y="4924121"/>
              <a:ext cx="2681511" cy="616523"/>
              <a:chOff x="2350272" y="4955118"/>
              <a:chExt cx="2681511" cy="616523"/>
            </a:xfrm>
          </p:grpSpPr>
          <p:sp>
            <p:nvSpPr>
              <p:cNvPr id="109" name="Text Box 191">
                <a:extLst>
                  <a:ext uri="{FF2B5EF4-FFF2-40B4-BE49-F238E27FC236}">
                    <a16:creationId xmlns:a16="http://schemas.microsoft.com/office/drawing/2014/main" id="{A4D454C9-2377-2144-9568-DFFF47AB5F0B}"/>
                  </a:ext>
                </a:extLst>
              </p:cNvPr>
              <p:cNvSpPr txBox="1">
                <a:spLocks noChangeArrowheads="1"/>
              </p:cNvSpPr>
              <p:nvPr/>
            </p:nvSpPr>
            <p:spPr bwMode="auto">
              <a:xfrm>
                <a:off x="2350272" y="4955118"/>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223.1.2/24</a:t>
                </a:r>
              </a:p>
            </p:txBody>
          </p:sp>
          <p:cxnSp>
            <p:nvCxnSpPr>
              <p:cNvPr id="110" name="Straight Connector 109">
                <a:extLst>
                  <a:ext uri="{FF2B5EF4-FFF2-40B4-BE49-F238E27FC236}">
                    <a16:creationId xmlns:a16="http://schemas.microsoft.com/office/drawing/2014/main" id="{F83AE024-1D73-064A-BCF8-30317353EDD5}"/>
                  </a:ext>
                </a:extLst>
              </p:cNvPr>
              <p:cNvCxnSpPr>
                <a:cxnSpLocks/>
              </p:cNvCxnSpPr>
              <p:nvPr/>
            </p:nvCxnSpPr>
            <p:spPr>
              <a:xfrm>
                <a:off x="4331778" y="5202265"/>
                <a:ext cx="700005" cy="36937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11" name="Group 110">
              <a:extLst>
                <a:ext uri="{FF2B5EF4-FFF2-40B4-BE49-F238E27FC236}">
                  <a16:creationId xmlns:a16="http://schemas.microsoft.com/office/drawing/2014/main" id="{48E4C11D-BAC1-9542-9E0F-838420ECC0F9}"/>
                </a:ext>
              </a:extLst>
            </p:cNvPr>
            <p:cNvGrpSpPr/>
            <p:nvPr/>
          </p:nvGrpSpPr>
          <p:grpSpPr>
            <a:xfrm>
              <a:off x="4362467" y="3185728"/>
              <a:ext cx="2495532" cy="492537"/>
              <a:chOff x="2536251" y="5079104"/>
              <a:chExt cx="2495532" cy="492537"/>
            </a:xfrm>
          </p:grpSpPr>
          <p:sp>
            <p:nvSpPr>
              <p:cNvPr id="112" name="Text Box 191">
                <a:extLst>
                  <a:ext uri="{FF2B5EF4-FFF2-40B4-BE49-F238E27FC236}">
                    <a16:creationId xmlns:a16="http://schemas.microsoft.com/office/drawing/2014/main" id="{C1545E2A-91DA-6941-824C-18B5505C170C}"/>
                  </a:ext>
                </a:extLst>
              </p:cNvPr>
              <p:cNvSpPr txBox="1">
                <a:spLocks noChangeArrowheads="1"/>
              </p:cNvSpPr>
              <p:nvPr/>
            </p:nvSpPr>
            <p:spPr bwMode="auto">
              <a:xfrm>
                <a:off x="2536251" y="5079104"/>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223.1.9/24</a:t>
                </a:r>
              </a:p>
            </p:txBody>
          </p:sp>
          <p:cxnSp>
            <p:nvCxnSpPr>
              <p:cNvPr id="113" name="Straight Connector 112">
                <a:extLst>
                  <a:ext uri="{FF2B5EF4-FFF2-40B4-BE49-F238E27FC236}">
                    <a16:creationId xmlns:a16="http://schemas.microsoft.com/office/drawing/2014/main" id="{BDF0C53D-5034-4441-862A-8627EC8860A8}"/>
                  </a:ext>
                </a:extLst>
              </p:cNvPr>
              <p:cNvCxnSpPr>
                <a:cxnSpLocks/>
              </p:cNvCxnSpPr>
              <p:nvPr/>
            </p:nvCxnSpPr>
            <p:spPr>
              <a:xfrm>
                <a:off x="4559085" y="5349499"/>
                <a:ext cx="472698" cy="222142"/>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5" name="Group 14">
              <a:extLst>
                <a:ext uri="{FF2B5EF4-FFF2-40B4-BE49-F238E27FC236}">
                  <a16:creationId xmlns:a16="http://schemas.microsoft.com/office/drawing/2014/main" id="{2CB2CAF3-1397-8349-831B-5AFEFB9A7D54}"/>
                </a:ext>
              </a:extLst>
            </p:cNvPr>
            <p:cNvGrpSpPr/>
            <p:nvPr/>
          </p:nvGrpSpPr>
          <p:grpSpPr>
            <a:xfrm>
              <a:off x="6605504" y="4602997"/>
              <a:ext cx="2079672" cy="648084"/>
              <a:chOff x="1320582" y="5594888"/>
              <a:chExt cx="2079672" cy="648084"/>
            </a:xfrm>
          </p:grpSpPr>
          <p:sp>
            <p:nvSpPr>
              <p:cNvPr id="115" name="Text Box 191">
                <a:extLst>
                  <a:ext uri="{FF2B5EF4-FFF2-40B4-BE49-F238E27FC236}">
                    <a16:creationId xmlns:a16="http://schemas.microsoft.com/office/drawing/2014/main" id="{2DC2D22A-1CD2-634F-8976-C28F4B96CDB7}"/>
                  </a:ext>
                </a:extLst>
              </p:cNvPr>
              <p:cNvSpPr txBox="1">
                <a:spLocks noChangeArrowheads="1"/>
              </p:cNvSpPr>
              <p:nvPr/>
            </p:nvSpPr>
            <p:spPr bwMode="auto">
              <a:xfrm>
                <a:off x="1320582" y="5842862"/>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223.1.8/24</a:t>
                </a:r>
              </a:p>
            </p:txBody>
          </p:sp>
          <p:cxnSp>
            <p:nvCxnSpPr>
              <p:cNvPr id="14" name="Straight Connector 13">
                <a:extLst>
                  <a:ext uri="{FF2B5EF4-FFF2-40B4-BE49-F238E27FC236}">
                    <a16:creationId xmlns:a16="http://schemas.microsoft.com/office/drawing/2014/main" id="{33911C1C-F5CA-8741-A35F-BE8EE6DB2AE9}"/>
                  </a:ext>
                </a:extLst>
              </p:cNvPr>
              <p:cNvCxnSpPr/>
              <p:nvPr/>
            </p:nvCxnSpPr>
            <p:spPr>
              <a:xfrm flipV="1">
                <a:off x="2355742" y="5594888"/>
                <a:ext cx="0" cy="340963"/>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sp>
        <p:nvSpPr>
          <p:cNvPr id="108" name="Slide Number Placeholder 3">
            <a:extLst>
              <a:ext uri="{FF2B5EF4-FFF2-40B4-BE49-F238E27FC236}">
                <a16:creationId xmlns:a16="http://schemas.microsoft.com/office/drawing/2014/main" id="{4B49317B-9855-3844-A22F-AD77FDB60BD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32</a:t>
            </a:fld>
            <a:endParaRPr lang="en-US" dirty="0"/>
          </a:p>
        </p:txBody>
      </p:sp>
    </p:spTree>
    <p:extLst>
      <p:ext uri="{BB962C8B-B14F-4D97-AF65-F5344CB8AC3E}">
        <p14:creationId xmlns:p14="http://schemas.microsoft.com/office/powerpoint/2010/main" val="9436496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nodeType="clickEffect">
                                  <p:stCondLst>
                                    <p:cond delay="0"/>
                                  </p:stCondLst>
                                  <p:childTnLst>
                                    <p:animEffect transition="out" filter="dissolve">
                                      <p:cBhvr>
                                        <p:cTn id="6" dur="500"/>
                                        <p:tgtEl>
                                          <p:spTgt spid="2"/>
                                        </p:tgtEl>
                                      </p:cBhvr>
                                    </p:animEffect>
                                    <p:set>
                                      <p:cBhvr>
                                        <p:cTn id="7" dur="1" fill="hold">
                                          <p:stCondLst>
                                            <p:cond delay="499"/>
                                          </p:stCondLst>
                                        </p:cTn>
                                        <p:tgtEl>
                                          <p:spTgt spid="2"/>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6"/>
                                        </p:tgtEl>
                                        <p:attrNameLst>
                                          <p:attrName>style.visibility</p:attrName>
                                        </p:attrNameLst>
                                      </p:cBhvr>
                                      <p:to>
                                        <p:strVal val="visible"/>
                                      </p:to>
                                    </p:set>
                                    <p:animEffect transition="in" filter="dissolve">
                                      <p:cBhvr>
                                        <p:cTn id="1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IP addressing: CIDR</a:t>
            </a:r>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6"/>
            <a:ext cx="11096157" cy="207806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CIDR:</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C</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lassless </a:t>
            </a: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I</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nter</a:t>
            </a: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D</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omain </a:t>
            </a: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R</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outing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(pronounced “cider”)</a:t>
            </a:r>
            <a:endPar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subnet portion of address of arbitrary length</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address format: </a:t>
            </a:r>
            <a:r>
              <a:rPr kumimoji="0" lang="en-US" sz="3200" b="0" i="0" u="none" strike="noStrike" kern="1200" cap="none" spc="0" normalizeH="0" baseline="0" noProof="0" dirty="0">
                <a:ln>
                  <a:noFill/>
                </a:ln>
                <a:solidFill>
                  <a:srgbClr val="CC0000"/>
                </a:solidFill>
                <a:effectLst/>
                <a:uLnTx/>
                <a:uFillTx/>
                <a:latin typeface="Calibri" panose="020F0502020204030204"/>
                <a:ea typeface="+mn-ea"/>
                <a:cs typeface="+mn-cs"/>
              </a:rPr>
              <a:t>a.b.c.d/x</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where x is # bits in subnet portion of address</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24BFDBCB-D833-424E-B896-ECF456E857A6}"/>
              </a:ext>
            </a:extLst>
          </p:cNvPr>
          <p:cNvGrpSpPr/>
          <p:nvPr/>
        </p:nvGrpSpPr>
        <p:grpSpPr>
          <a:xfrm>
            <a:off x="3242716" y="3863272"/>
            <a:ext cx="6124575" cy="1624012"/>
            <a:chOff x="3242716" y="3863272"/>
            <a:chExt cx="6124575" cy="1624012"/>
          </a:xfrm>
        </p:grpSpPr>
        <p:sp>
          <p:nvSpPr>
            <p:cNvPr id="71" name="Text Box 5">
              <a:extLst>
                <a:ext uri="{FF2B5EF4-FFF2-40B4-BE49-F238E27FC236}">
                  <a16:creationId xmlns:a16="http://schemas.microsoft.com/office/drawing/2014/main" id="{DF99B885-3705-9D49-B24E-90392B9185F9}"/>
                </a:ext>
              </a:extLst>
            </p:cNvPr>
            <p:cNvSpPr txBox="1">
              <a:spLocks noChangeArrowheads="1"/>
            </p:cNvSpPr>
            <p:nvPr/>
          </p:nvSpPr>
          <p:spPr bwMode="auto">
            <a:xfrm>
              <a:off x="3242716" y="4444297"/>
              <a:ext cx="61245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11001000  00010111  0001000</a:t>
              </a: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84" name="Text Box 6">
              <a:extLst>
                <a:ext uri="{FF2B5EF4-FFF2-40B4-BE49-F238E27FC236}">
                  <a16:creationId xmlns:a16="http://schemas.microsoft.com/office/drawing/2014/main" id="{53AC14AD-B9EE-554E-9932-48BD3C8AF40F}"/>
                </a:ext>
              </a:extLst>
            </p:cNvPr>
            <p:cNvSpPr txBox="1">
              <a:spLocks noChangeArrowheads="1"/>
            </p:cNvSpPr>
            <p:nvPr/>
          </p:nvSpPr>
          <p:spPr bwMode="auto">
            <a:xfrm>
              <a:off x="4904829" y="3899784"/>
              <a:ext cx="8699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subnet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part</a:t>
              </a:r>
            </a:p>
          </p:txBody>
        </p:sp>
        <p:sp>
          <p:nvSpPr>
            <p:cNvPr id="85" name="Text Box 7">
              <a:extLst>
                <a:ext uri="{FF2B5EF4-FFF2-40B4-BE49-F238E27FC236}">
                  <a16:creationId xmlns:a16="http://schemas.microsoft.com/office/drawing/2014/main" id="{A9661791-FEB7-4F4F-86F8-6CFB4289ACA7}"/>
                </a:ext>
              </a:extLst>
            </p:cNvPr>
            <p:cNvSpPr txBox="1">
              <a:spLocks noChangeArrowheads="1"/>
            </p:cNvSpPr>
            <p:nvPr/>
          </p:nvSpPr>
          <p:spPr bwMode="auto">
            <a:xfrm>
              <a:off x="8184604" y="3863272"/>
              <a:ext cx="6159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host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part</a:t>
              </a:r>
            </a:p>
          </p:txBody>
        </p:sp>
        <p:sp>
          <p:nvSpPr>
            <p:cNvPr id="89" name="Line 8">
              <a:extLst>
                <a:ext uri="{FF2B5EF4-FFF2-40B4-BE49-F238E27FC236}">
                  <a16:creationId xmlns:a16="http://schemas.microsoft.com/office/drawing/2014/main" id="{3951CC4F-1C7E-7149-9A31-48715C63D9A3}"/>
                </a:ext>
              </a:extLst>
            </p:cNvPr>
            <p:cNvSpPr>
              <a:spLocks noChangeShapeType="1"/>
            </p:cNvSpPr>
            <p:nvPr/>
          </p:nvSpPr>
          <p:spPr bwMode="auto">
            <a:xfrm>
              <a:off x="5911304" y="4209347"/>
              <a:ext cx="1620837" cy="0"/>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Line 11">
              <a:extLst>
                <a:ext uri="{FF2B5EF4-FFF2-40B4-BE49-F238E27FC236}">
                  <a16:creationId xmlns:a16="http://schemas.microsoft.com/office/drawing/2014/main" id="{CD44A653-71EC-9D4E-A7F3-98231B2666D0}"/>
                </a:ext>
              </a:extLst>
            </p:cNvPr>
            <p:cNvSpPr>
              <a:spLocks noChangeShapeType="1"/>
            </p:cNvSpPr>
            <p:nvPr/>
          </p:nvSpPr>
          <p:spPr bwMode="auto">
            <a:xfrm flipV="1">
              <a:off x="8702129" y="4198234"/>
              <a:ext cx="59531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Text Box 12">
              <a:extLst>
                <a:ext uri="{FF2B5EF4-FFF2-40B4-BE49-F238E27FC236}">
                  <a16:creationId xmlns:a16="http://schemas.microsoft.com/office/drawing/2014/main" id="{D9A9A07F-569F-3443-AEE2-00A164A4D8F4}"/>
                </a:ext>
              </a:extLst>
            </p:cNvPr>
            <p:cNvSpPr txBox="1">
              <a:spLocks noChangeArrowheads="1"/>
            </p:cNvSpPr>
            <p:nvPr/>
          </p:nvSpPr>
          <p:spPr bwMode="auto">
            <a:xfrm>
              <a:off x="5179466" y="5030084"/>
              <a:ext cx="22193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200.23.16.0/23</a:t>
              </a: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7" name="Line 14">
              <a:extLst>
                <a:ext uri="{FF2B5EF4-FFF2-40B4-BE49-F238E27FC236}">
                  <a16:creationId xmlns:a16="http://schemas.microsoft.com/office/drawing/2014/main" id="{2DDD0515-22AD-7341-9655-745249D5C35B}"/>
                </a:ext>
              </a:extLst>
            </p:cNvPr>
            <p:cNvSpPr>
              <a:spLocks noChangeShapeType="1"/>
            </p:cNvSpPr>
            <p:nvPr/>
          </p:nvSpPr>
          <p:spPr bwMode="auto">
            <a:xfrm flipH="1">
              <a:off x="3312566" y="4199822"/>
              <a:ext cx="1438275" cy="0"/>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Line 15">
              <a:extLst>
                <a:ext uri="{FF2B5EF4-FFF2-40B4-BE49-F238E27FC236}">
                  <a16:creationId xmlns:a16="http://schemas.microsoft.com/office/drawing/2014/main" id="{EE979EFA-8152-E542-864B-818BC9C3940D}"/>
                </a:ext>
              </a:extLst>
            </p:cNvPr>
            <p:cNvSpPr>
              <a:spLocks noChangeShapeType="1"/>
            </p:cNvSpPr>
            <p:nvPr/>
          </p:nvSpPr>
          <p:spPr bwMode="auto">
            <a:xfrm flipH="1">
              <a:off x="7571829" y="4210934"/>
              <a:ext cx="647700"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 name="Slide Number Placeholder 3">
            <a:extLst>
              <a:ext uri="{FF2B5EF4-FFF2-40B4-BE49-F238E27FC236}">
                <a16:creationId xmlns:a16="http://schemas.microsoft.com/office/drawing/2014/main" id="{BC68F452-8EED-AA47-AB8D-3B3E453FED13}"/>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33</a:t>
            </a:fld>
            <a:endParaRPr lang="en-US" dirty="0"/>
          </a:p>
        </p:txBody>
      </p:sp>
    </p:spTree>
    <p:extLst>
      <p:ext uri="{BB962C8B-B14F-4D97-AF65-F5344CB8AC3E}">
        <p14:creationId xmlns:p14="http://schemas.microsoft.com/office/powerpoint/2010/main" val="1573768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addresses: how to get one?</a:t>
            </a:r>
            <a:endParaRPr lang="en-US" dirty="0"/>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5"/>
            <a:ext cx="11096157" cy="267767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That’s actually </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two</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questions:</a:t>
            </a:r>
          </a:p>
          <a:p>
            <a:pPr marL="644525" marR="0" lvl="0" indent="-346075"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Q: How does a </a:t>
            </a:r>
            <a:r>
              <a:rPr kumimoji="0" lang="en-US" altLang="en-US"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host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IP address within its network (host part of address)?</a:t>
            </a:r>
          </a:p>
          <a:p>
            <a:pPr marL="644525" marR="0" lvl="0" indent="-346075"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Q: How does a </a:t>
            </a:r>
            <a:r>
              <a:rPr kumimoji="0" lang="en-US" altLang="en-US"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network</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IP address for itself (network part of address)</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2" name="Rectangle 1">
            <a:extLst>
              <a:ext uri="{FF2B5EF4-FFF2-40B4-BE49-F238E27FC236}">
                <a16:creationId xmlns:a16="http://schemas.microsoft.com/office/drawing/2014/main" id="{30BA2288-FC78-F84B-AA24-40801EC93568}"/>
              </a:ext>
            </a:extLst>
          </p:cNvPr>
          <p:cNvSpPr/>
          <p:nvPr/>
        </p:nvSpPr>
        <p:spPr>
          <a:xfrm>
            <a:off x="1104900" y="4234164"/>
            <a:ext cx="10533088" cy="224676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How does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host</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IP address?</a:t>
            </a:r>
          </a:p>
          <a:p>
            <a:pPr marL="342900" marR="0" lvl="0" indent="-34290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hard-coded by sysadmin in config file (e.g.,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/etc/rc.config in UNIX)</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342900" marR="0" lvl="0" indent="-34290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DHCP:</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D</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ynamic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H</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ost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C</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onfiguration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P</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rotocol: dynamically get address from as server</a:t>
            </a:r>
          </a:p>
          <a:p>
            <a:pPr marL="800100" marR="0" lvl="1" indent="-3429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“plug-and-play”</a:t>
            </a:r>
          </a:p>
        </p:txBody>
      </p:sp>
      <p:sp>
        <p:nvSpPr>
          <p:cNvPr id="5" name="Slide Number Placeholder 3">
            <a:extLst>
              <a:ext uri="{FF2B5EF4-FFF2-40B4-BE49-F238E27FC236}">
                <a16:creationId xmlns:a16="http://schemas.microsoft.com/office/drawing/2014/main" id="{9084C300-711D-1C4E-A81B-733D1F5A7E6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34</a:t>
            </a:fld>
            <a:endParaRPr lang="en-US" dirty="0"/>
          </a:p>
        </p:txBody>
      </p:sp>
    </p:spTree>
    <p:extLst>
      <p:ext uri="{BB962C8B-B14F-4D97-AF65-F5344CB8AC3E}">
        <p14:creationId xmlns:p14="http://schemas.microsoft.com/office/powerpoint/2010/main" val="23632318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Dynamic Host Configuration Protocol</a:t>
            </a:r>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895974" y="1369673"/>
            <a:ext cx="11096157" cy="231790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goal:</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host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dynamically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obtains IP address from network server when it “joins” network</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can renew its lease on address in use</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allows reuse of addresses (only hold address while connected/</a:t>
            </a:r>
            <a:r>
              <a:rPr kumimoji="0" lang="en-US" altLang="ja-JP"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on)</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support for mobile users who join/leave network </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5" name="Rectangle 3">
            <a:extLst>
              <a:ext uri="{FF2B5EF4-FFF2-40B4-BE49-F238E27FC236}">
                <a16:creationId xmlns:a16="http://schemas.microsoft.com/office/drawing/2014/main" id="{A1A4878C-1BFB-0D4A-B7ED-0141B1F98B2A}"/>
              </a:ext>
            </a:extLst>
          </p:cNvPr>
          <p:cNvSpPr txBox="1">
            <a:spLocks noChangeArrowheads="1"/>
          </p:cNvSpPr>
          <p:nvPr/>
        </p:nvSpPr>
        <p:spPr>
          <a:xfrm>
            <a:off x="869430" y="3920499"/>
            <a:ext cx="11096157" cy="234538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065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ＭＳ Ｐゴシック" panose="020B0600070205080204" pitchFamily="34" charset="-128"/>
              </a:rPr>
              <a:t>DHCP overview:</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broadcasts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discover</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msg [optional]</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DHCP server responds with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offer</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msg [optional]</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requests IP address: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request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msg</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DHCP server sends address: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ack</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msg </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6" name="Slide Number Placeholder 3">
            <a:extLst>
              <a:ext uri="{FF2B5EF4-FFF2-40B4-BE49-F238E27FC236}">
                <a16:creationId xmlns:a16="http://schemas.microsoft.com/office/drawing/2014/main" id="{656901C4-5463-CC4D-A8BA-E1B660D5615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35</a:t>
            </a:fld>
            <a:endParaRPr lang="en-US" dirty="0"/>
          </a:p>
        </p:txBody>
      </p:sp>
    </p:spTree>
    <p:extLst>
      <p:ext uri="{BB962C8B-B14F-4D97-AF65-F5344CB8AC3E}">
        <p14:creationId xmlns:p14="http://schemas.microsoft.com/office/powerpoint/2010/main" val="8128127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client-server scenario</a:t>
            </a:r>
          </a:p>
        </p:txBody>
      </p:sp>
      <p:sp>
        <p:nvSpPr>
          <p:cNvPr id="6" name="Freeform 140">
            <a:extLst>
              <a:ext uri="{FF2B5EF4-FFF2-40B4-BE49-F238E27FC236}">
                <a16:creationId xmlns:a16="http://schemas.microsoft.com/office/drawing/2014/main" id="{31DAAA25-5A53-F648-BB18-AC788729F193}"/>
              </a:ext>
            </a:extLst>
          </p:cNvPr>
          <p:cNvSpPr>
            <a:spLocks/>
          </p:cNvSpPr>
          <p:nvPr/>
        </p:nvSpPr>
        <p:spPr bwMode="auto">
          <a:xfrm rot="16200000">
            <a:off x="3939641" y="4185782"/>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 name="Freeform 140">
            <a:extLst>
              <a:ext uri="{FF2B5EF4-FFF2-40B4-BE49-F238E27FC236}">
                <a16:creationId xmlns:a16="http://schemas.microsoft.com/office/drawing/2014/main" id="{69E13419-1E45-0F46-879F-C381AD412BFC}"/>
              </a:ext>
            </a:extLst>
          </p:cNvPr>
          <p:cNvSpPr>
            <a:spLocks/>
          </p:cNvSpPr>
          <p:nvPr/>
        </p:nvSpPr>
        <p:spPr bwMode="auto">
          <a:xfrm rot="10800000">
            <a:off x="4937385" y="2859425"/>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 name="Freeform 140">
            <a:extLst>
              <a:ext uri="{FF2B5EF4-FFF2-40B4-BE49-F238E27FC236}">
                <a16:creationId xmlns:a16="http://schemas.microsoft.com/office/drawing/2014/main" id="{3EAEF544-5AF2-EB4B-803E-855EBA054CB2}"/>
              </a:ext>
            </a:extLst>
          </p:cNvPr>
          <p:cNvSpPr>
            <a:spLocks/>
          </p:cNvSpPr>
          <p:nvPr/>
        </p:nvSpPr>
        <p:spPr bwMode="auto">
          <a:xfrm>
            <a:off x="2902210" y="2441913"/>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 name="Text Box 26">
            <a:extLst>
              <a:ext uri="{FF2B5EF4-FFF2-40B4-BE49-F238E27FC236}">
                <a16:creationId xmlns:a16="http://schemas.microsoft.com/office/drawing/2014/main" id="{D36DACCB-29DB-4E4F-ABF1-53C696E50312}"/>
              </a:ext>
            </a:extLst>
          </p:cNvPr>
          <p:cNvSpPr txBox="1">
            <a:spLocks noChangeArrowheads="1"/>
          </p:cNvSpPr>
          <p:nvPr/>
        </p:nvSpPr>
        <p:spPr bwMode="auto">
          <a:xfrm>
            <a:off x="2284673" y="2272050"/>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10" name="Group 27">
            <a:extLst>
              <a:ext uri="{FF2B5EF4-FFF2-40B4-BE49-F238E27FC236}">
                <a16:creationId xmlns:a16="http://schemas.microsoft.com/office/drawing/2014/main" id="{5D1A4459-0744-6248-B463-A419CA5BCEDA}"/>
              </a:ext>
            </a:extLst>
          </p:cNvPr>
          <p:cNvGrpSpPr>
            <a:grpSpLocks/>
          </p:cNvGrpSpPr>
          <p:nvPr/>
        </p:nvGrpSpPr>
        <p:grpSpPr bwMode="auto">
          <a:xfrm>
            <a:off x="1460763" y="3097551"/>
            <a:ext cx="1011238" cy="393700"/>
            <a:chOff x="3194" y="523"/>
            <a:chExt cx="637" cy="248"/>
          </a:xfrm>
        </p:grpSpPr>
        <p:sp>
          <p:nvSpPr>
            <p:cNvPr id="11" name="Rectangle 28">
              <a:extLst>
                <a:ext uri="{FF2B5EF4-FFF2-40B4-BE49-F238E27FC236}">
                  <a16:creationId xmlns:a16="http://schemas.microsoft.com/office/drawing/2014/main" id="{7BCFF031-6D67-D540-B6AC-0305463820C6}"/>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 name="Text Box 29">
              <a:extLst>
                <a:ext uri="{FF2B5EF4-FFF2-40B4-BE49-F238E27FC236}">
                  <a16:creationId xmlns:a16="http://schemas.microsoft.com/office/drawing/2014/main" id="{535E211A-A4D0-EB48-8374-6DF2345B95B5}"/>
                </a:ext>
              </a:extLst>
            </p:cNvPr>
            <p:cNvSpPr txBox="1">
              <a:spLocks noChangeArrowheads="1"/>
            </p:cNvSpPr>
            <p:nvPr/>
          </p:nvSpPr>
          <p:spPr bwMode="auto">
            <a:xfrm>
              <a:off x="3194" y="523"/>
              <a:ext cx="586"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13" name="Text Box 30">
            <a:extLst>
              <a:ext uri="{FF2B5EF4-FFF2-40B4-BE49-F238E27FC236}">
                <a16:creationId xmlns:a16="http://schemas.microsoft.com/office/drawing/2014/main" id="{C69E9848-9E5D-8D4C-97D2-4B27341DD8DA}"/>
              </a:ext>
            </a:extLst>
          </p:cNvPr>
          <p:cNvSpPr txBox="1">
            <a:spLocks noChangeArrowheads="1"/>
          </p:cNvSpPr>
          <p:nvPr/>
        </p:nvSpPr>
        <p:spPr bwMode="auto">
          <a:xfrm>
            <a:off x="2389448" y="4227850"/>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4" name="Text Box 31">
            <a:extLst>
              <a:ext uri="{FF2B5EF4-FFF2-40B4-BE49-F238E27FC236}">
                <a16:creationId xmlns:a16="http://schemas.microsoft.com/office/drawing/2014/main" id="{DF8FBE0F-CE5D-3F4C-8724-A2B65CD63802}"/>
              </a:ext>
            </a:extLst>
          </p:cNvPr>
          <p:cNvSpPr txBox="1">
            <a:spLocks noChangeArrowheads="1"/>
          </p:cNvSpPr>
          <p:nvPr/>
        </p:nvSpPr>
        <p:spPr bwMode="auto">
          <a:xfrm>
            <a:off x="3209055" y="3445031"/>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5" name="Text Box 33">
            <a:extLst>
              <a:ext uri="{FF2B5EF4-FFF2-40B4-BE49-F238E27FC236}">
                <a16:creationId xmlns:a16="http://schemas.microsoft.com/office/drawing/2014/main" id="{E1BAC4A0-E14C-B347-93DA-120559030826}"/>
              </a:ext>
            </a:extLst>
          </p:cNvPr>
          <p:cNvSpPr txBox="1">
            <a:spLocks noChangeArrowheads="1"/>
          </p:cNvSpPr>
          <p:nvPr/>
        </p:nvSpPr>
        <p:spPr bwMode="auto">
          <a:xfrm>
            <a:off x="4572034" y="3416409"/>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6" name="Text Box 41">
            <a:extLst>
              <a:ext uri="{FF2B5EF4-FFF2-40B4-BE49-F238E27FC236}">
                <a16:creationId xmlns:a16="http://schemas.microsoft.com/office/drawing/2014/main" id="{39006EDA-7902-FA40-B143-CA8341816B19}"/>
              </a:ext>
            </a:extLst>
          </p:cNvPr>
          <p:cNvSpPr txBox="1">
            <a:spLocks noChangeArrowheads="1"/>
          </p:cNvSpPr>
          <p:nvPr/>
        </p:nvSpPr>
        <p:spPr bwMode="auto">
          <a:xfrm>
            <a:off x="5576206" y="4449327"/>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7" name="Text Box 44">
            <a:extLst>
              <a:ext uri="{FF2B5EF4-FFF2-40B4-BE49-F238E27FC236}">
                <a16:creationId xmlns:a16="http://schemas.microsoft.com/office/drawing/2014/main" id="{BE89C22D-CB46-8549-82D3-9E9741AFCA6B}"/>
              </a:ext>
            </a:extLst>
          </p:cNvPr>
          <p:cNvSpPr txBox="1">
            <a:spLocks noChangeArrowheads="1"/>
          </p:cNvSpPr>
          <p:nvPr/>
        </p:nvSpPr>
        <p:spPr bwMode="auto">
          <a:xfrm>
            <a:off x="5700504" y="2407928"/>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8" name="Line 45">
            <a:extLst>
              <a:ext uri="{FF2B5EF4-FFF2-40B4-BE49-F238E27FC236}">
                <a16:creationId xmlns:a16="http://schemas.microsoft.com/office/drawing/2014/main" id="{3C0F2103-31E3-1E4B-8C1F-C448C2CA4488}"/>
              </a:ext>
            </a:extLst>
          </p:cNvPr>
          <p:cNvSpPr>
            <a:spLocks noChangeShapeType="1"/>
          </p:cNvSpPr>
          <p:nvPr/>
        </p:nvSpPr>
        <p:spPr bwMode="auto">
          <a:xfrm>
            <a:off x="4353185" y="3874288"/>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 name="Text Box 53">
            <a:extLst>
              <a:ext uri="{FF2B5EF4-FFF2-40B4-BE49-F238E27FC236}">
                <a16:creationId xmlns:a16="http://schemas.microsoft.com/office/drawing/2014/main" id="{DC27773B-AE4D-7B44-82B4-8EF0DEDE0A3C}"/>
              </a:ext>
            </a:extLst>
          </p:cNvPr>
          <p:cNvSpPr txBox="1">
            <a:spLocks noChangeArrowheads="1"/>
          </p:cNvSpPr>
          <p:nvPr/>
        </p:nvSpPr>
        <p:spPr bwMode="auto">
          <a:xfrm>
            <a:off x="4965677" y="5374255"/>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20" name="Text Box 56">
            <a:extLst>
              <a:ext uri="{FF2B5EF4-FFF2-40B4-BE49-F238E27FC236}">
                <a16:creationId xmlns:a16="http://schemas.microsoft.com/office/drawing/2014/main" id="{21E62D77-73B8-9647-9335-F6704548295D}"/>
              </a:ext>
            </a:extLst>
          </p:cNvPr>
          <p:cNvSpPr txBox="1">
            <a:spLocks noChangeArrowheads="1"/>
          </p:cNvSpPr>
          <p:nvPr/>
        </p:nvSpPr>
        <p:spPr bwMode="auto">
          <a:xfrm>
            <a:off x="3900694" y="5359648"/>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21" name="Group 57">
            <a:extLst>
              <a:ext uri="{FF2B5EF4-FFF2-40B4-BE49-F238E27FC236}">
                <a16:creationId xmlns:a16="http://schemas.microsoft.com/office/drawing/2014/main" id="{E4FF3E6C-0BB8-1442-B3E6-762239BB9684}"/>
              </a:ext>
            </a:extLst>
          </p:cNvPr>
          <p:cNvGrpSpPr>
            <a:grpSpLocks/>
          </p:cNvGrpSpPr>
          <p:nvPr/>
        </p:nvGrpSpPr>
        <p:grpSpPr bwMode="auto">
          <a:xfrm>
            <a:off x="3878520" y="4135775"/>
            <a:ext cx="1028699" cy="307975"/>
            <a:chOff x="4550" y="1257"/>
            <a:chExt cx="648" cy="194"/>
          </a:xfrm>
        </p:grpSpPr>
        <p:sp>
          <p:nvSpPr>
            <p:cNvPr id="22" name="Rectangle 58">
              <a:extLst>
                <a:ext uri="{FF2B5EF4-FFF2-40B4-BE49-F238E27FC236}">
                  <a16:creationId xmlns:a16="http://schemas.microsoft.com/office/drawing/2014/main" id="{AFEEB12C-DC96-6E46-B1D6-71F1FEEFD1BD}"/>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 name="Text Box 59">
              <a:extLst>
                <a:ext uri="{FF2B5EF4-FFF2-40B4-BE49-F238E27FC236}">
                  <a16:creationId xmlns:a16="http://schemas.microsoft.com/office/drawing/2014/main" id="{7B5F402D-07D3-1A44-B12D-5A96C1DBFC6F}"/>
                </a:ext>
              </a:extLst>
            </p:cNvPr>
            <p:cNvSpPr txBox="1">
              <a:spLocks noChangeArrowheads="1"/>
            </p:cNvSpPr>
            <p:nvPr/>
          </p:nvSpPr>
          <p:spPr bwMode="auto">
            <a:xfrm>
              <a:off x="4550" y="1257"/>
              <a:ext cx="648"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24" name="Group 73">
            <a:extLst>
              <a:ext uri="{FF2B5EF4-FFF2-40B4-BE49-F238E27FC236}">
                <a16:creationId xmlns:a16="http://schemas.microsoft.com/office/drawing/2014/main" id="{935720AA-DFA8-6C4D-A9DF-F1AEC40955CA}"/>
              </a:ext>
            </a:extLst>
          </p:cNvPr>
          <p:cNvGrpSpPr>
            <a:grpSpLocks/>
          </p:cNvGrpSpPr>
          <p:nvPr/>
        </p:nvGrpSpPr>
        <p:grpSpPr bwMode="auto">
          <a:xfrm>
            <a:off x="2110048" y="2518113"/>
            <a:ext cx="641350" cy="558800"/>
            <a:chOff x="-44" y="1473"/>
            <a:chExt cx="981" cy="1105"/>
          </a:xfrm>
        </p:grpSpPr>
        <p:pic>
          <p:nvPicPr>
            <p:cNvPr id="25" name="Picture 74" descr="desktop_computer_stylized_medium">
              <a:extLst>
                <a:ext uri="{FF2B5EF4-FFF2-40B4-BE49-F238E27FC236}">
                  <a16:creationId xmlns:a16="http://schemas.microsoft.com/office/drawing/2014/main" id="{35E83BBA-8877-014F-A226-CC9A3A908C8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Freeform 75">
              <a:extLst>
                <a:ext uri="{FF2B5EF4-FFF2-40B4-BE49-F238E27FC236}">
                  <a16:creationId xmlns:a16="http://schemas.microsoft.com/office/drawing/2014/main" id="{EEB02E84-9186-3B42-AAC9-859A194F99D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7" name="Group 80">
            <a:extLst>
              <a:ext uri="{FF2B5EF4-FFF2-40B4-BE49-F238E27FC236}">
                <a16:creationId xmlns:a16="http://schemas.microsoft.com/office/drawing/2014/main" id="{61E37396-6C3D-BF43-B8E2-EC2B8A5E6147}"/>
              </a:ext>
            </a:extLst>
          </p:cNvPr>
          <p:cNvGrpSpPr>
            <a:grpSpLocks/>
          </p:cNvGrpSpPr>
          <p:nvPr/>
        </p:nvGrpSpPr>
        <p:grpSpPr bwMode="auto">
          <a:xfrm>
            <a:off x="2105285" y="3116600"/>
            <a:ext cx="641350" cy="558800"/>
            <a:chOff x="-44" y="1473"/>
            <a:chExt cx="981" cy="1105"/>
          </a:xfrm>
        </p:grpSpPr>
        <p:pic>
          <p:nvPicPr>
            <p:cNvPr id="28" name="Picture 81" descr="desktop_computer_stylized_medium">
              <a:extLst>
                <a:ext uri="{FF2B5EF4-FFF2-40B4-BE49-F238E27FC236}">
                  <a16:creationId xmlns:a16="http://schemas.microsoft.com/office/drawing/2014/main" id="{94B1919C-737D-9843-A32B-4611678EE9D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 name="Freeform 82">
              <a:extLst>
                <a:ext uri="{FF2B5EF4-FFF2-40B4-BE49-F238E27FC236}">
                  <a16:creationId xmlns:a16="http://schemas.microsoft.com/office/drawing/2014/main" id="{831A54DA-BC03-904F-9EC5-5B377957BD9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0" name="Group 83">
            <a:extLst>
              <a:ext uri="{FF2B5EF4-FFF2-40B4-BE49-F238E27FC236}">
                <a16:creationId xmlns:a16="http://schemas.microsoft.com/office/drawing/2014/main" id="{E0C94097-9317-BE45-A584-4C61CB5C706E}"/>
              </a:ext>
            </a:extLst>
          </p:cNvPr>
          <p:cNvGrpSpPr>
            <a:grpSpLocks/>
          </p:cNvGrpSpPr>
          <p:nvPr/>
        </p:nvGrpSpPr>
        <p:grpSpPr bwMode="auto">
          <a:xfrm>
            <a:off x="2133860" y="3726200"/>
            <a:ext cx="641350" cy="558800"/>
            <a:chOff x="-44" y="1473"/>
            <a:chExt cx="981" cy="1105"/>
          </a:xfrm>
        </p:grpSpPr>
        <p:pic>
          <p:nvPicPr>
            <p:cNvPr id="31" name="Picture 84" descr="desktop_computer_stylized_medium">
              <a:extLst>
                <a:ext uri="{FF2B5EF4-FFF2-40B4-BE49-F238E27FC236}">
                  <a16:creationId xmlns:a16="http://schemas.microsoft.com/office/drawing/2014/main" id="{95635DB0-2F79-F74E-8399-E2F3FC747CD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 name="Freeform 85">
              <a:extLst>
                <a:ext uri="{FF2B5EF4-FFF2-40B4-BE49-F238E27FC236}">
                  <a16:creationId xmlns:a16="http://schemas.microsoft.com/office/drawing/2014/main" id="{0D36091B-285B-5148-ABB5-689E65169CB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3" name="Group 87">
            <a:extLst>
              <a:ext uri="{FF2B5EF4-FFF2-40B4-BE49-F238E27FC236}">
                <a16:creationId xmlns:a16="http://schemas.microsoft.com/office/drawing/2014/main" id="{B04BEE98-0C49-EF4A-A93C-CEEDF2563E9E}"/>
              </a:ext>
            </a:extLst>
          </p:cNvPr>
          <p:cNvGrpSpPr>
            <a:grpSpLocks/>
          </p:cNvGrpSpPr>
          <p:nvPr/>
        </p:nvGrpSpPr>
        <p:grpSpPr bwMode="auto">
          <a:xfrm flipH="1">
            <a:off x="5793048" y="2675275"/>
            <a:ext cx="641350" cy="558800"/>
            <a:chOff x="-44" y="1473"/>
            <a:chExt cx="981" cy="1105"/>
          </a:xfrm>
        </p:grpSpPr>
        <p:pic>
          <p:nvPicPr>
            <p:cNvPr id="34" name="Picture 88" descr="desktop_computer_stylized_medium">
              <a:extLst>
                <a:ext uri="{FF2B5EF4-FFF2-40B4-BE49-F238E27FC236}">
                  <a16:creationId xmlns:a16="http://schemas.microsoft.com/office/drawing/2014/main" id="{E696DA5C-EBB6-DD4E-B7A6-B2101BC8DD8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 name="Freeform 89">
              <a:extLst>
                <a:ext uri="{FF2B5EF4-FFF2-40B4-BE49-F238E27FC236}">
                  <a16:creationId xmlns:a16="http://schemas.microsoft.com/office/drawing/2014/main" id="{DCA1EB25-A45A-7F41-8718-77AAFFAC28A5}"/>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 name="Group 90">
            <a:extLst>
              <a:ext uri="{FF2B5EF4-FFF2-40B4-BE49-F238E27FC236}">
                <a16:creationId xmlns:a16="http://schemas.microsoft.com/office/drawing/2014/main" id="{0654A4CA-EB3A-F04B-B0EC-F3BAB4EC9996}"/>
              </a:ext>
            </a:extLst>
          </p:cNvPr>
          <p:cNvGrpSpPr>
            <a:grpSpLocks/>
          </p:cNvGrpSpPr>
          <p:nvPr/>
        </p:nvGrpSpPr>
        <p:grpSpPr bwMode="auto">
          <a:xfrm flipH="1">
            <a:off x="5807335" y="3954800"/>
            <a:ext cx="641350" cy="558800"/>
            <a:chOff x="-44" y="1473"/>
            <a:chExt cx="981" cy="1105"/>
          </a:xfrm>
        </p:grpSpPr>
        <p:pic>
          <p:nvPicPr>
            <p:cNvPr id="37" name="Picture 91" descr="desktop_computer_stylized_medium">
              <a:extLst>
                <a:ext uri="{FF2B5EF4-FFF2-40B4-BE49-F238E27FC236}">
                  <a16:creationId xmlns:a16="http://schemas.microsoft.com/office/drawing/2014/main" id="{1FE2F863-2385-884E-80D8-6DBCCB97C64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Freeform 92">
              <a:extLst>
                <a:ext uri="{FF2B5EF4-FFF2-40B4-BE49-F238E27FC236}">
                  <a16:creationId xmlns:a16="http://schemas.microsoft.com/office/drawing/2014/main" id="{45C0E3E0-B4B3-D440-989F-58666FD89A8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9" name="Group 93">
            <a:extLst>
              <a:ext uri="{FF2B5EF4-FFF2-40B4-BE49-F238E27FC236}">
                <a16:creationId xmlns:a16="http://schemas.microsoft.com/office/drawing/2014/main" id="{BDAC79F7-89A0-314F-9731-BEF20F5C4E78}"/>
              </a:ext>
            </a:extLst>
          </p:cNvPr>
          <p:cNvGrpSpPr>
            <a:grpSpLocks/>
          </p:cNvGrpSpPr>
          <p:nvPr/>
        </p:nvGrpSpPr>
        <p:grpSpPr bwMode="auto">
          <a:xfrm flipH="1">
            <a:off x="5193019" y="4884750"/>
            <a:ext cx="641350" cy="558800"/>
            <a:chOff x="-44" y="1473"/>
            <a:chExt cx="981" cy="1105"/>
          </a:xfrm>
        </p:grpSpPr>
        <p:pic>
          <p:nvPicPr>
            <p:cNvPr id="40" name="Picture 94" descr="desktop_computer_stylized_medium">
              <a:extLst>
                <a:ext uri="{FF2B5EF4-FFF2-40B4-BE49-F238E27FC236}">
                  <a16:creationId xmlns:a16="http://schemas.microsoft.com/office/drawing/2014/main" id="{ED726F1D-6554-FA43-BFFB-A644B1257B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Freeform 95">
              <a:extLst>
                <a:ext uri="{FF2B5EF4-FFF2-40B4-BE49-F238E27FC236}">
                  <a16:creationId xmlns:a16="http://schemas.microsoft.com/office/drawing/2014/main" id="{72833A31-BB7C-C546-B481-EF3FD82946BD}"/>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2" name="Group 96">
            <a:extLst>
              <a:ext uri="{FF2B5EF4-FFF2-40B4-BE49-F238E27FC236}">
                <a16:creationId xmlns:a16="http://schemas.microsoft.com/office/drawing/2014/main" id="{DC7645FE-448B-A341-B973-11CC7F695077}"/>
              </a:ext>
            </a:extLst>
          </p:cNvPr>
          <p:cNvGrpSpPr>
            <a:grpSpLocks/>
          </p:cNvGrpSpPr>
          <p:nvPr/>
        </p:nvGrpSpPr>
        <p:grpSpPr bwMode="auto">
          <a:xfrm flipH="1">
            <a:off x="3683849" y="5545761"/>
            <a:ext cx="641350" cy="558800"/>
            <a:chOff x="-44" y="1473"/>
            <a:chExt cx="981" cy="1105"/>
          </a:xfrm>
        </p:grpSpPr>
        <p:pic>
          <p:nvPicPr>
            <p:cNvPr id="43" name="Picture 97" descr="desktop_computer_stylized_medium">
              <a:extLst>
                <a:ext uri="{FF2B5EF4-FFF2-40B4-BE49-F238E27FC236}">
                  <a16:creationId xmlns:a16="http://schemas.microsoft.com/office/drawing/2014/main" id="{6F5B829D-406E-7D40-A729-595FDA08C12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Freeform 98">
              <a:extLst>
                <a:ext uri="{FF2B5EF4-FFF2-40B4-BE49-F238E27FC236}">
                  <a16:creationId xmlns:a16="http://schemas.microsoft.com/office/drawing/2014/main" id="{DBFC272D-F29F-7045-8DB1-3AADCA25B996}"/>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45" name="Straight Connector 44">
            <a:extLst>
              <a:ext uri="{FF2B5EF4-FFF2-40B4-BE49-F238E27FC236}">
                <a16:creationId xmlns:a16="http://schemas.microsoft.com/office/drawing/2014/main" id="{9F0B14AF-BE14-BA42-B837-EF27889EE38D}"/>
              </a:ext>
            </a:extLst>
          </p:cNvPr>
          <p:cNvCxnSpPr/>
          <p:nvPr/>
        </p:nvCxnSpPr>
        <p:spPr>
          <a:xfrm>
            <a:off x="2690676" y="2925190"/>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0E58F0A-DE3C-5547-8D0D-A1907B822F60}"/>
              </a:ext>
            </a:extLst>
          </p:cNvPr>
          <p:cNvCxnSpPr/>
          <p:nvPr/>
        </p:nvCxnSpPr>
        <p:spPr>
          <a:xfrm>
            <a:off x="2692109" y="352407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02C980BD-EF83-9F4E-B244-C6C6F3D90313}"/>
              </a:ext>
            </a:extLst>
          </p:cNvPr>
          <p:cNvCxnSpPr/>
          <p:nvPr/>
        </p:nvCxnSpPr>
        <p:spPr>
          <a:xfrm>
            <a:off x="2699264" y="4137247"/>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D56681D6-2EB2-B04A-8D8B-A6A1CB731912}"/>
              </a:ext>
            </a:extLst>
          </p:cNvPr>
          <p:cNvCxnSpPr>
            <a:cxnSpLocks/>
          </p:cNvCxnSpPr>
          <p:nvPr/>
        </p:nvCxnSpPr>
        <p:spPr>
          <a:xfrm>
            <a:off x="5623185" y="3081673"/>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8E859720-97E8-5B48-99CA-305481B5731F}"/>
              </a:ext>
            </a:extLst>
          </p:cNvPr>
          <p:cNvCxnSpPr>
            <a:cxnSpLocks/>
          </p:cNvCxnSpPr>
          <p:nvPr/>
        </p:nvCxnSpPr>
        <p:spPr>
          <a:xfrm>
            <a:off x="5624546" y="436078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B65B0BC6-6E2C-8948-899C-C852708C6A20}"/>
              </a:ext>
            </a:extLst>
          </p:cNvPr>
          <p:cNvCxnSpPr/>
          <p:nvPr/>
        </p:nvCxnSpPr>
        <p:spPr>
          <a:xfrm>
            <a:off x="3883139" y="5341789"/>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1C1CBF63-9CC3-0E4B-9CBB-7AE038D0DD0C}"/>
              </a:ext>
            </a:extLst>
          </p:cNvPr>
          <p:cNvCxnSpPr>
            <a:cxnSpLocks/>
          </p:cNvCxnSpPr>
          <p:nvPr/>
        </p:nvCxnSpPr>
        <p:spPr>
          <a:xfrm>
            <a:off x="4911047" y="5304616"/>
            <a:ext cx="38014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06BCE1BA-2CCC-5641-AE63-0BC42C1DD252}"/>
              </a:ext>
            </a:extLst>
          </p:cNvPr>
          <p:cNvCxnSpPr>
            <a:cxnSpLocks/>
          </p:cNvCxnSpPr>
          <p:nvPr/>
        </p:nvCxnSpPr>
        <p:spPr>
          <a:xfrm>
            <a:off x="3357797" y="3717874"/>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B0B61164-CB17-DE4D-B24C-361019C04182}"/>
              </a:ext>
            </a:extLst>
          </p:cNvPr>
          <p:cNvCxnSpPr>
            <a:cxnSpLocks/>
          </p:cNvCxnSpPr>
          <p:nvPr/>
        </p:nvCxnSpPr>
        <p:spPr>
          <a:xfrm>
            <a:off x="4540907" y="3723826"/>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4" name="Group 53">
            <a:extLst>
              <a:ext uri="{FF2B5EF4-FFF2-40B4-BE49-F238E27FC236}">
                <a16:creationId xmlns:a16="http://schemas.microsoft.com/office/drawing/2014/main" id="{6918EF7F-B4FA-FA43-9A8F-43852A652D77}"/>
              </a:ext>
            </a:extLst>
          </p:cNvPr>
          <p:cNvGrpSpPr/>
          <p:nvPr/>
        </p:nvGrpSpPr>
        <p:grpSpPr>
          <a:xfrm>
            <a:off x="4046926" y="3577753"/>
            <a:ext cx="632991" cy="300938"/>
            <a:chOff x="7493876" y="2774731"/>
            <a:chExt cx="1481958" cy="894622"/>
          </a:xfrm>
        </p:grpSpPr>
        <p:sp>
          <p:nvSpPr>
            <p:cNvPr id="55" name="Freeform 54">
              <a:extLst>
                <a:ext uri="{FF2B5EF4-FFF2-40B4-BE49-F238E27FC236}">
                  <a16:creationId xmlns:a16="http://schemas.microsoft.com/office/drawing/2014/main" id="{027EFDF7-79C3-D749-83A5-52EBF8D8C9D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6" name="Oval 55">
              <a:extLst>
                <a:ext uri="{FF2B5EF4-FFF2-40B4-BE49-F238E27FC236}">
                  <a16:creationId xmlns:a16="http://schemas.microsoft.com/office/drawing/2014/main" id="{29726ED5-7E21-F742-9225-0765716E39E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7" name="Group 56">
              <a:extLst>
                <a:ext uri="{FF2B5EF4-FFF2-40B4-BE49-F238E27FC236}">
                  <a16:creationId xmlns:a16="http://schemas.microsoft.com/office/drawing/2014/main" id="{1385899F-863F-C248-A7F6-A0044E4CC6E9}"/>
                </a:ext>
              </a:extLst>
            </p:cNvPr>
            <p:cNvGrpSpPr/>
            <p:nvPr/>
          </p:nvGrpSpPr>
          <p:grpSpPr>
            <a:xfrm>
              <a:off x="7713663" y="2848339"/>
              <a:ext cx="1042107" cy="425543"/>
              <a:chOff x="7786941" y="2884917"/>
              <a:chExt cx="897649" cy="353919"/>
            </a:xfrm>
          </p:grpSpPr>
          <p:sp>
            <p:nvSpPr>
              <p:cNvPr id="58" name="Freeform 57">
                <a:extLst>
                  <a:ext uri="{FF2B5EF4-FFF2-40B4-BE49-F238E27FC236}">
                    <a16:creationId xmlns:a16="http://schemas.microsoft.com/office/drawing/2014/main" id="{0116806E-754B-3442-BBDE-7771700E934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 name="Freeform 58">
                <a:extLst>
                  <a:ext uri="{FF2B5EF4-FFF2-40B4-BE49-F238E27FC236}">
                    <a16:creationId xmlns:a16="http://schemas.microsoft.com/office/drawing/2014/main" id="{091B82BB-768A-DC4E-A911-FFB5B8C8412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 name="Freeform 59">
                <a:extLst>
                  <a:ext uri="{FF2B5EF4-FFF2-40B4-BE49-F238E27FC236}">
                    <a16:creationId xmlns:a16="http://schemas.microsoft.com/office/drawing/2014/main" id="{64DECB39-792F-8B4A-866B-2654CAC3A8E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 name="Freeform 60">
                <a:extLst>
                  <a:ext uri="{FF2B5EF4-FFF2-40B4-BE49-F238E27FC236}">
                    <a16:creationId xmlns:a16="http://schemas.microsoft.com/office/drawing/2014/main" id="{324B35FF-A729-F647-AEC0-72562E4EDDA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 name="Group 61">
            <a:extLst>
              <a:ext uri="{FF2B5EF4-FFF2-40B4-BE49-F238E27FC236}">
                <a16:creationId xmlns:a16="http://schemas.microsoft.com/office/drawing/2014/main" id="{B09F7B2E-D5B8-BB4E-8759-AB827AE6F160}"/>
              </a:ext>
            </a:extLst>
          </p:cNvPr>
          <p:cNvGrpSpPr/>
          <p:nvPr/>
        </p:nvGrpSpPr>
        <p:grpSpPr>
          <a:xfrm>
            <a:off x="4199467" y="1861963"/>
            <a:ext cx="1778000" cy="1399961"/>
            <a:chOff x="4199467" y="1861963"/>
            <a:chExt cx="1778000" cy="1399961"/>
          </a:xfrm>
        </p:grpSpPr>
        <p:sp>
          <p:nvSpPr>
            <p:cNvPr id="82" name="Text Box 168">
              <a:extLst>
                <a:ext uri="{FF2B5EF4-FFF2-40B4-BE49-F238E27FC236}">
                  <a16:creationId xmlns:a16="http://schemas.microsoft.com/office/drawing/2014/main" id="{749D76C1-253F-7E4C-99D3-C389D0FFFB97}"/>
                </a:ext>
              </a:extLst>
            </p:cNvPr>
            <p:cNvSpPr txBox="1">
              <a:spLocks noChangeArrowheads="1"/>
            </p:cNvSpPr>
            <p:nvPr/>
          </p:nvSpPr>
          <p:spPr bwMode="auto">
            <a:xfrm>
              <a:off x="4199467" y="1861963"/>
              <a:ext cx="1778000" cy="4090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server</a:t>
              </a:r>
            </a:p>
          </p:txBody>
        </p:sp>
        <p:grpSp>
          <p:nvGrpSpPr>
            <p:cNvPr id="2" name="Group 1">
              <a:extLst>
                <a:ext uri="{FF2B5EF4-FFF2-40B4-BE49-F238E27FC236}">
                  <a16:creationId xmlns:a16="http://schemas.microsoft.com/office/drawing/2014/main" id="{49F111B8-3FCA-FC4C-BF5D-F65380BA1918}"/>
                </a:ext>
              </a:extLst>
            </p:cNvPr>
            <p:cNvGrpSpPr/>
            <p:nvPr/>
          </p:nvGrpSpPr>
          <p:grpSpPr>
            <a:xfrm>
              <a:off x="4496295" y="2275617"/>
              <a:ext cx="1061308" cy="986307"/>
              <a:chOff x="4496295" y="2275617"/>
              <a:chExt cx="1061308" cy="986307"/>
            </a:xfrm>
          </p:grpSpPr>
          <p:grpSp>
            <p:nvGrpSpPr>
              <p:cNvPr id="83" name="Group 195">
                <a:extLst>
                  <a:ext uri="{FF2B5EF4-FFF2-40B4-BE49-F238E27FC236}">
                    <a16:creationId xmlns:a16="http://schemas.microsoft.com/office/drawing/2014/main" id="{92C401A3-F193-CA42-B665-D7D45D1E2842}"/>
                  </a:ext>
                </a:extLst>
              </p:cNvPr>
              <p:cNvGrpSpPr>
                <a:grpSpLocks/>
              </p:cNvGrpSpPr>
              <p:nvPr/>
            </p:nvGrpSpPr>
            <p:grpSpPr bwMode="auto">
              <a:xfrm>
                <a:off x="4733925" y="2275617"/>
                <a:ext cx="365672" cy="681037"/>
                <a:chOff x="4140" y="429"/>
                <a:chExt cx="1425" cy="2396"/>
              </a:xfrm>
            </p:grpSpPr>
            <p:sp>
              <p:nvSpPr>
                <p:cNvPr id="84" name="Freeform 196">
                  <a:extLst>
                    <a:ext uri="{FF2B5EF4-FFF2-40B4-BE49-F238E27FC236}">
                      <a16:creationId xmlns:a16="http://schemas.microsoft.com/office/drawing/2014/main" id="{F996EE8E-AAFF-DC43-A262-7E2D6797D513}"/>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Rectangle 197">
                  <a:extLst>
                    <a:ext uri="{FF2B5EF4-FFF2-40B4-BE49-F238E27FC236}">
                      <a16:creationId xmlns:a16="http://schemas.microsoft.com/office/drawing/2014/main" id="{D97D7B28-0756-2245-817F-8856E2707529}"/>
                    </a:ext>
                  </a:extLst>
                </p:cNvPr>
                <p:cNvSpPr>
                  <a:spLocks noChangeArrowheads="1"/>
                </p:cNvSpPr>
                <p:nvPr/>
              </p:nvSpPr>
              <p:spPr bwMode="auto">
                <a:xfrm>
                  <a:off x="4208"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86" name="Freeform 198">
                  <a:extLst>
                    <a:ext uri="{FF2B5EF4-FFF2-40B4-BE49-F238E27FC236}">
                      <a16:creationId xmlns:a16="http://schemas.microsoft.com/office/drawing/2014/main" id="{4C04780A-1D8C-3848-920B-640B79B0C86D}"/>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99">
                  <a:extLst>
                    <a:ext uri="{FF2B5EF4-FFF2-40B4-BE49-F238E27FC236}">
                      <a16:creationId xmlns:a16="http://schemas.microsoft.com/office/drawing/2014/main" id="{D5EF4AD6-5273-B04C-A408-1EE9352D51A7}"/>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Rectangle 200">
                  <a:extLst>
                    <a:ext uri="{FF2B5EF4-FFF2-40B4-BE49-F238E27FC236}">
                      <a16:creationId xmlns:a16="http://schemas.microsoft.com/office/drawing/2014/main" id="{8EF7317E-B5CF-944B-B3A0-73BD27602234}"/>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89" name="Group 201">
                  <a:extLst>
                    <a:ext uri="{FF2B5EF4-FFF2-40B4-BE49-F238E27FC236}">
                      <a16:creationId xmlns:a16="http://schemas.microsoft.com/office/drawing/2014/main" id="{BB7E36FC-FE93-9145-8F58-AC065CA43A93}"/>
                    </a:ext>
                  </a:extLst>
                </p:cNvPr>
                <p:cNvGrpSpPr>
                  <a:grpSpLocks/>
                </p:cNvGrpSpPr>
                <p:nvPr/>
              </p:nvGrpSpPr>
              <p:grpSpPr bwMode="auto">
                <a:xfrm>
                  <a:off x="4749" y="668"/>
                  <a:ext cx="581" cy="145"/>
                  <a:chOff x="614" y="2568"/>
                  <a:chExt cx="725" cy="139"/>
                </a:xfrm>
              </p:grpSpPr>
              <p:sp>
                <p:nvSpPr>
                  <p:cNvPr id="114" name="AutoShape 202">
                    <a:extLst>
                      <a:ext uri="{FF2B5EF4-FFF2-40B4-BE49-F238E27FC236}">
                        <a16:creationId xmlns:a16="http://schemas.microsoft.com/office/drawing/2014/main" id="{C6A2DDA6-6A3E-CA42-A8E9-9548184E4340}"/>
                      </a:ext>
                    </a:extLst>
                  </p:cNvPr>
                  <p:cNvSpPr>
                    <a:spLocks noChangeArrowheads="1"/>
                  </p:cNvSpPr>
                  <p:nvPr/>
                </p:nvSpPr>
                <p:spPr bwMode="auto">
                  <a:xfrm>
                    <a:off x="613" y="2569"/>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15" name="AutoShape 203">
                    <a:extLst>
                      <a:ext uri="{FF2B5EF4-FFF2-40B4-BE49-F238E27FC236}">
                        <a16:creationId xmlns:a16="http://schemas.microsoft.com/office/drawing/2014/main" id="{9D9CC773-4E5B-4A41-9674-9AC4E8DE3AE6}"/>
                      </a:ext>
                    </a:extLst>
                  </p:cNvPr>
                  <p:cNvSpPr>
                    <a:spLocks noChangeArrowheads="1"/>
                  </p:cNvSpPr>
                  <p:nvPr/>
                </p:nvSpPr>
                <p:spPr bwMode="auto">
                  <a:xfrm>
                    <a:off x="627" y="2585"/>
                    <a:ext cx="689"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0" name="Rectangle 204">
                  <a:extLst>
                    <a:ext uri="{FF2B5EF4-FFF2-40B4-BE49-F238E27FC236}">
                      <a16:creationId xmlns:a16="http://schemas.microsoft.com/office/drawing/2014/main" id="{3F22A4C9-56F2-DE48-B8D9-3895E3ACE2D4}"/>
                    </a:ext>
                  </a:extLst>
                </p:cNvPr>
                <p:cNvSpPr>
                  <a:spLocks noChangeArrowheads="1"/>
                </p:cNvSpPr>
                <p:nvPr/>
              </p:nvSpPr>
              <p:spPr bwMode="auto">
                <a:xfrm>
                  <a:off x="4224" y="1021"/>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91" name="Group 205">
                  <a:extLst>
                    <a:ext uri="{FF2B5EF4-FFF2-40B4-BE49-F238E27FC236}">
                      <a16:creationId xmlns:a16="http://schemas.microsoft.com/office/drawing/2014/main" id="{75863D69-5E86-6246-B7FE-8384C4BFE60C}"/>
                    </a:ext>
                  </a:extLst>
                </p:cNvPr>
                <p:cNvGrpSpPr>
                  <a:grpSpLocks/>
                </p:cNvGrpSpPr>
                <p:nvPr/>
              </p:nvGrpSpPr>
              <p:grpSpPr bwMode="auto">
                <a:xfrm>
                  <a:off x="4747" y="994"/>
                  <a:ext cx="581" cy="134"/>
                  <a:chOff x="614" y="2568"/>
                  <a:chExt cx="725" cy="139"/>
                </a:xfrm>
              </p:grpSpPr>
              <p:sp>
                <p:nvSpPr>
                  <p:cNvPr id="112" name="AutoShape 206">
                    <a:extLst>
                      <a:ext uri="{FF2B5EF4-FFF2-40B4-BE49-F238E27FC236}">
                        <a16:creationId xmlns:a16="http://schemas.microsoft.com/office/drawing/2014/main" id="{B2956786-E03A-6D41-9641-A3AEE3CEF591}"/>
                      </a:ext>
                    </a:extLst>
                  </p:cNvPr>
                  <p:cNvSpPr>
                    <a:spLocks noChangeArrowheads="1"/>
                  </p:cNvSpPr>
                  <p:nvPr/>
                </p:nvSpPr>
                <p:spPr bwMode="auto">
                  <a:xfrm>
                    <a:off x="616" y="2567"/>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13" name="AutoShape 207">
                    <a:extLst>
                      <a:ext uri="{FF2B5EF4-FFF2-40B4-BE49-F238E27FC236}">
                        <a16:creationId xmlns:a16="http://schemas.microsoft.com/office/drawing/2014/main" id="{6FFFFB0F-D98B-FF4D-B155-AACF1383E446}"/>
                      </a:ext>
                    </a:extLst>
                  </p:cNvPr>
                  <p:cNvSpPr>
                    <a:spLocks noChangeArrowheads="1"/>
                  </p:cNvSpPr>
                  <p:nvPr/>
                </p:nvSpPr>
                <p:spPr bwMode="auto">
                  <a:xfrm>
                    <a:off x="630" y="2584"/>
                    <a:ext cx="689"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2" name="Rectangle 208">
                  <a:extLst>
                    <a:ext uri="{FF2B5EF4-FFF2-40B4-BE49-F238E27FC236}">
                      <a16:creationId xmlns:a16="http://schemas.microsoft.com/office/drawing/2014/main" id="{E903EB04-2402-184D-AF52-7C1CCD526119}"/>
                    </a:ext>
                  </a:extLst>
                </p:cNvPr>
                <p:cNvSpPr>
                  <a:spLocks noChangeArrowheads="1"/>
                </p:cNvSpPr>
                <p:nvPr/>
              </p:nvSpPr>
              <p:spPr bwMode="auto">
                <a:xfrm>
                  <a:off x="4219" y="1356"/>
                  <a:ext cx="591"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3" name="Rectangle 209">
                  <a:extLst>
                    <a:ext uri="{FF2B5EF4-FFF2-40B4-BE49-F238E27FC236}">
                      <a16:creationId xmlns:a16="http://schemas.microsoft.com/office/drawing/2014/main" id="{2500B436-7576-9D45-9FE0-290A8354C825}"/>
                    </a:ext>
                  </a:extLst>
                </p:cNvPr>
                <p:cNvSpPr>
                  <a:spLocks noChangeArrowheads="1"/>
                </p:cNvSpPr>
                <p:nvPr/>
              </p:nvSpPr>
              <p:spPr bwMode="auto">
                <a:xfrm>
                  <a:off x="4230" y="1658"/>
                  <a:ext cx="591"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94" name="Group 210">
                  <a:extLst>
                    <a:ext uri="{FF2B5EF4-FFF2-40B4-BE49-F238E27FC236}">
                      <a16:creationId xmlns:a16="http://schemas.microsoft.com/office/drawing/2014/main" id="{507BA385-393B-9D43-A31A-2DDD6019EF97}"/>
                    </a:ext>
                  </a:extLst>
                </p:cNvPr>
                <p:cNvGrpSpPr>
                  <a:grpSpLocks/>
                </p:cNvGrpSpPr>
                <p:nvPr/>
              </p:nvGrpSpPr>
              <p:grpSpPr bwMode="auto">
                <a:xfrm>
                  <a:off x="4735" y="1627"/>
                  <a:ext cx="582" cy="151"/>
                  <a:chOff x="614" y="2568"/>
                  <a:chExt cx="725" cy="139"/>
                </a:xfrm>
              </p:grpSpPr>
              <p:sp>
                <p:nvSpPr>
                  <p:cNvPr id="110" name="AutoShape 211">
                    <a:extLst>
                      <a:ext uri="{FF2B5EF4-FFF2-40B4-BE49-F238E27FC236}">
                        <a16:creationId xmlns:a16="http://schemas.microsoft.com/office/drawing/2014/main" id="{256D59F0-4973-1244-ADBD-A73C0137CF42}"/>
                      </a:ext>
                    </a:extLst>
                  </p:cNvPr>
                  <p:cNvSpPr>
                    <a:spLocks noChangeArrowheads="1"/>
                  </p:cNvSpPr>
                  <p:nvPr/>
                </p:nvSpPr>
                <p:spPr bwMode="auto">
                  <a:xfrm>
                    <a:off x="617" y="2576"/>
                    <a:ext cx="723"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11" name="AutoShape 212">
                    <a:extLst>
                      <a:ext uri="{FF2B5EF4-FFF2-40B4-BE49-F238E27FC236}">
                        <a16:creationId xmlns:a16="http://schemas.microsoft.com/office/drawing/2014/main" id="{F29A5B2E-8C02-2546-B3B1-7E91A82DEA0C}"/>
                      </a:ext>
                    </a:extLst>
                  </p:cNvPr>
                  <p:cNvSpPr>
                    <a:spLocks noChangeArrowheads="1"/>
                  </p:cNvSpPr>
                  <p:nvPr/>
                </p:nvSpPr>
                <p:spPr bwMode="auto">
                  <a:xfrm>
                    <a:off x="631" y="2586"/>
                    <a:ext cx="688"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5" name="Freeform 213">
                  <a:extLst>
                    <a:ext uri="{FF2B5EF4-FFF2-40B4-BE49-F238E27FC236}">
                      <a16:creationId xmlns:a16="http://schemas.microsoft.com/office/drawing/2014/main" id="{EC84988B-E040-C045-830F-089AF6FEEF2A}"/>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96" name="Group 214">
                  <a:extLst>
                    <a:ext uri="{FF2B5EF4-FFF2-40B4-BE49-F238E27FC236}">
                      <a16:creationId xmlns:a16="http://schemas.microsoft.com/office/drawing/2014/main" id="{7A047F44-5A09-E24B-9DF0-F6CE20B24BF1}"/>
                    </a:ext>
                  </a:extLst>
                </p:cNvPr>
                <p:cNvGrpSpPr>
                  <a:grpSpLocks/>
                </p:cNvGrpSpPr>
                <p:nvPr/>
              </p:nvGrpSpPr>
              <p:grpSpPr bwMode="auto">
                <a:xfrm>
                  <a:off x="4739" y="1327"/>
                  <a:ext cx="582" cy="139"/>
                  <a:chOff x="614" y="2568"/>
                  <a:chExt cx="725" cy="139"/>
                </a:xfrm>
              </p:grpSpPr>
              <p:sp>
                <p:nvSpPr>
                  <p:cNvPr id="108" name="AutoShape 215">
                    <a:extLst>
                      <a:ext uri="{FF2B5EF4-FFF2-40B4-BE49-F238E27FC236}">
                        <a16:creationId xmlns:a16="http://schemas.microsoft.com/office/drawing/2014/main" id="{17DAD139-F7D2-D74C-AE2D-D6BFC617D7C0}"/>
                      </a:ext>
                    </a:extLst>
                  </p:cNvPr>
                  <p:cNvSpPr>
                    <a:spLocks noChangeArrowheads="1"/>
                  </p:cNvSpPr>
                  <p:nvPr/>
                </p:nvSpPr>
                <p:spPr bwMode="auto">
                  <a:xfrm>
                    <a:off x="612" y="2569"/>
                    <a:ext cx="730"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9" name="AutoShape 216">
                    <a:extLst>
                      <a:ext uri="{FF2B5EF4-FFF2-40B4-BE49-F238E27FC236}">
                        <a16:creationId xmlns:a16="http://schemas.microsoft.com/office/drawing/2014/main" id="{999E63AB-7139-F74C-BCF7-6549DA2A9951}"/>
                      </a:ext>
                    </a:extLst>
                  </p:cNvPr>
                  <p:cNvSpPr>
                    <a:spLocks noChangeArrowheads="1"/>
                  </p:cNvSpPr>
                  <p:nvPr/>
                </p:nvSpPr>
                <p:spPr bwMode="auto">
                  <a:xfrm>
                    <a:off x="626" y="2586"/>
                    <a:ext cx="695"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7" name="Rectangle 217">
                  <a:extLst>
                    <a:ext uri="{FF2B5EF4-FFF2-40B4-BE49-F238E27FC236}">
                      <a16:creationId xmlns:a16="http://schemas.microsoft.com/office/drawing/2014/main" id="{92484BC0-E78C-4A41-A8A7-76E737A41143}"/>
                    </a:ext>
                  </a:extLst>
                </p:cNvPr>
                <p:cNvSpPr>
                  <a:spLocks noChangeArrowheads="1"/>
                </p:cNvSpPr>
                <p:nvPr/>
              </p:nvSpPr>
              <p:spPr bwMode="auto">
                <a:xfrm>
                  <a:off x="5250"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8" name="Freeform 218">
                  <a:extLst>
                    <a:ext uri="{FF2B5EF4-FFF2-40B4-BE49-F238E27FC236}">
                      <a16:creationId xmlns:a16="http://schemas.microsoft.com/office/drawing/2014/main" id="{EFB0F20F-1957-B542-90DC-B26A746D79C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219">
                  <a:extLst>
                    <a:ext uri="{FF2B5EF4-FFF2-40B4-BE49-F238E27FC236}">
                      <a16:creationId xmlns:a16="http://schemas.microsoft.com/office/drawing/2014/main" id="{307311BD-196C-6041-ACFC-FDD880DA5B5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Oval 220">
                  <a:extLst>
                    <a:ext uri="{FF2B5EF4-FFF2-40B4-BE49-F238E27FC236}">
                      <a16:creationId xmlns:a16="http://schemas.microsoft.com/office/drawing/2014/main" id="{89A7E0BB-C394-EE49-9A0A-C99B05729413}"/>
                    </a:ext>
                  </a:extLst>
                </p:cNvPr>
                <p:cNvSpPr>
                  <a:spLocks noChangeArrowheads="1"/>
                </p:cNvSpPr>
                <p:nvPr/>
              </p:nvSpPr>
              <p:spPr bwMode="auto">
                <a:xfrm>
                  <a:off x="5514" y="2613"/>
                  <a:ext cx="51"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1" name="Freeform 221">
                  <a:extLst>
                    <a:ext uri="{FF2B5EF4-FFF2-40B4-BE49-F238E27FC236}">
                      <a16:creationId xmlns:a16="http://schemas.microsoft.com/office/drawing/2014/main" id="{98AFBD94-761C-9F44-92F1-52E2961E5CA0}"/>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AutoShape 222">
                  <a:extLst>
                    <a:ext uri="{FF2B5EF4-FFF2-40B4-BE49-F238E27FC236}">
                      <a16:creationId xmlns:a16="http://schemas.microsoft.com/office/drawing/2014/main" id="{E14DC574-9CD1-DE4F-B70E-0A4A3A939D86}"/>
                    </a:ext>
                  </a:extLst>
                </p:cNvPr>
                <p:cNvSpPr>
                  <a:spLocks noChangeArrowheads="1"/>
                </p:cNvSpPr>
                <p:nvPr/>
              </p:nvSpPr>
              <p:spPr bwMode="auto">
                <a:xfrm>
                  <a:off x="4140" y="2680"/>
                  <a:ext cx="1200" cy="145"/>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3" name="AutoShape 223">
                  <a:extLst>
                    <a:ext uri="{FF2B5EF4-FFF2-40B4-BE49-F238E27FC236}">
                      <a16:creationId xmlns:a16="http://schemas.microsoft.com/office/drawing/2014/main" id="{20532455-FB0B-0540-8065-55BA87738867}"/>
                    </a:ext>
                  </a:extLst>
                </p:cNvPr>
                <p:cNvSpPr>
                  <a:spLocks noChangeArrowheads="1"/>
                </p:cNvSpPr>
                <p:nvPr/>
              </p:nvSpPr>
              <p:spPr bwMode="auto">
                <a:xfrm>
                  <a:off x="4208" y="2713"/>
                  <a:ext cx="1070" cy="78"/>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4" name="Oval 224">
                  <a:extLst>
                    <a:ext uri="{FF2B5EF4-FFF2-40B4-BE49-F238E27FC236}">
                      <a16:creationId xmlns:a16="http://schemas.microsoft.com/office/drawing/2014/main" id="{5C39E517-1478-774A-83FE-92EE98C41B1C}"/>
                    </a:ext>
                  </a:extLst>
                </p:cNvPr>
                <p:cNvSpPr>
                  <a:spLocks noChangeArrowheads="1"/>
                </p:cNvSpPr>
                <p:nvPr/>
              </p:nvSpPr>
              <p:spPr bwMode="auto">
                <a:xfrm>
                  <a:off x="4309" y="2384"/>
                  <a:ext cx="158"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5" name="Oval 225">
                  <a:extLst>
                    <a:ext uri="{FF2B5EF4-FFF2-40B4-BE49-F238E27FC236}">
                      <a16:creationId xmlns:a16="http://schemas.microsoft.com/office/drawing/2014/main" id="{18CDBC59-1599-3E4F-B0C2-F7221503E00D}"/>
                    </a:ext>
                  </a:extLst>
                </p:cNvPr>
                <p:cNvSpPr>
                  <a:spLocks noChangeArrowheads="1"/>
                </p:cNvSpPr>
                <p:nvPr/>
              </p:nvSpPr>
              <p:spPr bwMode="auto">
                <a:xfrm>
                  <a:off x="4484" y="2384"/>
                  <a:ext cx="163"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106" name="Oval 226">
                  <a:extLst>
                    <a:ext uri="{FF2B5EF4-FFF2-40B4-BE49-F238E27FC236}">
                      <a16:creationId xmlns:a16="http://schemas.microsoft.com/office/drawing/2014/main" id="{7BBEDBA4-536F-D24E-8D45-C258629A4200}"/>
                    </a:ext>
                  </a:extLst>
                </p:cNvPr>
                <p:cNvSpPr>
                  <a:spLocks noChangeArrowheads="1"/>
                </p:cNvSpPr>
                <p:nvPr/>
              </p:nvSpPr>
              <p:spPr bwMode="auto">
                <a:xfrm>
                  <a:off x="4664" y="2384"/>
                  <a:ext cx="158"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7" name="Rectangle 227">
                  <a:extLst>
                    <a:ext uri="{FF2B5EF4-FFF2-40B4-BE49-F238E27FC236}">
                      <a16:creationId xmlns:a16="http://schemas.microsoft.com/office/drawing/2014/main" id="{510D808B-F86B-E24A-9C3B-9D966384A3F7}"/>
                    </a:ext>
                  </a:extLst>
                </p:cNvPr>
                <p:cNvSpPr>
                  <a:spLocks noChangeArrowheads="1"/>
                </p:cNvSpPr>
                <p:nvPr/>
              </p:nvSpPr>
              <p:spPr bwMode="auto">
                <a:xfrm>
                  <a:off x="5064" y="1836"/>
                  <a:ext cx="84" cy="760"/>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cxnSp>
            <p:nvCxnSpPr>
              <p:cNvPr id="116" name="Straight Connector 115">
                <a:extLst>
                  <a:ext uri="{FF2B5EF4-FFF2-40B4-BE49-F238E27FC236}">
                    <a16:creationId xmlns:a16="http://schemas.microsoft.com/office/drawing/2014/main" id="{E34833AD-3FDA-3947-8DF2-AE907CC8F603}"/>
                  </a:ext>
                </a:extLst>
              </p:cNvPr>
              <p:cNvCxnSpPr>
                <a:cxnSpLocks/>
              </p:cNvCxnSpPr>
              <p:nvPr/>
            </p:nvCxnSpPr>
            <p:spPr>
              <a:xfrm flipH="1">
                <a:off x="5013585" y="2937914"/>
                <a:ext cx="54401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17" name="Text Box 44">
                <a:extLst>
                  <a:ext uri="{FF2B5EF4-FFF2-40B4-BE49-F238E27FC236}">
                    <a16:creationId xmlns:a16="http://schemas.microsoft.com/office/drawing/2014/main" id="{BF841610-9748-1F4A-BBAE-236890875A06}"/>
                  </a:ext>
                </a:extLst>
              </p:cNvPr>
              <p:cNvSpPr txBox="1">
                <a:spLocks noChangeArrowheads="1"/>
              </p:cNvSpPr>
              <p:nvPr/>
            </p:nvSpPr>
            <p:spPr bwMode="auto">
              <a:xfrm>
                <a:off x="4496295" y="2923370"/>
                <a:ext cx="104067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223.1.2.5</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pic>
        <p:nvPicPr>
          <p:cNvPr id="144" name="Picture 777" descr="access_point_stylized_small">
            <a:extLst>
              <a:ext uri="{FF2B5EF4-FFF2-40B4-BE49-F238E27FC236}">
                <a16:creationId xmlns:a16="http://schemas.microsoft.com/office/drawing/2014/main" id="{D6280BFC-D50B-FF42-B442-CFFACB19A22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480205" y="3404249"/>
            <a:ext cx="587412" cy="486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 name="Group 4">
            <a:extLst>
              <a:ext uri="{FF2B5EF4-FFF2-40B4-BE49-F238E27FC236}">
                <a16:creationId xmlns:a16="http://schemas.microsoft.com/office/drawing/2014/main" id="{18DE279B-D384-6A49-853D-D5D2C0C604CC}"/>
              </a:ext>
            </a:extLst>
          </p:cNvPr>
          <p:cNvGrpSpPr/>
          <p:nvPr/>
        </p:nvGrpSpPr>
        <p:grpSpPr>
          <a:xfrm>
            <a:off x="6417296" y="3245381"/>
            <a:ext cx="4688026" cy="1596861"/>
            <a:chOff x="6417296" y="3245381"/>
            <a:chExt cx="4688026" cy="1596861"/>
          </a:xfrm>
        </p:grpSpPr>
        <p:grpSp>
          <p:nvGrpSpPr>
            <p:cNvPr id="118" name="Group 117">
              <a:extLst>
                <a:ext uri="{FF2B5EF4-FFF2-40B4-BE49-F238E27FC236}">
                  <a16:creationId xmlns:a16="http://schemas.microsoft.com/office/drawing/2014/main" id="{DBB58AB4-0278-FC48-8D1F-C8A99E4BC8BA}"/>
                </a:ext>
              </a:extLst>
            </p:cNvPr>
            <p:cNvGrpSpPr/>
            <p:nvPr/>
          </p:nvGrpSpPr>
          <p:grpSpPr>
            <a:xfrm>
              <a:off x="7290172" y="3245381"/>
              <a:ext cx="1015378" cy="911243"/>
              <a:chOff x="7432700" y="2327293"/>
              <a:chExt cx="534987" cy="407988"/>
            </a:xfrm>
          </p:grpSpPr>
          <p:pic>
            <p:nvPicPr>
              <p:cNvPr id="119" name="Picture 1017" descr="antenna_stylized">
                <a:extLst>
                  <a:ext uri="{FF2B5EF4-FFF2-40B4-BE49-F238E27FC236}">
                    <a16:creationId xmlns:a16="http://schemas.microsoft.com/office/drawing/2014/main" id="{96AE46AF-D187-024B-9813-6861E1B1C402}"/>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 name="Picture 1018" descr="laptop_keyboard">
                <a:extLst>
                  <a:ext uri="{FF2B5EF4-FFF2-40B4-BE49-F238E27FC236}">
                    <a16:creationId xmlns:a16="http://schemas.microsoft.com/office/drawing/2014/main" id="{DEE713BC-3AB0-1146-9875-F720BC451C97}"/>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1" name="Freeform 1019">
                <a:extLst>
                  <a:ext uri="{FF2B5EF4-FFF2-40B4-BE49-F238E27FC236}">
                    <a16:creationId xmlns:a16="http://schemas.microsoft.com/office/drawing/2014/main" id="{ADD08C09-9D4E-3140-8493-5E37E7D212F3}"/>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22" name="Picture 1020" descr="screen">
                <a:extLst>
                  <a:ext uri="{FF2B5EF4-FFF2-40B4-BE49-F238E27FC236}">
                    <a16:creationId xmlns:a16="http://schemas.microsoft.com/office/drawing/2014/main" id="{23643802-834B-1744-BF24-48583F7582B8}"/>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3" name="Freeform 1021">
                <a:extLst>
                  <a:ext uri="{FF2B5EF4-FFF2-40B4-BE49-F238E27FC236}">
                    <a16:creationId xmlns:a16="http://schemas.microsoft.com/office/drawing/2014/main" id="{46751D15-9F44-BB45-A218-50CBA7C64B70}"/>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1022">
                <a:extLst>
                  <a:ext uri="{FF2B5EF4-FFF2-40B4-BE49-F238E27FC236}">
                    <a16:creationId xmlns:a16="http://schemas.microsoft.com/office/drawing/2014/main" id="{81BEFF9C-A85E-3243-8942-C441D8BD1AB1}"/>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1023">
                <a:extLst>
                  <a:ext uri="{FF2B5EF4-FFF2-40B4-BE49-F238E27FC236}">
                    <a16:creationId xmlns:a16="http://schemas.microsoft.com/office/drawing/2014/main" id="{95B931A5-208B-3245-8B0B-4322107EA5A8}"/>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1024">
                <a:extLst>
                  <a:ext uri="{FF2B5EF4-FFF2-40B4-BE49-F238E27FC236}">
                    <a16:creationId xmlns:a16="http://schemas.microsoft.com/office/drawing/2014/main" id="{8A37FA06-635C-7248-A24E-828A10A304BF}"/>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1025">
                <a:extLst>
                  <a:ext uri="{FF2B5EF4-FFF2-40B4-BE49-F238E27FC236}">
                    <a16:creationId xmlns:a16="http://schemas.microsoft.com/office/drawing/2014/main" id="{98BDA320-1180-CD48-A7F5-44608C76C195}"/>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1026">
                <a:extLst>
                  <a:ext uri="{FF2B5EF4-FFF2-40B4-BE49-F238E27FC236}">
                    <a16:creationId xmlns:a16="http://schemas.microsoft.com/office/drawing/2014/main" id="{FB1CA5BD-7158-A04F-9508-790E5CCB8168}"/>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29" name="Group 1027">
                <a:extLst>
                  <a:ext uri="{FF2B5EF4-FFF2-40B4-BE49-F238E27FC236}">
                    <a16:creationId xmlns:a16="http://schemas.microsoft.com/office/drawing/2014/main" id="{908D6274-67A1-C345-8CBA-D3B16E2149C0}"/>
                  </a:ext>
                </a:extLst>
              </p:cNvPr>
              <p:cNvGrpSpPr>
                <a:grpSpLocks/>
              </p:cNvGrpSpPr>
              <p:nvPr/>
            </p:nvGrpSpPr>
            <p:grpSpPr bwMode="auto">
              <a:xfrm>
                <a:off x="7594735" y="2642220"/>
                <a:ext cx="98740" cy="36846"/>
                <a:chOff x="1740" y="2642"/>
                <a:chExt cx="752" cy="327"/>
              </a:xfrm>
            </p:grpSpPr>
            <p:sp>
              <p:nvSpPr>
                <p:cNvPr id="136" name="Freeform 1028">
                  <a:extLst>
                    <a:ext uri="{FF2B5EF4-FFF2-40B4-BE49-F238E27FC236}">
                      <a16:creationId xmlns:a16="http://schemas.microsoft.com/office/drawing/2014/main" id="{E9365248-FD41-3849-AA52-340146C7B099}"/>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1029">
                  <a:extLst>
                    <a:ext uri="{FF2B5EF4-FFF2-40B4-BE49-F238E27FC236}">
                      <a16:creationId xmlns:a16="http://schemas.microsoft.com/office/drawing/2014/main" id="{78250CDF-115E-EB40-8085-7A36B5B4070D}"/>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1030">
                  <a:extLst>
                    <a:ext uri="{FF2B5EF4-FFF2-40B4-BE49-F238E27FC236}">
                      <a16:creationId xmlns:a16="http://schemas.microsoft.com/office/drawing/2014/main" id="{988C5293-1575-4548-ABDA-D579495C971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1031">
                  <a:extLst>
                    <a:ext uri="{FF2B5EF4-FFF2-40B4-BE49-F238E27FC236}">
                      <a16:creationId xmlns:a16="http://schemas.microsoft.com/office/drawing/2014/main" id="{9AE60629-4F3A-0D40-93D3-C403AB27E3D0}"/>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1032">
                  <a:extLst>
                    <a:ext uri="{FF2B5EF4-FFF2-40B4-BE49-F238E27FC236}">
                      <a16:creationId xmlns:a16="http://schemas.microsoft.com/office/drawing/2014/main" id="{DC69D46B-F982-FA4F-988B-C914EB1CF42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033">
                  <a:extLst>
                    <a:ext uri="{FF2B5EF4-FFF2-40B4-BE49-F238E27FC236}">
                      <a16:creationId xmlns:a16="http://schemas.microsoft.com/office/drawing/2014/main" id="{CAD1A2DA-1C1E-8E47-B9D1-9F88DE7FFB6F}"/>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0" name="Freeform 1034">
                <a:extLst>
                  <a:ext uri="{FF2B5EF4-FFF2-40B4-BE49-F238E27FC236}">
                    <a16:creationId xmlns:a16="http://schemas.microsoft.com/office/drawing/2014/main" id="{111933AC-AC01-4849-940B-5F48841200C3}"/>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035">
                <a:extLst>
                  <a:ext uri="{FF2B5EF4-FFF2-40B4-BE49-F238E27FC236}">
                    <a16:creationId xmlns:a16="http://schemas.microsoft.com/office/drawing/2014/main" id="{1907A8A7-5839-9D45-8891-4ACAF3640449}"/>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036">
                <a:extLst>
                  <a:ext uri="{FF2B5EF4-FFF2-40B4-BE49-F238E27FC236}">
                    <a16:creationId xmlns:a16="http://schemas.microsoft.com/office/drawing/2014/main" id="{347DB38E-AC53-D346-90F3-7B633E54A687}"/>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037">
                <a:extLst>
                  <a:ext uri="{FF2B5EF4-FFF2-40B4-BE49-F238E27FC236}">
                    <a16:creationId xmlns:a16="http://schemas.microsoft.com/office/drawing/2014/main" id="{482826B7-9642-934F-A41F-EC45A8EDB296}"/>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038">
                <a:extLst>
                  <a:ext uri="{FF2B5EF4-FFF2-40B4-BE49-F238E27FC236}">
                    <a16:creationId xmlns:a16="http://schemas.microsoft.com/office/drawing/2014/main" id="{C70BEE19-F00C-3646-A7CE-9487D7BD307A}"/>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039">
                <a:extLst>
                  <a:ext uri="{FF2B5EF4-FFF2-40B4-BE49-F238E27FC236}">
                    <a16:creationId xmlns:a16="http://schemas.microsoft.com/office/drawing/2014/main" id="{F081DB6F-6F88-2A45-945A-31D4FCEA0B50}"/>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47" name="Text Box 170">
              <a:extLst>
                <a:ext uri="{FF2B5EF4-FFF2-40B4-BE49-F238E27FC236}">
                  <a16:creationId xmlns:a16="http://schemas.microsoft.com/office/drawing/2014/main" id="{F105D957-81EB-E14C-BDDB-F128807155A8}"/>
                </a:ext>
              </a:extLst>
            </p:cNvPr>
            <p:cNvSpPr txBox="1">
              <a:spLocks noChangeArrowheads="1"/>
            </p:cNvSpPr>
            <p:nvPr/>
          </p:nvSpPr>
          <p:spPr bwMode="auto">
            <a:xfrm>
              <a:off x="7489203" y="4119287"/>
              <a:ext cx="3616119" cy="7229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arriving </a:t>
              </a:r>
              <a:r>
                <a:rPr kumimoji="0" lang="en-US" altLang="en-US" sz="24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client</a:t>
              </a: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needs </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address in this network</a:t>
              </a:r>
            </a:p>
          </p:txBody>
        </p:sp>
        <p:sp>
          <p:nvSpPr>
            <p:cNvPr id="148" name="AutoShape 232">
              <a:extLst>
                <a:ext uri="{FF2B5EF4-FFF2-40B4-BE49-F238E27FC236}">
                  <a16:creationId xmlns:a16="http://schemas.microsoft.com/office/drawing/2014/main" id="{379B57A5-C9FD-C14F-BE82-93189A5CF97E}"/>
                </a:ext>
              </a:extLst>
            </p:cNvPr>
            <p:cNvSpPr>
              <a:spLocks noChangeArrowheads="1"/>
            </p:cNvSpPr>
            <p:nvPr/>
          </p:nvSpPr>
          <p:spPr bwMode="auto">
            <a:xfrm>
              <a:off x="6417296" y="3433832"/>
              <a:ext cx="976312" cy="374650"/>
            </a:xfrm>
            <a:prstGeom prst="leftArrow">
              <a:avLst>
                <a:gd name="adj1" fmla="val 50000"/>
                <a:gd name="adj2" fmla="val 65148"/>
              </a:avLst>
            </a:prstGeom>
            <a:gradFill rotWithShape="1">
              <a:gsLst>
                <a:gs pos="0">
                  <a:srgbClr val="CC0000"/>
                </a:gs>
                <a:gs pos="100000">
                  <a:srgbClr val="FFFFFF"/>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3" name="TextBox 62">
            <a:extLst>
              <a:ext uri="{FF2B5EF4-FFF2-40B4-BE49-F238E27FC236}">
                <a16:creationId xmlns:a16="http://schemas.microsoft.com/office/drawing/2014/main" id="{8F849E6C-1D79-8C49-A7AC-4249EA5279D4}"/>
              </a:ext>
            </a:extLst>
          </p:cNvPr>
          <p:cNvSpPr txBox="1"/>
          <p:nvPr/>
        </p:nvSpPr>
        <p:spPr>
          <a:xfrm>
            <a:off x="7145867" y="1456267"/>
            <a:ext cx="4690533"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Typically, DHCP server will be  co-located in router, serving all subnets to which router is attached</a:t>
            </a:r>
          </a:p>
        </p:txBody>
      </p:sp>
      <p:sp>
        <p:nvSpPr>
          <p:cNvPr id="142" name="Slide Number Placeholder 3">
            <a:extLst>
              <a:ext uri="{FF2B5EF4-FFF2-40B4-BE49-F238E27FC236}">
                <a16:creationId xmlns:a16="http://schemas.microsoft.com/office/drawing/2014/main" id="{82258E5F-1609-7347-929D-06DE602C644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36</a:t>
            </a:fld>
            <a:endParaRPr lang="en-US" dirty="0"/>
          </a:p>
        </p:txBody>
      </p:sp>
    </p:spTree>
    <p:extLst>
      <p:ext uri="{BB962C8B-B14F-4D97-AF65-F5344CB8AC3E}">
        <p14:creationId xmlns:p14="http://schemas.microsoft.com/office/powerpoint/2010/main" val="42686370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2"/>
                                        </p:tgtEl>
                                        <p:attrNameLst>
                                          <p:attrName>style.visibility</p:attrName>
                                        </p:attrNameLst>
                                      </p:cBhvr>
                                      <p:to>
                                        <p:strVal val="visible"/>
                                      </p:to>
                                    </p:set>
                                    <p:animEffect transition="in" filter="dissolve">
                                      <p:cBhvr>
                                        <p:cTn id="7" dur="500"/>
                                        <p:tgtEl>
                                          <p:spTgt spid="6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3"/>
                                        </p:tgtEl>
                                        <p:attrNameLst>
                                          <p:attrName>style.visibility</p:attrName>
                                        </p:attrNameLst>
                                      </p:cBhvr>
                                      <p:to>
                                        <p:strVal val="visible"/>
                                      </p:to>
                                    </p:set>
                                    <p:animEffect transition="in" filter="dissolve">
                                      <p:cBhvr>
                                        <p:cTn id="12" dur="500"/>
                                        <p:tgtEl>
                                          <p:spTgt spid="6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2"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wipe(right)">
                                      <p:cBhvr>
                                        <p:cTn id="1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client-server scenario</a:t>
            </a:r>
          </a:p>
        </p:txBody>
      </p:sp>
      <p:sp>
        <p:nvSpPr>
          <p:cNvPr id="142" name="Text Box 7">
            <a:extLst>
              <a:ext uri="{FF2B5EF4-FFF2-40B4-BE49-F238E27FC236}">
                <a16:creationId xmlns:a16="http://schemas.microsoft.com/office/drawing/2014/main" id="{1D19189E-02B8-0541-BE55-44833EE82B3C}"/>
              </a:ext>
            </a:extLst>
          </p:cNvPr>
          <p:cNvSpPr txBox="1">
            <a:spLocks noChangeArrowheads="1"/>
          </p:cNvSpPr>
          <p:nvPr/>
        </p:nvSpPr>
        <p:spPr bwMode="auto">
          <a:xfrm>
            <a:off x="2603536" y="1300439"/>
            <a:ext cx="23421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DHCP server: 223.1.2.5</a:t>
            </a:r>
          </a:p>
        </p:txBody>
      </p:sp>
      <p:sp>
        <p:nvSpPr>
          <p:cNvPr id="2" name="Rectangle 1">
            <a:extLst>
              <a:ext uri="{FF2B5EF4-FFF2-40B4-BE49-F238E27FC236}">
                <a16:creationId xmlns:a16="http://schemas.microsoft.com/office/drawing/2014/main" id="{25DF7EEB-9720-284A-92D7-2D1E47C29AAD}"/>
              </a:ext>
            </a:extLst>
          </p:cNvPr>
          <p:cNvSpPr/>
          <p:nvPr/>
        </p:nvSpPr>
        <p:spPr>
          <a:xfrm>
            <a:off x="8680174" y="1466575"/>
            <a:ext cx="2066580" cy="329834"/>
          </a:xfrm>
          <a:prstGeom prst="rect">
            <a:avLst/>
          </a:prstGeom>
        </p:spPr>
        <p:txBody>
          <a:bodyPr wrap="square">
            <a:spAutoFit/>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mn-ea"/>
                <a:cs typeface="+mn-cs"/>
              </a:rPr>
              <a:t>Arriving client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0" name="Line 10">
            <a:extLst>
              <a:ext uri="{FF2B5EF4-FFF2-40B4-BE49-F238E27FC236}">
                <a16:creationId xmlns:a16="http://schemas.microsoft.com/office/drawing/2014/main" id="{67EC9EDF-79D3-EB4F-9099-CA78BCA4C230}"/>
              </a:ext>
            </a:extLst>
          </p:cNvPr>
          <p:cNvSpPr>
            <a:spLocks noChangeShapeType="1"/>
          </p:cNvSpPr>
          <p:nvPr/>
        </p:nvSpPr>
        <p:spPr bwMode="auto">
          <a:xfrm flipH="1">
            <a:off x="4572552" y="2256526"/>
            <a:ext cx="11113" cy="4027487"/>
          </a:xfrm>
          <a:prstGeom prst="line">
            <a:avLst/>
          </a:prstGeom>
          <a:noFill/>
          <a:ln w="9525">
            <a:solidFill>
              <a:srgbClr val="80808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1" name="Line 11">
            <a:extLst>
              <a:ext uri="{FF2B5EF4-FFF2-40B4-BE49-F238E27FC236}">
                <a16:creationId xmlns:a16="http://schemas.microsoft.com/office/drawing/2014/main" id="{6034E136-EDC6-8643-B115-9FC7BB4F95DB}"/>
              </a:ext>
            </a:extLst>
          </p:cNvPr>
          <p:cNvSpPr>
            <a:spLocks noChangeShapeType="1"/>
          </p:cNvSpPr>
          <p:nvPr/>
        </p:nvSpPr>
        <p:spPr bwMode="auto">
          <a:xfrm flipH="1">
            <a:off x="9098515" y="2332726"/>
            <a:ext cx="11112" cy="4140200"/>
          </a:xfrm>
          <a:prstGeom prst="line">
            <a:avLst/>
          </a:prstGeom>
          <a:noFill/>
          <a:ln w="9525">
            <a:solidFill>
              <a:srgbClr val="80808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2" name="Group 471">
            <a:extLst>
              <a:ext uri="{FF2B5EF4-FFF2-40B4-BE49-F238E27FC236}">
                <a16:creationId xmlns:a16="http://schemas.microsoft.com/office/drawing/2014/main" id="{38426D92-459D-A14B-B97A-8F5E44CEFDDE}"/>
              </a:ext>
            </a:extLst>
          </p:cNvPr>
          <p:cNvGrpSpPr>
            <a:grpSpLocks/>
          </p:cNvGrpSpPr>
          <p:nvPr/>
        </p:nvGrpSpPr>
        <p:grpSpPr bwMode="auto">
          <a:xfrm>
            <a:off x="4617002" y="1435788"/>
            <a:ext cx="4395788" cy="1401763"/>
            <a:chOff x="1860550" y="1343025"/>
            <a:chExt cx="4395788" cy="1401763"/>
          </a:xfrm>
        </p:grpSpPr>
        <p:sp>
          <p:nvSpPr>
            <p:cNvPr id="473" name="Line 9">
              <a:extLst>
                <a:ext uri="{FF2B5EF4-FFF2-40B4-BE49-F238E27FC236}">
                  <a16:creationId xmlns:a16="http://schemas.microsoft.com/office/drawing/2014/main" id="{9AB82C2F-07EF-864E-A283-49BB59741A62}"/>
                </a:ext>
              </a:extLst>
            </p:cNvPr>
            <p:cNvSpPr>
              <a:spLocks noChangeShapeType="1"/>
            </p:cNvSpPr>
            <p:nvPr/>
          </p:nvSpPr>
          <p:spPr bwMode="auto">
            <a:xfrm flipH="1">
              <a:off x="1860550" y="2208213"/>
              <a:ext cx="4395788" cy="53657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4" name="Group 23">
              <a:extLst>
                <a:ext uri="{FF2B5EF4-FFF2-40B4-BE49-F238E27FC236}">
                  <a16:creationId xmlns:a16="http://schemas.microsoft.com/office/drawing/2014/main" id="{D0C9D13C-9859-B043-ADC4-125DFAF1B92B}"/>
                </a:ext>
              </a:extLst>
            </p:cNvPr>
            <p:cNvGrpSpPr>
              <a:grpSpLocks/>
            </p:cNvGrpSpPr>
            <p:nvPr/>
          </p:nvGrpSpPr>
          <p:grpSpPr bwMode="auto">
            <a:xfrm>
              <a:off x="3389313" y="1343025"/>
              <a:ext cx="2673350" cy="1116013"/>
              <a:chOff x="11865" y="3885"/>
              <a:chExt cx="3720" cy="1260"/>
            </a:xfrm>
          </p:grpSpPr>
          <p:sp>
            <p:nvSpPr>
              <p:cNvPr id="475" name="Text Box 24">
                <a:extLst>
                  <a:ext uri="{FF2B5EF4-FFF2-40B4-BE49-F238E27FC236}">
                    <a16:creationId xmlns:a16="http://schemas.microsoft.com/office/drawing/2014/main" id="{A1CB1351-B081-1A4A-B8E2-96D920A48989}"/>
                  </a:ext>
                </a:extLst>
              </p:cNvPr>
              <p:cNvSpPr txBox="1">
                <a:spLocks noChangeArrowheads="1"/>
              </p:cNvSpPr>
              <p:nvPr/>
            </p:nvSpPr>
            <p:spPr bwMode="auto">
              <a:xfrm>
                <a:off x="11865" y="3885"/>
                <a:ext cx="2062" cy="49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discover</a:t>
                </a:r>
                <a:endParaRPr kumimoji="0" lang="en-US" altLang="en-US" sz="1200" b="1"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76" name="Text Box 25">
                <a:extLst>
                  <a:ext uri="{FF2B5EF4-FFF2-40B4-BE49-F238E27FC236}">
                    <a16:creationId xmlns:a16="http://schemas.microsoft.com/office/drawing/2014/main" id="{D75D19C8-9AF4-5D4E-B0BC-7079C2738B31}"/>
                  </a:ext>
                </a:extLst>
              </p:cNvPr>
              <p:cNvSpPr txBox="1">
                <a:spLocks noChangeArrowheads="1"/>
              </p:cNvSpPr>
              <p:nvPr/>
            </p:nvSpPr>
            <p:spPr bwMode="auto">
              <a:xfrm>
                <a:off x="12015" y="4231"/>
                <a:ext cx="3570" cy="914"/>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 0.0.0.0, 68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255.255.255.255,67</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    0.0.0.0</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654</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sp>
        <p:nvSpPr>
          <p:cNvPr id="477" name="Line 26">
            <a:extLst>
              <a:ext uri="{FF2B5EF4-FFF2-40B4-BE49-F238E27FC236}">
                <a16:creationId xmlns:a16="http://schemas.microsoft.com/office/drawing/2014/main" id="{EB5D2AEF-1102-C74A-AD3D-1E9590F3FE47}"/>
              </a:ext>
            </a:extLst>
          </p:cNvPr>
          <p:cNvSpPr>
            <a:spLocks noChangeShapeType="1"/>
          </p:cNvSpPr>
          <p:nvPr/>
        </p:nvSpPr>
        <p:spPr bwMode="auto">
          <a:xfrm>
            <a:off x="4659865" y="3286813"/>
            <a:ext cx="4395787" cy="53816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8" name="Group 477">
            <a:extLst>
              <a:ext uri="{FF2B5EF4-FFF2-40B4-BE49-F238E27FC236}">
                <a16:creationId xmlns:a16="http://schemas.microsoft.com/office/drawing/2014/main" id="{EA0A4D15-81C4-D44B-B9EE-CDD499A517AD}"/>
              </a:ext>
            </a:extLst>
          </p:cNvPr>
          <p:cNvGrpSpPr>
            <a:grpSpLocks/>
          </p:cNvGrpSpPr>
          <p:nvPr/>
        </p:nvGrpSpPr>
        <p:grpSpPr bwMode="auto">
          <a:xfrm>
            <a:off x="6318802" y="2672451"/>
            <a:ext cx="2520950" cy="1217612"/>
            <a:chOff x="3562350" y="2579688"/>
            <a:chExt cx="2520950" cy="1217612"/>
          </a:xfrm>
        </p:grpSpPr>
        <p:sp>
          <p:nvSpPr>
            <p:cNvPr id="479" name="Text Box 27">
              <a:extLst>
                <a:ext uri="{FF2B5EF4-FFF2-40B4-BE49-F238E27FC236}">
                  <a16:creationId xmlns:a16="http://schemas.microsoft.com/office/drawing/2014/main" id="{6E299010-BB21-704E-A840-28D9C8C7A2E4}"/>
                </a:ext>
              </a:extLst>
            </p:cNvPr>
            <p:cNvSpPr txBox="1">
              <a:spLocks noChangeArrowheads="1"/>
            </p:cNvSpPr>
            <p:nvPr/>
          </p:nvSpPr>
          <p:spPr bwMode="auto">
            <a:xfrm>
              <a:off x="3562350" y="2579688"/>
              <a:ext cx="1379538" cy="3302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offer</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80" name="Text Box 28">
              <a:extLst>
                <a:ext uri="{FF2B5EF4-FFF2-40B4-BE49-F238E27FC236}">
                  <a16:creationId xmlns:a16="http://schemas.microsoft.com/office/drawing/2014/main" id="{9EEF2D13-4B17-764F-BAB8-4EA518AE26D9}"/>
                </a:ext>
              </a:extLst>
            </p:cNvPr>
            <p:cNvSpPr txBox="1">
              <a:spLocks noChangeArrowheads="1"/>
            </p:cNvSpPr>
            <p:nvPr/>
          </p:nvSpPr>
          <p:spPr bwMode="auto">
            <a:xfrm>
              <a:off x="3659188" y="2832100"/>
              <a:ext cx="2424112" cy="965200"/>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223.1.2.5, 67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 68</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 223.1.2.4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lifetime: 3600 secs</a:t>
              </a:r>
              <a:endParaRPr kumimoji="0" lang="en-US" altLang="en-US" sz="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481" name="Line 29">
            <a:extLst>
              <a:ext uri="{FF2B5EF4-FFF2-40B4-BE49-F238E27FC236}">
                <a16:creationId xmlns:a16="http://schemas.microsoft.com/office/drawing/2014/main" id="{5EA35BF7-C937-0542-A060-15EB6930F6E9}"/>
              </a:ext>
            </a:extLst>
          </p:cNvPr>
          <p:cNvSpPr>
            <a:spLocks noChangeShapeType="1"/>
          </p:cNvSpPr>
          <p:nvPr/>
        </p:nvSpPr>
        <p:spPr bwMode="auto">
          <a:xfrm flipH="1">
            <a:off x="4551915" y="4515538"/>
            <a:ext cx="4395787" cy="53657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82" name="Group 481">
            <a:extLst>
              <a:ext uri="{FF2B5EF4-FFF2-40B4-BE49-F238E27FC236}">
                <a16:creationId xmlns:a16="http://schemas.microsoft.com/office/drawing/2014/main" id="{198087C9-C76C-F249-A1FC-333C608112E9}"/>
              </a:ext>
            </a:extLst>
          </p:cNvPr>
          <p:cNvGrpSpPr>
            <a:grpSpLocks/>
          </p:cNvGrpSpPr>
          <p:nvPr/>
        </p:nvGrpSpPr>
        <p:grpSpPr bwMode="auto">
          <a:xfrm>
            <a:off x="4723365" y="3858313"/>
            <a:ext cx="2887662" cy="1260475"/>
            <a:chOff x="1966913" y="3765550"/>
            <a:chExt cx="2887662" cy="1260475"/>
          </a:xfrm>
        </p:grpSpPr>
        <p:sp>
          <p:nvSpPr>
            <p:cNvPr id="483" name="Text Box 30">
              <a:extLst>
                <a:ext uri="{FF2B5EF4-FFF2-40B4-BE49-F238E27FC236}">
                  <a16:creationId xmlns:a16="http://schemas.microsoft.com/office/drawing/2014/main" id="{F5A6EAB0-078C-FF40-8770-174AB434FCA6}"/>
                </a:ext>
              </a:extLst>
            </p:cNvPr>
            <p:cNvSpPr txBox="1">
              <a:spLocks noChangeArrowheads="1"/>
            </p:cNvSpPr>
            <p:nvPr/>
          </p:nvSpPr>
          <p:spPr bwMode="auto">
            <a:xfrm>
              <a:off x="1966913" y="3765550"/>
              <a:ext cx="1379537" cy="3286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request</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84" name="Text Box 31">
              <a:extLst>
                <a:ext uri="{FF2B5EF4-FFF2-40B4-BE49-F238E27FC236}">
                  <a16:creationId xmlns:a16="http://schemas.microsoft.com/office/drawing/2014/main" id="{E7B19BFD-A847-E948-9664-EB16430F2AFA}"/>
                </a:ext>
              </a:extLst>
            </p:cNvPr>
            <p:cNvSpPr txBox="1">
              <a:spLocks noChangeArrowheads="1"/>
            </p:cNvSpPr>
            <p:nvPr/>
          </p:nvSpPr>
          <p:spPr bwMode="auto">
            <a:xfrm>
              <a:off x="2097088" y="4027488"/>
              <a:ext cx="2757487" cy="998537"/>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0.0.0.0, 68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 67</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 223.1.2.4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lifetime: 3600 secs</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485" name="Line 32">
            <a:extLst>
              <a:ext uri="{FF2B5EF4-FFF2-40B4-BE49-F238E27FC236}">
                <a16:creationId xmlns:a16="http://schemas.microsoft.com/office/drawing/2014/main" id="{5E63DBBD-3511-514F-88D5-CFDCF69B2C7C}"/>
              </a:ext>
            </a:extLst>
          </p:cNvPr>
          <p:cNvSpPr>
            <a:spLocks noChangeShapeType="1"/>
          </p:cNvSpPr>
          <p:nvPr/>
        </p:nvSpPr>
        <p:spPr bwMode="auto">
          <a:xfrm>
            <a:off x="4637640" y="5545826"/>
            <a:ext cx="4395787" cy="538162"/>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86" name="Group 485">
            <a:extLst>
              <a:ext uri="{FF2B5EF4-FFF2-40B4-BE49-F238E27FC236}">
                <a16:creationId xmlns:a16="http://schemas.microsoft.com/office/drawing/2014/main" id="{9BEFF555-8D52-0D42-B0AC-4C88682D833A}"/>
              </a:ext>
            </a:extLst>
          </p:cNvPr>
          <p:cNvGrpSpPr>
            <a:grpSpLocks/>
          </p:cNvGrpSpPr>
          <p:nvPr/>
        </p:nvGrpSpPr>
        <p:grpSpPr bwMode="auto">
          <a:xfrm>
            <a:off x="6275940" y="5261663"/>
            <a:ext cx="2509837" cy="1271588"/>
            <a:chOff x="3519488" y="5168900"/>
            <a:chExt cx="2509837" cy="1271588"/>
          </a:xfrm>
        </p:grpSpPr>
        <p:sp>
          <p:nvSpPr>
            <p:cNvPr id="487" name="Text Box 33">
              <a:extLst>
                <a:ext uri="{FF2B5EF4-FFF2-40B4-BE49-F238E27FC236}">
                  <a16:creationId xmlns:a16="http://schemas.microsoft.com/office/drawing/2014/main" id="{9734D3E6-F193-224F-93B7-9AE5FEEBD195}"/>
                </a:ext>
              </a:extLst>
            </p:cNvPr>
            <p:cNvSpPr txBox="1">
              <a:spLocks noChangeArrowheads="1"/>
            </p:cNvSpPr>
            <p:nvPr/>
          </p:nvSpPr>
          <p:spPr bwMode="auto">
            <a:xfrm>
              <a:off x="3519488" y="5168900"/>
              <a:ext cx="1379537" cy="3286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ACK</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88" name="Text Box 34">
              <a:extLst>
                <a:ext uri="{FF2B5EF4-FFF2-40B4-BE49-F238E27FC236}">
                  <a16:creationId xmlns:a16="http://schemas.microsoft.com/office/drawing/2014/main" id="{8CCF2AD5-42BC-EB4D-9843-598045B200F8}"/>
                </a:ext>
              </a:extLst>
            </p:cNvPr>
            <p:cNvSpPr txBox="1">
              <a:spLocks noChangeArrowheads="1"/>
            </p:cNvSpPr>
            <p:nvPr/>
          </p:nvSpPr>
          <p:spPr bwMode="auto">
            <a:xfrm>
              <a:off x="3616325" y="5421313"/>
              <a:ext cx="2413000" cy="1019175"/>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223.1.2.5, 67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 68</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 223.1.2.4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lifetime: 3600 secs</a:t>
              </a:r>
              <a:endParaRPr kumimoji="0" lang="en-US" altLang="en-US" sz="10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489" name="Group 36">
            <a:extLst>
              <a:ext uri="{FF2B5EF4-FFF2-40B4-BE49-F238E27FC236}">
                <a16:creationId xmlns:a16="http://schemas.microsoft.com/office/drawing/2014/main" id="{DDA304FE-683B-C540-9662-F3C9E42D7C24}"/>
              </a:ext>
            </a:extLst>
          </p:cNvPr>
          <p:cNvGrpSpPr>
            <a:grpSpLocks/>
          </p:cNvGrpSpPr>
          <p:nvPr/>
        </p:nvGrpSpPr>
        <p:grpSpPr bwMode="auto">
          <a:xfrm>
            <a:off x="9050890" y="1873938"/>
            <a:ext cx="784225" cy="549275"/>
            <a:chOff x="4420" y="878"/>
            <a:chExt cx="614" cy="458"/>
          </a:xfrm>
        </p:grpSpPr>
        <p:pic>
          <p:nvPicPr>
            <p:cNvPr id="490" name="Picture 37" descr="laptop_keyboard">
              <a:extLst>
                <a:ext uri="{FF2B5EF4-FFF2-40B4-BE49-F238E27FC236}">
                  <a16:creationId xmlns:a16="http://schemas.microsoft.com/office/drawing/2014/main" id="{9B9197C9-1554-DF4A-A3A5-13303B7A37E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4420" y="1108"/>
              <a:ext cx="52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1" name="Freeform 38">
              <a:extLst>
                <a:ext uri="{FF2B5EF4-FFF2-40B4-BE49-F238E27FC236}">
                  <a16:creationId xmlns:a16="http://schemas.microsoft.com/office/drawing/2014/main" id="{3CEEFAEC-E6D4-754E-B460-11780E17C3EE}"/>
                </a:ext>
              </a:extLst>
            </p:cNvPr>
            <p:cNvSpPr>
              <a:spLocks/>
            </p:cNvSpPr>
            <p:nvPr/>
          </p:nvSpPr>
          <p:spPr bwMode="auto">
            <a:xfrm>
              <a:off x="4595" y="888"/>
              <a:ext cx="424" cy="297"/>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492" name="Picture 39" descr="screen">
              <a:extLst>
                <a:ext uri="{FF2B5EF4-FFF2-40B4-BE49-F238E27FC236}">
                  <a16:creationId xmlns:a16="http://schemas.microsoft.com/office/drawing/2014/main" id="{535A5633-7E08-844E-B952-D12BDD50CFC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16" y="895"/>
              <a:ext cx="38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3" name="Freeform 40">
              <a:extLst>
                <a:ext uri="{FF2B5EF4-FFF2-40B4-BE49-F238E27FC236}">
                  <a16:creationId xmlns:a16="http://schemas.microsoft.com/office/drawing/2014/main" id="{FAF29451-50FC-AF4F-9D77-8E406E4CCB9F}"/>
                </a:ext>
              </a:extLst>
            </p:cNvPr>
            <p:cNvSpPr>
              <a:spLocks/>
            </p:cNvSpPr>
            <p:nvPr/>
          </p:nvSpPr>
          <p:spPr bwMode="auto">
            <a:xfrm>
              <a:off x="4672" y="879"/>
              <a:ext cx="359" cy="5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4" name="Freeform 41">
              <a:extLst>
                <a:ext uri="{FF2B5EF4-FFF2-40B4-BE49-F238E27FC236}">
                  <a16:creationId xmlns:a16="http://schemas.microsoft.com/office/drawing/2014/main" id="{AB5F558D-D72B-C94B-ABCB-75DB393B6266}"/>
                </a:ext>
              </a:extLst>
            </p:cNvPr>
            <p:cNvSpPr>
              <a:spLocks/>
            </p:cNvSpPr>
            <p:nvPr/>
          </p:nvSpPr>
          <p:spPr bwMode="auto">
            <a:xfrm>
              <a:off x="4591" y="878"/>
              <a:ext cx="100" cy="230"/>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5" name="Freeform 42">
              <a:extLst>
                <a:ext uri="{FF2B5EF4-FFF2-40B4-BE49-F238E27FC236}">
                  <a16:creationId xmlns:a16="http://schemas.microsoft.com/office/drawing/2014/main" id="{6FCBBD59-B228-E14A-A145-E6631FAB64D5}"/>
                </a:ext>
              </a:extLst>
            </p:cNvPr>
            <p:cNvSpPr>
              <a:spLocks/>
            </p:cNvSpPr>
            <p:nvPr/>
          </p:nvSpPr>
          <p:spPr bwMode="auto">
            <a:xfrm>
              <a:off x="4921" y="920"/>
              <a:ext cx="108" cy="265"/>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6" name="Freeform 43">
              <a:extLst>
                <a:ext uri="{FF2B5EF4-FFF2-40B4-BE49-F238E27FC236}">
                  <a16:creationId xmlns:a16="http://schemas.microsoft.com/office/drawing/2014/main" id="{C7413249-3C4D-154E-A91C-29F81E278344}"/>
                </a:ext>
              </a:extLst>
            </p:cNvPr>
            <p:cNvSpPr>
              <a:spLocks/>
            </p:cNvSpPr>
            <p:nvPr/>
          </p:nvSpPr>
          <p:spPr bwMode="auto">
            <a:xfrm>
              <a:off x="4590" y="1097"/>
              <a:ext cx="394" cy="89"/>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7" name="Freeform 44">
              <a:extLst>
                <a:ext uri="{FF2B5EF4-FFF2-40B4-BE49-F238E27FC236}">
                  <a16:creationId xmlns:a16="http://schemas.microsoft.com/office/drawing/2014/main" id="{13419BE1-2303-7A4D-B314-211FAB86F618}"/>
                </a:ext>
              </a:extLst>
            </p:cNvPr>
            <p:cNvSpPr>
              <a:spLocks/>
            </p:cNvSpPr>
            <p:nvPr/>
          </p:nvSpPr>
          <p:spPr bwMode="auto">
            <a:xfrm>
              <a:off x="4933" y="922"/>
              <a:ext cx="101" cy="266"/>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8" name="Freeform 45">
              <a:extLst>
                <a:ext uri="{FF2B5EF4-FFF2-40B4-BE49-F238E27FC236}">
                  <a16:creationId xmlns:a16="http://schemas.microsoft.com/office/drawing/2014/main" id="{7CBB616E-4E19-0141-9E55-B7C3EDEBD734}"/>
                </a:ext>
              </a:extLst>
            </p:cNvPr>
            <p:cNvSpPr>
              <a:spLocks/>
            </p:cNvSpPr>
            <p:nvPr/>
          </p:nvSpPr>
          <p:spPr bwMode="auto">
            <a:xfrm>
              <a:off x="4590" y="1109"/>
              <a:ext cx="351" cy="88"/>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99" name="Group 46">
              <a:extLst>
                <a:ext uri="{FF2B5EF4-FFF2-40B4-BE49-F238E27FC236}">
                  <a16:creationId xmlns:a16="http://schemas.microsoft.com/office/drawing/2014/main" id="{2C426AC1-7762-654A-BEF9-55BAAE207A85}"/>
                </a:ext>
              </a:extLst>
            </p:cNvPr>
            <p:cNvGrpSpPr>
              <a:grpSpLocks/>
            </p:cNvGrpSpPr>
            <p:nvPr/>
          </p:nvGrpSpPr>
          <p:grpSpPr bwMode="auto">
            <a:xfrm>
              <a:off x="4584" y="1203"/>
              <a:ext cx="119" cy="53"/>
              <a:chOff x="1740" y="2642"/>
              <a:chExt cx="752" cy="327"/>
            </a:xfrm>
          </p:grpSpPr>
          <p:sp>
            <p:nvSpPr>
              <p:cNvPr id="506" name="Freeform 47">
                <a:extLst>
                  <a:ext uri="{FF2B5EF4-FFF2-40B4-BE49-F238E27FC236}">
                    <a16:creationId xmlns:a16="http://schemas.microsoft.com/office/drawing/2014/main" id="{20C47DDD-FE02-E749-9AA1-2FBD0C30FADC}"/>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7" name="Freeform 48">
                <a:extLst>
                  <a:ext uri="{FF2B5EF4-FFF2-40B4-BE49-F238E27FC236}">
                    <a16:creationId xmlns:a16="http://schemas.microsoft.com/office/drawing/2014/main" id="{6ED821EF-8430-2542-A2D6-26688DA2C50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8" name="Freeform 49">
                <a:extLst>
                  <a:ext uri="{FF2B5EF4-FFF2-40B4-BE49-F238E27FC236}">
                    <a16:creationId xmlns:a16="http://schemas.microsoft.com/office/drawing/2014/main" id="{6ECF3443-3FB6-2146-93F2-C195C2370573}"/>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9" name="Freeform 50">
                <a:extLst>
                  <a:ext uri="{FF2B5EF4-FFF2-40B4-BE49-F238E27FC236}">
                    <a16:creationId xmlns:a16="http://schemas.microsoft.com/office/drawing/2014/main" id="{58F8D30A-9147-E143-BE46-0707CDDBC53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0" name="Freeform 51">
                <a:extLst>
                  <a:ext uri="{FF2B5EF4-FFF2-40B4-BE49-F238E27FC236}">
                    <a16:creationId xmlns:a16="http://schemas.microsoft.com/office/drawing/2014/main" id="{1D9E76F7-16AA-704D-87DF-B1E7083AE6D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1" name="Freeform 52">
                <a:extLst>
                  <a:ext uri="{FF2B5EF4-FFF2-40B4-BE49-F238E27FC236}">
                    <a16:creationId xmlns:a16="http://schemas.microsoft.com/office/drawing/2014/main" id="{D102CB70-46E8-D443-B0E8-7B55407F1796}"/>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00" name="Freeform 53">
              <a:extLst>
                <a:ext uri="{FF2B5EF4-FFF2-40B4-BE49-F238E27FC236}">
                  <a16:creationId xmlns:a16="http://schemas.microsoft.com/office/drawing/2014/main" id="{5DB511BB-BE8A-A24A-8968-E376658D58B3}"/>
                </a:ext>
              </a:extLst>
            </p:cNvPr>
            <p:cNvSpPr>
              <a:spLocks/>
            </p:cNvSpPr>
            <p:nvPr/>
          </p:nvSpPr>
          <p:spPr bwMode="auto">
            <a:xfrm>
              <a:off x="4788" y="1211"/>
              <a:ext cx="144" cy="116"/>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1" name="Freeform 54">
              <a:extLst>
                <a:ext uri="{FF2B5EF4-FFF2-40B4-BE49-F238E27FC236}">
                  <a16:creationId xmlns:a16="http://schemas.microsoft.com/office/drawing/2014/main" id="{51218ECC-E5D2-3C49-AE6D-728D6BD2A3B5}"/>
                </a:ext>
              </a:extLst>
            </p:cNvPr>
            <p:cNvSpPr>
              <a:spLocks/>
            </p:cNvSpPr>
            <p:nvPr/>
          </p:nvSpPr>
          <p:spPr bwMode="auto">
            <a:xfrm>
              <a:off x="4420" y="1220"/>
              <a:ext cx="369" cy="10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2" name="Freeform 55">
              <a:extLst>
                <a:ext uri="{FF2B5EF4-FFF2-40B4-BE49-F238E27FC236}">
                  <a16:creationId xmlns:a16="http://schemas.microsoft.com/office/drawing/2014/main" id="{6017F7AC-8B44-594B-8564-8A9458DE92EC}"/>
                </a:ext>
              </a:extLst>
            </p:cNvPr>
            <p:cNvSpPr>
              <a:spLocks/>
            </p:cNvSpPr>
            <p:nvPr/>
          </p:nvSpPr>
          <p:spPr bwMode="auto">
            <a:xfrm>
              <a:off x="4420" y="1201"/>
              <a:ext cx="4" cy="21"/>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3" name="Freeform 56">
              <a:extLst>
                <a:ext uri="{FF2B5EF4-FFF2-40B4-BE49-F238E27FC236}">
                  <a16:creationId xmlns:a16="http://schemas.microsoft.com/office/drawing/2014/main" id="{0C2AD974-91D3-2641-8717-BAB1FFCF5B4E}"/>
                </a:ext>
              </a:extLst>
            </p:cNvPr>
            <p:cNvSpPr>
              <a:spLocks/>
            </p:cNvSpPr>
            <p:nvPr/>
          </p:nvSpPr>
          <p:spPr bwMode="auto">
            <a:xfrm>
              <a:off x="4421" y="1114"/>
              <a:ext cx="171" cy="88"/>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4" name="Freeform 57">
              <a:extLst>
                <a:ext uri="{FF2B5EF4-FFF2-40B4-BE49-F238E27FC236}">
                  <a16:creationId xmlns:a16="http://schemas.microsoft.com/office/drawing/2014/main" id="{8E605DFB-3D6A-8644-889D-8D78EB63B8B5}"/>
                </a:ext>
              </a:extLst>
            </p:cNvPr>
            <p:cNvSpPr>
              <a:spLocks/>
            </p:cNvSpPr>
            <p:nvPr/>
          </p:nvSpPr>
          <p:spPr bwMode="auto">
            <a:xfrm>
              <a:off x="4432" y="1205"/>
              <a:ext cx="350" cy="102"/>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5" name="Freeform 58">
              <a:extLst>
                <a:ext uri="{FF2B5EF4-FFF2-40B4-BE49-F238E27FC236}">
                  <a16:creationId xmlns:a16="http://schemas.microsoft.com/office/drawing/2014/main" id="{C9454A62-EFD4-4842-BDB4-9167447FB36F}"/>
                </a:ext>
              </a:extLst>
            </p:cNvPr>
            <p:cNvSpPr>
              <a:spLocks/>
            </p:cNvSpPr>
            <p:nvPr/>
          </p:nvSpPr>
          <p:spPr bwMode="auto">
            <a:xfrm flipV="1">
              <a:off x="4782" y="1198"/>
              <a:ext cx="142" cy="10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12" name="Group 60">
            <a:extLst>
              <a:ext uri="{FF2B5EF4-FFF2-40B4-BE49-F238E27FC236}">
                <a16:creationId xmlns:a16="http://schemas.microsoft.com/office/drawing/2014/main" id="{C89092F2-40EB-CA4B-9914-EDB9F432EC25}"/>
              </a:ext>
            </a:extLst>
          </p:cNvPr>
          <p:cNvGrpSpPr>
            <a:grpSpLocks/>
          </p:cNvGrpSpPr>
          <p:nvPr/>
        </p:nvGrpSpPr>
        <p:grpSpPr bwMode="auto">
          <a:xfrm>
            <a:off x="4474127" y="1683438"/>
            <a:ext cx="334963" cy="536575"/>
            <a:chOff x="4140" y="429"/>
            <a:chExt cx="1425" cy="2396"/>
          </a:xfrm>
        </p:grpSpPr>
        <p:sp>
          <p:nvSpPr>
            <p:cNvPr id="513" name="Freeform 61">
              <a:extLst>
                <a:ext uri="{FF2B5EF4-FFF2-40B4-BE49-F238E27FC236}">
                  <a16:creationId xmlns:a16="http://schemas.microsoft.com/office/drawing/2014/main" id="{C4D1F856-D0C5-8245-BF39-74DA98AA7E6C}"/>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4" name="Rectangle 62">
              <a:extLst>
                <a:ext uri="{FF2B5EF4-FFF2-40B4-BE49-F238E27FC236}">
                  <a16:creationId xmlns:a16="http://schemas.microsoft.com/office/drawing/2014/main" id="{02ECE6C5-F170-D441-BB55-1550F6B978BC}"/>
                </a:ext>
              </a:extLst>
            </p:cNvPr>
            <p:cNvSpPr>
              <a:spLocks noChangeArrowheads="1"/>
            </p:cNvSpPr>
            <p:nvPr/>
          </p:nvSpPr>
          <p:spPr bwMode="auto">
            <a:xfrm>
              <a:off x="4208" y="429"/>
              <a:ext cx="1047"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5" name="Freeform 63">
              <a:extLst>
                <a:ext uri="{FF2B5EF4-FFF2-40B4-BE49-F238E27FC236}">
                  <a16:creationId xmlns:a16="http://schemas.microsoft.com/office/drawing/2014/main" id="{23AEE7C3-93B0-ED4E-B5E3-77842845EB1F}"/>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6" name="Freeform 64">
              <a:extLst>
                <a:ext uri="{FF2B5EF4-FFF2-40B4-BE49-F238E27FC236}">
                  <a16:creationId xmlns:a16="http://schemas.microsoft.com/office/drawing/2014/main" id="{1C7552E8-DC2F-7B42-88EE-967788F78ED2}"/>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7" name="Rectangle 65">
              <a:extLst>
                <a:ext uri="{FF2B5EF4-FFF2-40B4-BE49-F238E27FC236}">
                  <a16:creationId xmlns:a16="http://schemas.microsoft.com/office/drawing/2014/main" id="{0A732733-BF5B-EA4C-93C3-997A369780D2}"/>
                </a:ext>
              </a:extLst>
            </p:cNvPr>
            <p:cNvSpPr>
              <a:spLocks noChangeArrowheads="1"/>
            </p:cNvSpPr>
            <p:nvPr/>
          </p:nvSpPr>
          <p:spPr bwMode="auto">
            <a:xfrm>
              <a:off x="4214" y="691"/>
              <a:ext cx="594"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18" name="Group 66">
              <a:extLst>
                <a:ext uri="{FF2B5EF4-FFF2-40B4-BE49-F238E27FC236}">
                  <a16:creationId xmlns:a16="http://schemas.microsoft.com/office/drawing/2014/main" id="{1DDB70F3-88C9-0D45-A073-0C618A902595}"/>
                </a:ext>
              </a:extLst>
            </p:cNvPr>
            <p:cNvGrpSpPr>
              <a:grpSpLocks/>
            </p:cNvGrpSpPr>
            <p:nvPr/>
          </p:nvGrpSpPr>
          <p:grpSpPr bwMode="auto">
            <a:xfrm>
              <a:off x="4749" y="668"/>
              <a:ext cx="581" cy="145"/>
              <a:chOff x="614" y="2568"/>
              <a:chExt cx="725" cy="139"/>
            </a:xfrm>
          </p:grpSpPr>
          <p:sp>
            <p:nvSpPr>
              <p:cNvPr id="543" name="AutoShape 67">
                <a:extLst>
                  <a:ext uri="{FF2B5EF4-FFF2-40B4-BE49-F238E27FC236}">
                    <a16:creationId xmlns:a16="http://schemas.microsoft.com/office/drawing/2014/main" id="{407648D8-3846-C946-BE0E-AD189E31AC92}"/>
                  </a:ext>
                </a:extLst>
              </p:cNvPr>
              <p:cNvSpPr>
                <a:spLocks noChangeArrowheads="1"/>
              </p:cNvSpPr>
              <p:nvPr/>
            </p:nvSpPr>
            <p:spPr bwMode="auto">
              <a:xfrm>
                <a:off x="613" y="2570"/>
                <a:ext cx="725" cy="136"/>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4" name="AutoShape 68">
                <a:extLst>
                  <a:ext uri="{FF2B5EF4-FFF2-40B4-BE49-F238E27FC236}">
                    <a16:creationId xmlns:a16="http://schemas.microsoft.com/office/drawing/2014/main" id="{9C1393AC-4F59-A140-B3FE-D76BBDA8663D}"/>
                  </a:ext>
                </a:extLst>
              </p:cNvPr>
              <p:cNvSpPr>
                <a:spLocks noChangeArrowheads="1"/>
              </p:cNvSpPr>
              <p:nvPr/>
            </p:nvSpPr>
            <p:spPr bwMode="auto">
              <a:xfrm>
                <a:off x="629" y="2584"/>
                <a:ext cx="691"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19" name="Rectangle 69">
              <a:extLst>
                <a:ext uri="{FF2B5EF4-FFF2-40B4-BE49-F238E27FC236}">
                  <a16:creationId xmlns:a16="http://schemas.microsoft.com/office/drawing/2014/main" id="{D4F421F6-5ABA-8A4E-850C-0A20E21D7F97}"/>
                </a:ext>
              </a:extLst>
            </p:cNvPr>
            <p:cNvSpPr>
              <a:spLocks noChangeArrowheads="1"/>
            </p:cNvSpPr>
            <p:nvPr/>
          </p:nvSpPr>
          <p:spPr bwMode="auto">
            <a:xfrm>
              <a:off x="4221" y="1017"/>
              <a:ext cx="601"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20" name="Group 70">
              <a:extLst>
                <a:ext uri="{FF2B5EF4-FFF2-40B4-BE49-F238E27FC236}">
                  <a16:creationId xmlns:a16="http://schemas.microsoft.com/office/drawing/2014/main" id="{122420A6-892C-6147-82A1-9FA97C9EAF1B}"/>
                </a:ext>
              </a:extLst>
            </p:cNvPr>
            <p:cNvGrpSpPr>
              <a:grpSpLocks/>
            </p:cNvGrpSpPr>
            <p:nvPr/>
          </p:nvGrpSpPr>
          <p:grpSpPr bwMode="auto">
            <a:xfrm>
              <a:off x="4747" y="994"/>
              <a:ext cx="581" cy="134"/>
              <a:chOff x="614" y="2568"/>
              <a:chExt cx="725" cy="139"/>
            </a:xfrm>
          </p:grpSpPr>
          <p:sp>
            <p:nvSpPr>
              <p:cNvPr id="541" name="AutoShape 71">
                <a:extLst>
                  <a:ext uri="{FF2B5EF4-FFF2-40B4-BE49-F238E27FC236}">
                    <a16:creationId xmlns:a16="http://schemas.microsoft.com/office/drawing/2014/main" id="{F4D4B5FC-F559-2D44-BB15-3903B0D34A81}"/>
                  </a:ext>
                </a:extLst>
              </p:cNvPr>
              <p:cNvSpPr>
                <a:spLocks noChangeArrowheads="1"/>
              </p:cNvSpPr>
              <p:nvPr/>
            </p:nvSpPr>
            <p:spPr bwMode="auto">
              <a:xfrm>
                <a:off x="615" y="2570"/>
                <a:ext cx="725"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2" name="AutoShape 72">
                <a:extLst>
                  <a:ext uri="{FF2B5EF4-FFF2-40B4-BE49-F238E27FC236}">
                    <a16:creationId xmlns:a16="http://schemas.microsoft.com/office/drawing/2014/main" id="{5D11095A-67FB-2C49-9FCB-604D7F1B5955}"/>
                  </a:ext>
                </a:extLst>
              </p:cNvPr>
              <p:cNvSpPr>
                <a:spLocks noChangeArrowheads="1"/>
              </p:cNvSpPr>
              <p:nvPr/>
            </p:nvSpPr>
            <p:spPr bwMode="auto">
              <a:xfrm>
                <a:off x="632" y="2585"/>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1" name="Rectangle 73">
              <a:extLst>
                <a:ext uri="{FF2B5EF4-FFF2-40B4-BE49-F238E27FC236}">
                  <a16:creationId xmlns:a16="http://schemas.microsoft.com/office/drawing/2014/main" id="{6B80893E-2A7A-3E4A-A765-F5103F57ACFA}"/>
                </a:ext>
              </a:extLst>
            </p:cNvPr>
            <p:cNvSpPr>
              <a:spLocks noChangeArrowheads="1"/>
            </p:cNvSpPr>
            <p:nvPr/>
          </p:nvSpPr>
          <p:spPr bwMode="auto">
            <a:xfrm>
              <a:off x="4214" y="1358"/>
              <a:ext cx="601"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2" name="Rectangle 74">
              <a:extLst>
                <a:ext uri="{FF2B5EF4-FFF2-40B4-BE49-F238E27FC236}">
                  <a16:creationId xmlns:a16="http://schemas.microsoft.com/office/drawing/2014/main" id="{59E70BAD-81EE-FB43-AAE9-9C23A4CC880B}"/>
                </a:ext>
              </a:extLst>
            </p:cNvPr>
            <p:cNvSpPr>
              <a:spLocks noChangeArrowheads="1"/>
            </p:cNvSpPr>
            <p:nvPr/>
          </p:nvSpPr>
          <p:spPr bwMode="auto">
            <a:xfrm>
              <a:off x="4228" y="1655"/>
              <a:ext cx="594"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23" name="Group 75">
              <a:extLst>
                <a:ext uri="{FF2B5EF4-FFF2-40B4-BE49-F238E27FC236}">
                  <a16:creationId xmlns:a16="http://schemas.microsoft.com/office/drawing/2014/main" id="{2D7101F8-65B9-B64F-9597-585896101DCD}"/>
                </a:ext>
              </a:extLst>
            </p:cNvPr>
            <p:cNvGrpSpPr>
              <a:grpSpLocks/>
            </p:cNvGrpSpPr>
            <p:nvPr/>
          </p:nvGrpSpPr>
          <p:grpSpPr bwMode="auto">
            <a:xfrm>
              <a:off x="4735" y="1627"/>
              <a:ext cx="582" cy="151"/>
              <a:chOff x="614" y="2568"/>
              <a:chExt cx="725" cy="139"/>
            </a:xfrm>
          </p:grpSpPr>
          <p:sp>
            <p:nvSpPr>
              <p:cNvPr id="539" name="AutoShape 76">
                <a:extLst>
                  <a:ext uri="{FF2B5EF4-FFF2-40B4-BE49-F238E27FC236}">
                    <a16:creationId xmlns:a16="http://schemas.microsoft.com/office/drawing/2014/main" id="{72DAE8B1-00F0-8F4E-85F2-017335520E1A}"/>
                  </a:ext>
                </a:extLst>
              </p:cNvPr>
              <p:cNvSpPr>
                <a:spLocks noChangeArrowheads="1"/>
              </p:cNvSpPr>
              <p:nvPr/>
            </p:nvSpPr>
            <p:spPr bwMode="auto">
              <a:xfrm>
                <a:off x="613" y="2568"/>
                <a:ext cx="724"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0" name="AutoShape 77">
                <a:extLst>
                  <a:ext uri="{FF2B5EF4-FFF2-40B4-BE49-F238E27FC236}">
                    <a16:creationId xmlns:a16="http://schemas.microsoft.com/office/drawing/2014/main" id="{B8972EB1-3D8C-E741-8CA7-CEE8A227B0F1}"/>
                  </a:ext>
                </a:extLst>
              </p:cNvPr>
              <p:cNvSpPr>
                <a:spLocks noChangeArrowheads="1"/>
              </p:cNvSpPr>
              <p:nvPr/>
            </p:nvSpPr>
            <p:spPr bwMode="auto">
              <a:xfrm>
                <a:off x="630" y="2581"/>
                <a:ext cx="690"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4" name="Freeform 78">
              <a:extLst>
                <a:ext uri="{FF2B5EF4-FFF2-40B4-BE49-F238E27FC236}">
                  <a16:creationId xmlns:a16="http://schemas.microsoft.com/office/drawing/2014/main" id="{CD1D8E14-267A-6444-9063-EB1F18628954}"/>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25" name="Group 79">
              <a:extLst>
                <a:ext uri="{FF2B5EF4-FFF2-40B4-BE49-F238E27FC236}">
                  <a16:creationId xmlns:a16="http://schemas.microsoft.com/office/drawing/2014/main" id="{573ECD83-B804-7D41-A24A-4EC6E03F2C0A}"/>
                </a:ext>
              </a:extLst>
            </p:cNvPr>
            <p:cNvGrpSpPr>
              <a:grpSpLocks/>
            </p:cNvGrpSpPr>
            <p:nvPr/>
          </p:nvGrpSpPr>
          <p:grpSpPr bwMode="auto">
            <a:xfrm>
              <a:off x="4739" y="1327"/>
              <a:ext cx="582" cy="139"/>
              <a:chOff x="614" y="2568"/>
              <a:chExt cx="725" cy="139"/>
            </a:xfrm>
          </p:grpSpPr>
          <p:sp>
            <p:nvSpPr>
              <p:cNvPr id="537" name="AutoShape 80">
                <a:extLst>
                  <a:ext uri="{FF2B5EF4-FFF2-40B4-BE49-F238E27FC236}">
                    <a16:creationId xmlns:a16="http://schemas.microsoft.com/office/drawing/2014/main" id="{345346A2-EDB4-3345-9541-A536D23A78EF}"/>
                  </a:ext>
                </a:extLst>
              </p:cNvPr>
              <p:cNvSpPr>
                <a:spLocks noChangeArrowheads="1"/>
              </p:cNvSpPr>
              <p:nvPr/>
            </p:nvSpPr>
            <p:spPr bwMode="auto">
              <a:xfrm>
                <a:off x="617" y="2570"/>
                <a:ext cx="724" cy="135"/>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8" name="AutoShape 81">
                <a:extLst>
                  <a:ext uri="{FF2B5EF4-FFF2-40B4-BE49-F238E27FC236}">
                    <a16:creationId xmlns:a16="http://schemas.microsoft.com/office/drawing/2014/main" id="{0C788F34-D15F-AE48-8E72-E6E61DF2E7B3}"/>
                  </a:ext>
                </a:extLst>
              </p:cNvPr>
              <p:cNvSpPr>
                <a:spLocks noChangeArrowheads="1"/>
              </p:cNvSpPr>
              <p:nvPr/>
            </p:nvSpPr>
            <p:spPr bwMode="auto">
              <a:xfrm>
                <a:off x="633" y="2584"/>
                <a:ext cx="690"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6" name="Rectangle 82">
              <a:extLst>
                <a:ext uri="{FF2B5EF4-FFF2-40B4-BE49-F238E27FC236}">
                  <a16:creationId xmlns:a16="http://schemas.microsoft.com/office/drawing/2014/main" id="{304F6268-0673-C54D-887D-0F2CA521B47E}"/>
                </a:ext>
              </a:extLst>
            </p:cNvPr>
            <p:cNvSpPr>
              <a:spLocks noChangeArrowheads="1"/>
            </p:cNvSpPr>
            <p:nvPr/>
          </p:nvSpPr>
          <p:spPr bwMode="auto">
            <a:xfrm>
              <a:off x="5248" y="429"/>
              <a:ext cx="68"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7" name="Freeform 83">
              <a:extLst>
                <a:ext uri="{FF2B5EF4-FFF2-40B4-BE49-F238E27FC236}">
                  <a16:creationId xmlns:a16="http://schemas.microsoft.com/office/drawing/2014/main" id="{A5F77209-A777-3846-8F04-92A957624CB2}"/>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8" name="Freeform 84">
              <a:extLst>
                <a:ext uri="{FF2B5EF4-FFF2-40B4-BE49-F238E27FC236}">
                  <a16:creationId xmlns:a16="http://schemas.microsoft.com/office/drawing/2014/main" id="{A1C8D7A3-F2FE-D048-87A5-3600F69A7A1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9" name="Oval 85">
              <a:extLst>
                <a:ext uri="{FF2B5EF4-FFF2-40B4-BE49-F238E27FC236}">
                  <a16:creationId xmlns:a16="http://schemas.microsoft.com/office/drawing/2014/main" id="{984F6990-26E2-3B44-8A96-631AD0AD0E89}"/>
                </a:ext>
              </a:extLst>
            </p:cNvPr>
            <p:cNvSpPr>
              <a:spLocks noChangeArrowheads="1"/>
            </p:cNvSpPr>
            <p:nvPr/>
          </p:nvSpPr>
          <p:spPr bwMode="auto">
            <a:xfrm>
              <a:off x="5518" y="2612"/>
              <a:ext cx="47"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0" name="Freeform 86">
              <a:extLst>
                <a:ext uri="{FF2B5EF4-FFF2-40B4-BE49-F238E27FC236}">
                  <a16:creationId xmlns:a16="http://schemas.microsoft.com/office/drawing/2014/main" id="{AA98173F-F674-3643-AD21-1BEF33EE36F9}"/>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1" name="AutoShape 87">
              <a:extLst>
                <a:ext uri="{FF2B5EF4-FFF2-40B4-BE49-F238E27FC236}">
                  <a16:creationId xmlns:a16="http://schemas.microsoft.com/office/drawing/2014/main" id="{1D41B50C-D66B-9B4A-83CD-AB55C8279B7D}"/>
                </a:ext>
              </a:extLst>
            </p:cNvPr>
            <p:cNvSpPr>
              <a:spLocks noChangeArrowheads="1"/>
            </p:cNvSpPr>
            <p:nvPr/>
          </p:nvSpPr>
          <p:spPr bwMode="auto">
            <a:xfrm>
              <a:off x="4140" y="2676"/>
              <a:ext cx="1202" cy="149"/>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2" name="AutoShape 88">
              <a:extLst>
                <a:ext uri="{FF2B5EF4-FFF2-40B4-BE49-F238E27FC236}">
                  <a16:creationId xmlns:a16="http://schemas.microsoft.com/office/drawing/2014/main" id="{32E5938F-4662-3640-8D7F-9D2EC7107E2B}"/>
                </a:ext>
              </a:extLst>
            </p:cNvPr>
            <p:cNvSpPr>
              <a:spLocks noChangeArrowheads="1"/>
            </p:cNvSpPr>
            <p:nvPr/>
          </p:nvSpPr>
          <p:spPr bwMode="auto">
            <a:xfrm>
              <a:off x="4208" y="2712"/>
              <a:ext cx="1067"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3" name="Oval 89">
              <a:extLst>
                <a:ext uri="{FF2B5EF4-FFF2-40B4-BE49-F238E27FC236}">
                  <a16:creationId xmlns:a16="http://schemas.microsoft.com/office/drawing/2014/main" id="{D1B3F3BD-AA74-C644-900E-3D3A1EBBB0DF}"/>
                </a:ext>
              </a:extLst>
            </p:cNvPr>
            <p:cNvSpPr>
              <a:spLocks noChangeArrowheads="1"/>
            </p:cNvSpPr>
            <p:nvPr/>
          </p:nvSpPr>
          <p:spPr bwMode="auto">
            <a:xfrm>
              <a:off x="4309" y="2385"/>
              <a:ext cx="155"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4" name="Oval 90">
              <a:extLst>
                <a:ext uri="{FF2B5EF4-FFF2-40B4-BE49-F238E27FC236}">
                  <a16:creationId xmlns:a16="http://schemas.microsoft.com/office/drawing/2014/main" id="{5202C3EE-C6CE-2043-AB0D-9F3374DD5830}"/>
                </a:ext>
              </a:extLst>
            </p:cNvPr>
            <p:cNvSpPr>
              <a:spLocks noChangeArrowheads="1"/>
            </p:cNvSpPr>
            <p:nvPr/>
          </p:nvSpPr>
          <p:spPr bwMode="auto">
            <a:xfrm>
              <a:off x="4484" y="2385"/>
              <a:ext cx="162"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Arial" panose="020B0604020202020204" pitchFamily="34" charset="0"/>
              </a:endParaRPr>
            </a:p>
          </p:txBody>
        </p:sp>
        <p:sp>
          <p:nvSpPr>
            <p:cNvPr id="535" name="Oval 91">
              <a:extLst>
                <a:ext uri="{FF2B5EF4-FFF2-40B4-BE49-F238E27FC236}">
                  <a16:creationId xmlns:a16="http://schemas.microsoft.com/office/drawing/2014/main" id="{A0906333-3009-664B-864A-139C40165757}"/>
                </a:ext>
              </a:extLst>
            </p:cNvPr>
            <p:cNvSpPr>
              <a:spLocks noChangeArrowheads="1"/>
            </p:cNvSpPr>
            <p:nvPr/>
          </p:nvSpPr>
          <p:spPr bwMode="auto">
            <a:xfrm>
              <a:off x="4660" y="2378"/>
              <a:ext cx="162"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6" name="Rectangle 92">
              <a:extLst>
                <a:ext uri="{FF2B5EF4-FFF2-40B4-BE49-F238E27FC236}">
                  <a16:creationId xmlns:a16="http://schemas.microsoft.com/office/drawing/2014/main" id="{ED65C473-E87F-1F4F-A457-9ABBA86E28F1}"/>
                </a:ext>
              </a:extLst>
            </p:cNvPr>
            <p:cNvSpPr>
              <a:spLocks noChangeArrowheads="1"/>
            </p:cNvSpPr>
            <p:nvPr/>
          </p:nvSpPr>
          <p:spPr bwMode="auto">
            <a:xfrm>
              <a:off x="5065" y="1833"/>
              <a:ext cx="81" cy="766"/>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545" name="Group 544">
            <a:extLst>
              <a:ext uri="{FF2B5EF4-FFF2-40B4-BE49-F238E27FC236}">
                <a16:creationId xmlns:a16="http://schemas.microsoft.com/office/drawing/2014/main" id="{2191C70B-17E3-9A46-B404-6925905AE4F1}"/>
              </a:ext>
            </a:extLst>
          </p:cNvPr>
          <p:cNvGrpSpPr>
            <a:grpSpLocks/>
          </p:cNvGrpSpPr>
          <p:nvPr/>
        </p:nvGrpSpPr>
        <p:grpSpPr bwMode="auto">
          <a:xfrm>
            <a:off x="6261653" y="1756463"/>
            <a:ext cx="2540000" cy="733425"/>
            <a:chOff x="7333086" y="2736938"/>
            <a:chExt cx="2539755" cy="733428"/>
          </a:xfrm>
        </p:grpSpPr>
        <p:sp>
          <p:nvSpPr>
            <p:cNvPr id="546" name="Rectangle 2">
              <a:extLst>
                <a:ext uri="{FF2B5EF4-FFF2-40B4-BE49-F238E27FC236}">
                  <a16:creationId xmlns:a16="http://schemas.microsoft.com/office/drawing/2014/main" id="{AB493127-C9AE-1A44-8D2B-ECDD8261B73B}"/>
                </a:ext>
              </a:extLst>
            </p:cNvPr>
            <p:cNvSpPr>
              <a:spLocks noChangeArrowheads="1"/>
            </p:cNvSpPr>
            <p:nvPr/>
          </p:nvSpPr>
          <p:spPr bwMode="auto">
            <a:xfrm>
              <a:off x="7333086" y="2736938"/>
              <a:ext cx="2521866" cy="733428"/>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7" name="TextBox 1">
              <a:extLst>
                <a:ext uri="{FF2B5EF4-FFF2-40B4-BE49-F238E27FC236}">
                  <a16:creationId xmlns:a16="http://schemas.microsoft.com/office/drawing/2014/main" id="{BBBAA953-174E-B044-9DCC-04A88210E75D}"/>
                </a:ext>
              </a:extLst>
            </p:cNvPr>
            <p:cNvSpPr txBox="1">
              <a:spLocks noChangeArrowheads="1"/>
            </p:cNvSpPr>
            <p:nvPr/>
          </p:nvSpPr>
          <p:spPr bwMode="auto">
            <a:xfrm>
              <a:off x="7344918" y="2797391"/>
              <a:ext cx="2527923"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Broadcast: is there a DHCP server out there?</a:t>
              </a:r>
            </a:p>
          </p:txBody>
        </p:sp>
      </p:grpSp>
      <p:grpSp>
        <p:nvGrpSpPr>
          <p:cNvPr id="548" name="Group 547">
            <a:extLst>
              <a:ext uri="{FF2B5EF4-FFF2-40B4-BE49-F238E27FC236}">
                <a16:creationId xmlns:a16="http://schemas.microsoft.com/office/drawing/2014/main" id="{4A16A070-3144-234A-BC59-B856B6C33DC5}"/>
              </a:ext>
            </a:extLst>
          </p:cNvPr>
          <p:cNvGrpSpPr>
            <a:grpSpLocks/>
          </p:cNvGrpSpPr>
          <p:nvPr/>
        </p:nvGrpSpPr>
        <p:grpSpPr bwMode="auto">
          <a:xfrm>
            <a:off x="6441502" y="2979300"/>
            <a:ext cx="2528888" cy="884237"/>
            <a:chOff x="9144000" y="3229217"/>
            <a:chExt cx="2527923" cy="885135"/>
          </a:xfrm>
        </p:grpSpPr>
        <p:sp>
          <p:nvSpPr>
            <p:cNvPr id="549" name="Rectangle 87">
              <a:extLst>
                <a:ext uri="{FF2B5EF4-FFF2-40B4-BE49-F238E27FC236}">
                  <a16:creationId xmlns:a16="http://schemas.microsoft.com/office/drawing/2014/main" id="{57E9AF5E-372A-8E40-94BE-47B0B6193EB6}"/>
                </a:ext>
              </a:extLst>
            </p:cNvPr>
            <p:cNvSpPr>
              <a:spLocks noChangeArrowheads="1"/>
            </p:cNvSpPr>
            <p:nvPr/>
          </p:nvSpPr>
          <p:spPr bwMode="auto">
            <a:xfrm>
              <a:off x="9144000" y="3229217"/>
              <a:ext cx="2351575" cy="885135"/>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0" name="TextBox 88">
              <a:extLst>
                <a:ext uri="{FF2B5EF4-FFF2-40B4-BE49-F238E27FC236}">
                  <a16:creationId xmlns:a16="http://schemas.microsoft.com/office/drawing/2014/main" id="{A4D749F2-8BAC-AC4E-9A53-15BE9562F4C4}"/>
                </a:ext>
              </a:extLst>
            </p:cNvPr>
            <p:cNvSpPr txBox="1">
              <a:spLocks noChangeArrowheads="1"/>
            </p:cNvSpPr>
            <p:nvPr/>
          </p:nvSpPr>
          <p:spPr bwMode="auto">
            <a:xfrm>
              <a:off x="9144000" y="3271783"/>
              <a:ext cx="252792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Broadcast: I’m a DHCP server! Here’s an IP address you can use </a:t>
              </a:r>
            </a:p>
          </p:txBody>
        </p:sp>
      </p:grpSp>
      <p:grpSp>
        <p:nvGrpSpPr>
          <p:cNvPr id="551" name="Group 550">
            <a:extLst>
              <a:ext uri="{FF2B5EF4-FFF2-40B4-BE49-F238E27FC236}">
                <a16:creationId xmlns:a16="http://schemas.microsoft.com/office/drawing/2014/main" id="{66E1A7F4-6FCF-3E43-AE21-6DF4BC478A9A}"/>
              </a:ext>
            </a:extLst>
          </p:cNvPr>
          <p:cNvGrpSpPr>
            <a:grpSpLocks/>
          </p:cNvGrpSpPr>
          <p:nvPr/>
        </p:nvGrpSpPr>
        <p:grpSpPr bwMode="auto">
          <a:xfrm>
            <a:off x="4900288" y="4175353"/>
            <a:ext cx="2625219" cy="884237"/>
            <a:chOff x="8858631" y="4615923"/>
            <a:chExt cx="2625866" cy="885135"/>
          </a:xfrm>
        </p:grpSpPr>
        <p:sp>
          <p:nvSpPr>
            <p:cNvPr id="552" name="Rectangle 89">
              <a:extLst>
                <a:ext uri="{FF2B5EF4-FFF2-40B4-BE49-F238E27FC236}">
                  <a16:creationId xmlns:a16="http://schemas.microsoft.com/office/drawing/2014/main" id="{3AEC4322-FA91-D143-9139-A2CB1B4C7E0D}"/>
                </a:ext>
              </a:extLst>
            </p:cNvPr>
            <p:cNvSpPr>
              <a:spLocks noChangeArrowheads="1"/>
            </p:cNvSpPr>
            <p:nvPr/>
          </p:nvSpPr>
          <p:spPr bwMode="auto">
            <a:xfrm>
              <a:off x="8956574" y="4615923"/>
              <a:ext cx="2351575" cy="885135"/>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3" name="TextBox 90">
              <a:extLst>
                <a:ext uri="{FF2B5EF4-FFF2-40B4-BE49-F238E27FC236}">
                  <a16:creationId xmlns:a16="http://schemas.microsoft.com/office/drawing/2014/main" id="{3FCB64EB-0F2E-B14B-B848-193DF470A692}"/>
                </a:ext>
              </a:extLst>
            </p:cNvPr>
            <p:cNvSpPr txBox="1">
              <a:spLocks noChangeArrowheads="1"/>
            </p:cNvSpPr>
            <p:nvPr/>
          </p:nvSpPr>
          <p:spPr bwMode="auto">
            <a:xfrm>
              <a:off x="8858631" y="4765817"/>
              <a:ext cx="2625866" cy="5853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Broadcast: OK.  I would like to use this IP address!</a:t>
              </a:r>
            </a:p>
          </p:txBody>
        </p:sp>
      </p:grpSp>
      <p:grpSp>
        <p:nvGrpSpPr>
          <p:cNvPr id="554" name="Group 553">
            <a:extLst>
              <a:ext uri="{FF2B5EF4-FFF2-40B4-BE49-F238E27FC236}">
                <a16:creationId xmlns:a16="http://schemas.microsoft.com/office/drawing/2014/main" id="{65062FC4-666B-6342-A70D-7A1D16B7049C}"/>
              </a:ext>
            </a:extLst>
          </p:cNvPr>
          <p:cNvGrpSpPr>
            <a:grpSpLocks/>
          </p:cNvGrpSpPr>
          <p:nvPr/>
        </p:nvGrpSpPr>
        <p:grpSpPr bwMode="auto">
          <a:xfrm>
            <a:off x="6424038" y="5588022"/>
            <a:ext cx="2528887" cy="885825"/>
            <a:chOff x="9144000" y="5555417"/>
            <a:chExt cx="2527923" cy="885135"/>
          </a:xfrm>
        </p:grpSpPr>
        <p:sp>
          <p:nvSpPr>
            <p:cNvPr id="555" name="Rectangle 91">
              <a:extLst>
                <a:ext uri="{FF2B5EF4-FFF2-40B4-BE49-F238E27FC236}">
                  <a16:creationId xmlns:a16="http://schemas.microsoft.com/office/drawing/2014/main" id="{9E7B23F1-96DD-8C46-9D6F-820B88B8806A}"/>
                </a:ext>
              </a:extLst>
            </p:cNvPr>
            <p:cNvSpPr>
              <a:spLocks noChangeArrowheads="1"/>
            </p:cNvSpPr>
            <p:nvPr/>
          </p:nvSpPr>
          <p:spPr bwMode="auto">
            <a:xfrm>
              <a:off x="9144000" y="5555417"/>
              <a:ext cx="2351575" cy="885135"/>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6" name="TextBox 92">
              <a:extLst>
                <a:ext uri="{FF2B5EF4-FFF2-40B4-BE49-F238E27FC236}">
                  <a16:creationId xmlns:a16="http://schemas.microsoft.com/office/drawing/2014/main" id="{E908630C-0C3F-8545-B890-E8A9600EBD7E}"/>
                </a:ext>
              </a:extLst>
            </p:cNvPr>
            <p:cNvSpPr txBox="1">
              <a:spLocks noChangeArrowheads="1"/>
            </p:cNvSpPr>
            <p:nvPr/>
          </p:nvSpPr>
          <p:spPr bwMode="auto">
            <a:xfrm>
              <a:off x="9144000" y="5705311"/>
              <a:ext cx="2527923"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Broadcast: OK.  You’ve got that IP address!</a:t>
              </a:r>
            </a:p>
          </p:txBody>
        </p:sp>
      </p:grpSp>
      <p:sp>
        <p:nvSpPr>
          <p:cNvPr id="5" name="TextBox 4">
            <a:extLst>
              <a:ext uri="{FF2B5EF4-FFF2-40B4-BE49-F238E27FC236}">
                <a16:creationId xmlns:a16="http://schemas.microsoft.com/office/drawing/2014/main" id="{7F26FE35-19E8-7046-8DE2-04C21540DCCD}"/>
              </a:ext>
            </a:extLst>
          </p:cNvPr>
          <p:cNvSpPr txBox="1"/>
          <p:nvPr/>
        </p:nvSpPr>
        <p:spPr>
          <a:xfrm>
            <a:off x="9296400" y="3522133"/>
            <a:ext cx="2455333"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The two steps above can be skipped “if a client remembers and wishes to reuse a previously allocated network address” </a:t>
            </a: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[RFC 2131]</a:t>
            </a: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Slide Number Placeholder 3">
            <a:extLst>
              <a:ext uri="{FF2B5EF4-FFF2-40B4-BE49-F238E27FC236}">
                <a16:creationId xmlns:a16="http://schemas.microsoft.com/office/drawing/2014/main" id="{99BE7567-423B-664A-A45B-22166DBEDBB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37</a:t>
            </a:fld>
            <a:endParaRPr lang="en-US" dirty="0"/>
          </a:p>
        </p:txBody>
      </p:sp>
    </p:spTree>
    <p:extLst>
      <p:ext uri="{BB962C8B-B14F-4D97-AF65-F5344CB8AC3E}">
        <p14:creationId xmlns:p14="http://schemas.microsoft.com/office/powerpoint/2010/main" val="9239081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472"/>
                                        </p:tgtEl>
                                        <p:attrNameLst>
                                          <p:attrName>style.visibility</p:attrName>
                                        </p:attrNameLst>
                                      </p:cBhvr>
                                      <p:to>
                                        <p:strVal val="visible"/>
                                      </p:to>
                                    </p:set>
                                    <p:animEffect transition="in" filter="wipe(right)">
                                      <p:cBhvr>
                                        <p:cTn id="7" dur="500"/>
                                        <p:tgtEl>
                                          <p:spTgt spid="472"/>
                                        </p:tgtEl>
                                      </p:cBhvr>
                                    </p:animEffect>
                                  </p:childTnLst>
                                </p:cTn>
                              </p:par>
                              <p:par>
                                <p:cTn id="8" presetID="9" presetClass="entr" presetSubtype="0" fill="hold" nodeType="withEffect">
                                  <p:stCondLst>
                                    <p:cond delay="0"/>
                                  </p:stCondLst>
                                  <p:childTnLst>
                                    <p:set>
                                      <p:cBhvr>
                                        <p:cTn id="9" dur="1" fill="hold">
                                          <p:stCondLst>
                                            <p:cond delay="0"/>
                                          </p:stCondLst>
                                        </p:cTn>
                                        <p:tgtEl>
                                          <p:spTgt spid="545"/>
                                        </p:tgtEl>
                                        <p:attrNameLst>
                                          <p:attrName>style.visibility</p:attrName>
                                        </p:attrNameLst>
                                      </p:cBhvr>
                                      <p:to>
                                        <p:strVal val="visible"/>
                                      </p:to>
                                    </p:set>
                                    <p:animEffect transition="in" filter="dissolve">
                                      <p:cBhvr>
                                        <p:cTn id="10" dur="500"/>
                                        <p:tgtEl>
                                          <p:spTgt spid="545"/>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xit" presetSubtype="0" fill="hold" nodeType="clickEffect">
                                  <p:stCondLst>
                                    <p:cond delay="0"/>
                                  </p:stCondLst>
                                  <p:childTnLst>
                                    <p:animEffect transition="out" filter="dissolve">
                                      <p:cBhvr>
                                        <p:cTn id="14" dur="500"/>
                                        <p:tgtEl>
                                          <p:spTgt spid="545"/>
                                        </p:tgtEl>
                                      </p:cBhvr>
                                    </p:animEffect>
                                    <p:set>
                                      <p:cBhvr>
                                        <p:cTn id="15" dur="1" fill="hold">
                                          <p:stCondLst>
                                            <p:cond delay="499"/>
                                          </p:stCondLst>
                                        </p:cTn>
                                        <p:tgtEl>
                                          <p:spTgt spid="545"/>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478"/>
                                        </p:tgtEl>
                                        <p:attrNameLst>
                                          <p:attrName>style.visibility</p:attrName>
                                        </p:attrNameLst>
                                      </p:cBhvr>
                                      <p:to>
                                        <p:strVal val="visible"/>
                                      </p:to>
                                    </p:set>
                                    <p:animEffect transition="in" filter="wipe(left)">
                                      <p:cBhvr>
                                        <p:cTn id="20" dur="500"/>
                                        <p:tgtEl>
                                          <p:spTgt spid="478"/>
                                        </p:tgtEl>
                                      </p:cBhvr>
                                    </p:animEffect>
                                  </p:childTnLst>
                                </p:cTn>
                              </p:par>
                              <p:par>
                                <p:cTn id="21" presetID="22" presetClass="entr" presetSubtype="8" fill="hold" nodeType="withEffect">
                                  <p:stCondLst>
                                    <p:cond delay="0"/>
                                  </p:stCondLst>
                                  <p:childTnLst>
                                    <p:set>
                                      <p:cBhvr>
                                        <p:cTn id="22" dur="1" fill="hold">
                                          <p:stCondLst>
                                            <p:cond delay="0"/>
                                          </p:stCondLst>
                                        </p:cTn>
                                        <p:tgtEl>
                                          <p:spTgt spid="477"/>
                                        </p:tgtEl>
                                        <p:attrNameLst>
                                          <p:attrName>style.visibility</p:attrName>
                                        </p:attrNameLst>
                                      </p:cBhvr>
                                      <p:to>
                                        <p:strVal val="visible"/>
                                      </p:to>
                                    </p:set>
                                    <p:animEffect transition="in" filter="wipe(left)">
                                      <p:cBhvr>
                                        <p:cTn id="23" dur="500"/>
                                        <p:tgtEl>
                                          <p:spTgt spid="477"/>
                                        </p:tgtEl>
                                      </p:cBhvr>
                                    </p:animEffect>
                                  </p:childTnLst>
                                </p:cTn>
                              </p:par>
                              <p:par>
                                <p:cTn id="24" presetID="9" presetClass="entr" presetSubtype="0" fill="hold" nodeType="withEffect">
                                  <p:stCondLst>
                                    <p:cond delay="0"/>
                                  </p:stCondLst>
                                  <p:childTnLst>
                                    <p:set>
                                      <p:cBhvr>
                                        <p:cTn id="25" dur="1" fill="hold">
                                          <p:stCondLst>
                                            <p:cond delay="0"/>
                                          </p:stCondLst>
                                        </p:cTn>
                                        <p:tgtEl>
                                          <p:spTgt spid="548"/>
                                        </p:tgtEl>
                                        <p:attrNameLst>
                                          <p:attrName>style.visibility</p:attrName>
                                        </p:attrNameLst>
                                      </p:cBhvr>
                                      <p:to>
                                        <p:strVal val="visible"/>
                                      </p:to>
                                    </p:set>
                                    <p:animEffect transition="in" filter="dissolve">
                                      <p:cBhvr>
                                        <p:cTn id="26" dur="500"/>
                                        <p:tgtEl>
                                          <p:spTgt spid="548"/>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xit" presetSubtype="0" fill="hold" nodeType="clickEffect">
                                  <p:stCondLst>
                                    <p:cond delay="0"/>
                                  </p:stCondLst>
                                  <p:childTnLst>
                                    <p:animEffect transition="out" filter="dissolve">
                                      <p:cBhvr>
                                        <p:cTn id="30" dur="500"/>
                                        <p:tgtEl>
                                          <p:spTgt spid="548"/>
                                        </p:tgtEl>
                                      </p:cBhvr>
                                    </p:animEffect>
                                    <p:set>
                                      <p:cBhvr>
                                        <p:cTn id="31" dur="1" fill="hold">
                                          <p:stCondLst>
                                            <p:cond delay="499"/>
                                          </p:stCondLst>
                                        </p:cTn>
                                        <p:tgtEl>
                                          <p:spTgt spid="548"/>
                                        </p:tgtEl>
                                        <p:attrNameLst>
                                          <p:attrName>style.visibility</p:attrName>
                                        </p:attrNameLst>
                                      </p:cBhvr>
                                      <p:to>
                                        <p:strVal val="hidden"/>
                                      </p:to>
                                    </p:se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grpId="0" nodeType="clickEffect">
                                  <p:stCondLst>
                                    <p:cond delay="0"/>
                                  </p:stCondLst>
                                  <p:childTnLst>
                                    <p:set>
                                      <p:cBhvr>
                                        <p:cTn id="35" dur="1" fill="hold">
                                          <p:stCondLst>
                                            <p:cond delay="0"/>
                                          </p:stCondLst>
                                        </p:cTn>
                                        <p:tgtEl>
                                          <p:spTgt spid="5"/>
                                        </p:tgtEl>
                                        <p:attrNameLst>
                                          <p:attrName>style.visibility</p:attrName>
                                        </p:attrNameLst>
                                      </p:cBhvr>
                                      <p:to>
                                        <p:strVal val="visible"/>
                                      </p:to>
                                    </p:set>
                                    <p:animEffect transition="in" filter="dissolve">
                                      <p:cBhvr>
                                        <p:cTn id="36" dur="500"/>
                                        <p:tgtEl>
                                          <p:spTgt spid="5"/>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2" fill="hold" nodeType="clickEffect">
                                  <p:stCondLst>
                                    <p:cond delay="0"/>
                                  </p:stCondLst>
                                  <p:childTnLst>
                                    <p:set>
                                      <p:cBhvr>
                                        <p:cTn id="40" dur="1" fill="hold">
                                          <p:stCondLst>
                                            <p:cond delay="0"/>
                                          </p:stCondLst>
                                        </p:cTn>
                                        <p:tgtEl>
                                          <p:spTgt spid="482"/>
                                        </p:tgtEl>
                                        <p:attrNameLst>
                                          <p:attrName>style.visibility</p:attrName>
                                        </p:attrNameLst>
                                      </p:cBhvr>
                                      <p:to>
                                        <p:strVal val="visible"/>
                                      </p:to>
                                    </p:set>
                                    <p:animEffect transition="in" filter="wipe(right)">
                                      <p:cBhvr>
                                        <p:cTn id="41" dur="500"/>
                                        <p:tgtEl>
                                          <p:spTgt spid="482"/>
                                        </p:tgtEl>
                                      </p:cBhvr>
                                    </p:animEffect>
                                  </p:childTnLst>
                                </p:cTn>
                              </p:par>
                              <p:par>
                                <p:cTn id="42" presetID="9" presetClass="exit" presetSubtype="0" fill="hold" grpId="1" nodeType="withEffect">
                                  <p:stCondLst>
                                    <p:cond delay="0"/>
                                  </p:stCondLst>
                                  <p:childTnLst>
                                    <p:animEffect transition="out" filter="dissolve">
                                      <p:cBhvr>
                                        <p:cTn id="43" dur="500"/>
                                        <p:tgtEl>
                                          <p:spTgt spid="5"/>
                                        </p:tgtEl>
                                      </p:cBhvr>
                                    </p:animEffect>
                                    <p:set>
                                      <p:cBhvr>
                                        <p:cTn id="44" dur="1" fill="hold">
                                          <p:stCondLst>
                                            <p:cond delay="499"/>
                                          </p:stCondLst>
                                        </p:cTn>
                                        <p:tgtEl>
                                          <p:spTgt spid="5"/>
                                        </p:tgtEl>
                                        <p:attrNameLst>
                                          <p:attrName>style.visibility</p:attrName>
                                        </p:attrNameLst>
                                      </p:cBhvr>
                                      <p:to>
                                        <p:strVal val="hidden"/>
                                      </p:to>
                                    </p:set>
                                  </p:childTnLst>
                                </p:cTn>
                              </p:par>
                              <p:par>
                                <p:cTn id="45" presetID="22" presetClass="entr" presetSubtype="2" fill="hold" nodeType="withEffect">
                                  <p:stCondLst>
                                    <p:cond delay="0"/>
                                  </p:stCondLst>
                                  <p:childTnLst>
                                    <p:set>
                                      <p:cBhvr>
                                        <p:cTn id="46" dur="1" fill="hold">
                                          <p:stCondLst>
                                            <p:cond delay="0"/>
                                          </p:stCondLst>
                                        </p:cTn>
                                        <p:tgtEl>
                                          <p:spTgt spid="481"/>
                                        </p:tgtEl>
                                        <p:attrNameLst>
                                          <p:attrName>style.visibility</p:attrName>
                                        </p:attrNameLst>
                                      </p:cBhvr>
                                      <p:to>
                                        <p:strVal val="visible"/>
                                      </p:to>
                                    </p:set>
                                    <p:animEffect transition="in" filter="wipe(right)">
                                      <p:cBhvr>
                                        <p:cTn id="47" dur="500"/>
                                        <p:tgtEl>
                                          <p:spTgt spid="481"/>
                                        </p:tgtEl>
                                      </p:cBhvr>
                                    </p:animEffect>
                                  </p:childTnLst>
                                </p:cTn>
                              </p:par>
                              <p:par>
                                <p:cTn id="48" presetID="9" presetClass="entr" presetSubtype="0" fill="hold" nodeType="withEffect">
                                  <p:stCondLst>
                                    <p:cond delay="0"/>
                                  </p:stCondLst>
                                  <p:childTnLst>
                                    <p:set>
                                      <p:cBhvr>
                                        <p:cTn id="49" dur="1" fill="hold">
                                          <p:stCondLst>
                                            <p:cond delay="0"/>
                                          </p:stCondLst>
                                        </p:cTn>
                                        <p:tgtEl>
                                          <p:spTgt spid="551"/>
                                        </p:tgtEl>
                                        <p:attrNameLst>
                                          <p:attrName>style.visibility</p:attrName>
                                        </p:attrNameLst>
                                      </p:cBhvr>
                                      <p:to>
                                        <p:strVal val="visible"/>
                                      </p:to>
                                    </p:set>
                                    <p:animEffect transition="in" filter="dissolve">
                                      <p:cBhvr>
                                        <p:cTn id="50" dur="500"/>
                                        <p:tgtEl>
                                          <p:spTgt spid="551"/>
                                        </p:tgtEl>
                                      </p:cBhvr>
                                    </p:animEffect>
                                  </p:childTnLst>
                                </p:cTn>
                              </p:par>
                            </p:childTnLst>
                          </p:cTn>
                        </p:par>
                      </p:childTnLst>
                    </p:cTn>
                  </p:par>
                  <p:par>
                    <p:cTn id="51" fill="hold">
                      <p:stCondLst>
                        <p:cond delay="indefinite"/>
                      </p:stCondLst>
                      <p:childTnLst>
                        <p:par>
                          <p:cTn id="52" fill="hold">
                            <p:stCondLst>
                              <p:cond delay="0"/>
                            </p:stCondLst>
                            <p:childTnLst>
                              <p:par>
                                <p:cTn id="53" presetID="9" presetClass="exit" presetSubtype="0" fill="hold" nodeType="clickEffect">
                                  <p:stCondLst>
                                    <p:cond delay="0"/>
                                  </p:stCondLst>
                                  <p:childTnLst>
                                    <p:animEffect transition="out" filter="dissolve">
                                      <p:cBhvr>
                                        <p:cTn id="54" dur="500"/>
                                        <p:tgtEl>
                                          <p:spTgt spid="551"/>
                                        </p:tgtEl>
                                      </p:cBhvr>
                                    </p:animEffect>
                                    <p:set>
                                      <p:cBhvr>
                                        <p:cTn id="55" dur="1" fill="hold">
                                          <p:stCondLst>
                                            <p:cond delay="499"/>
                                          </p:stCondLst>
                                        </p:cTn>
                                        <p:tgtEl>
                                          <p:spTgt spid="551"/>
                                        </p:tgtEl>
                                        <p:attrNameLst>
                                          <p:attrName>style.visibility</p:attrName>
                                        </p:attrNameLst>
                                      </p:cBhvr>
                                      <p:to>
                                        <p:strVal val="hidden"/>
                                      </p:to>
                                    </p:set>
                                  </p:childTnLst>
                                </p:cTn>
                              </p:par>
                            </p:childTnLst>
                          </p:cTn>
                        </p:par>
                      </p:childTnLst>
                    </p:cTn>
                  </p:par>
                  <p:par>
                    <p:cTn id="56" fill="hold">
                      <p:stCondLst>
                        <p:cond delay="indefinite"/>
                      </p:stCondLst>
                      <p:childTnLst>
                        <p:par>
                          <p:cTn id="57" fill="hold">
                            <p:stCondLst>
                              <p:cond delay="0"/>
                            </p:stCondLst>
                            <p:childTnLst>
                              <p:par>
                                <p:cTn id="58" presetID="22" presetClass="entr" presetSubtype="8" fill="hold" nodeType="clickEffect">
                                  <p:stCondLst>
                                    <p:cond delay="0"/>
                                  </p:stCondLst>
                                  <p:childTnLst>
                                    <p:set>
                                      <p:cBhvr>
                                        <p:cTn id="59" dur="1" fill="hold">
                                          <p:stCondLst>
                                            <p:cond delay="0"/>
                                          </p:stCondLst>
                                        </p:cTn>
                                        <p:tgtEl>
                                          <p:spTgt spid="486"/>
                                        </p:tgtEl>
                                        <p:attrNameLst>
                                          <p:attrName>style.visibility</p:attrName>
                                        </p:attrNameLst>
                                      </p:cBhvr>
                                      <p:to>
                                        <p:strVal val="visible"/>
                                      </p:to>
                                    </p:set>
                                    <p:animEffect transition="in" filter="wipe(left)">
                                      <p:cBhvr>
                                        <p:cTn id="60" dur="500"/>
                                        <p:tgtEl>
                                          <p:spTgt spid="486"/>
                                        </p:tgtEl>
                                      </p:cBhvr>
                                    </p:animEffect>
                                  </p:childTnLst>
                                </p:cTn>
                              </p:par>
                              <p:par>
                                <p:cTn id="61" presetID="22" presetClass="entr" presetSubtype="8" fill="hold" nodeType="withEffect">
                                  <p:stCondLst>
                                    <p:cond delay="0"/>
                                  </p:stCondLst>
                                  <p:childTnLst>
                                    <p:set>
                                      <p:cBhvr>
                                        <p:cTn id="62" dur="1" fill="hold">
                                          <p:stCondLst>
                                            <p:cond delay="0"/>
                                          </p:stCondLst>
                                        </p:cTn>
                                        <p:tgtEl>
                                          <p:spTgt spid="485"/>
                                        </p:tgtEl>
                                        <p:attrNameLst>
                                          <p:attrName>style.visibility</p:attrName>
                                        </p:attrNameLst>
                                      </p:cBhvr>
                                      <p:to>
                                        <p:strVal val="visible"/>
                                      </p:to>
                                    </p:set>
                                    <p:animEffect transition="in" filter="wipe(left)">
                                      <p:cBhvr>
                                        <p:cTn id="63" dur="500"/>
                                        <p:tgtEl>
                                          <p:spTgt spid="485"/>
                                        </p:tgtEl>
                                      </p:cBhvr>
                                    </p:animEffect>
                                  </p:childTnLst>
                                </p:cTn>
                              </p:par>
                              <p:par>
                                <p:cTn id="64" presetID="9" presetClass="entr" presetSubtype="0" fill="hold" nodeType="withEffect">
                                  <p:stCondLst>
                                    <p:cond delay="0"/>
                                  </p:stCondLst>
                                  <p:childTnLst>
                                    <p:set>
                                      <p:cBhvr>
                                        <p:cTn id="65" dur="1" fill="hold">
                                          <p:stCondLst>
                                            <p:cond delay="0"/>
                                          </p:stCondLst>
                                        </p:cTn>
                                        <p:tgtEl>
                                          <p:spTgt spid="554"/>
                                        </p:tgtEl>
                                        <p:attrNameLst>
                                          <p:attrName>style.visibility</p:attrName>
                                        </p:attrNameLst>
                                      </p:cBhvr>
                                      <p:to>
                                        <p:strVal val="visible"/>
                                      </p:to>
                                    </p:set>
                                    <p:animEffect transition="in" filter="dissolve">
                                      <p:cBhvr>
                                        <p:cTn id="66" dur="500"/>
                                        <p:tgtEl>
                                          <p:spTgt spid="554"/>
                                        </p:tgtEl>
                                      </p:cBhvr>
                                    </p:animEffect>
                                  </p:childTnLst>
                                </p:cTn>
                              </p:par>
                            </p:childTnLst>
                          </p:cTn>
                        </p:par>
                      </p:childTnLst>
                    </p:cTn>
                  </p:par>
                  <p:par>
                    <p:cTn id="67" fill="hold">
                      <p:stCondLst>
                        <p:cond delay="indefinite"/>
                      </p:stCondLst>
                      <p:childTnLst>
                        <p:par>
                          <p:cTn id="68" fill="hold">
                            <p:stCondLst>
                              <p:cond delay="0"/>
                            </p:stCondLst>
                            <p:childTnLst>
                              <p:par>
                                <p:cTn id="69" presetID="9" presetClass="exit" presetSubtype="0" fill="hold" nodeType="clickEffect">
                                  <p:stCondLst>
                                    <p:cond delay="0"/>
                                  </p:stCondLst>
                                  <p:childTnLst>
                                    <p:animEffect transition="out" filter="dissolve">
                                      <p:cBhvr>
                                        <p:cTn id="70" dur="500"/>
                                        <p:tgtEl>
                                          <p:spTgt spid="554"/>
                                        </p:tgtEl>
                                      </p:cBhvr>
                                    </p:animEffect>
                                    <p:set>
                                      <p:cBhvr>
                                        <p:cTn id="71" dur="1" fill="hold">
                                          <p:stCondLst>
                                            <p:cond delay="499"/>
                                          </p:stCondLst>
                                        </p:cTn>
                                        <p:tgtEl>
                                          <p:spTgt spid="55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5" grpId="1"/>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more than IP addresses</a:t>
            </a:r>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895974" y="1369673"/>
            <a:ext cx="10751383" cy="439502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DHCP can return more than just allocated IP address on subnet:</a:t>
            </a:r>
          </a:p>
          <a:p>
            <a:pPr marL="746125" marR="0" lvl="1" indent="-2825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address of first-hop router for client</a:t>
            </a:r>
          </a:p>
          <a:p>
            <a:pPr marL="746125" marR="0" lvl="1" indent="-2825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name and IP address of DNS sever</a:t>
            </a:r>
          </a:p>
          <a:p>
            <a:pPr marL="746125" marR="0" lvl="1" indent="-2825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network mask (indicating network versus host portion of address)</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4" name="Slide Number Placeholder 3">
            <a:extLst>
              <a:ext uri="{FF2B5EF4-FFF2-40B4-BE49-F238E27FC236}">
                <a16:creationId xmlns:a16="http://schemas.microsoft.com/office/drawing/2014/main" id="{B9F69507-B032-9349-846C-1B33A12C788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38</a:t>
            </a:fld>
            <a:endParaRPr lang="en-US" dirty="0"/>
          </a:p>
        </p:txBody>
      </p:sp>
    </p:spTree>
    <p:extLst>
      <p:ext uri="{BB962C8B-B14F-4D97-AF65-F5344CB8AC3E}">
        <p14:creationId xmlns:p14="http://schemas.microsoft.com/office/powerpoint/2010/main" val="1320525980"/>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0" name="Freeform 3">
            <a:extLst>
              <a:ext uri="{FF2B5EF4-FFF2-40B4-BE49-F238E27FC236}">
                <a16:creationId xmlns:a16="http://schemas.microsoft.com/office/drawing/2014/main" id="{6B20889F-8B73-5A4F-948D-BC7FBE071249}"/>
              </a:ext>
            </a:extLst>
          </p:cNvPr>
          <p:cNvSpPr>
            <a:spLocks/>
          </p:cNvSpPr>
          <p:nvPr/>
        </p:nvSpPr>
        <p:spPr bwMode="auto">
          <a:xfrm>
            <a:off x="1867395" y="18184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73" name="Group 572">
            <a:extLst>
              <a:ext uri="{FF2B5EF4-FFF2-40B4-BE49-F238E27FC236}">
                <a16:creationId xmlns:a16="http://schemas.microsoft.com/office/drawing/2014/main" id="{484D20B7-37AF-F449-9229-69BC2F46A444}"/>
              </a:ext>
            </a:extLst>
          </p:cNvPr>
          <p:cNvGrpSpPr/>
          <p:nvPr/>
        </p:nvGrpSpPr>
        <p:grpSpPr>
          <a:xfrm>
            <a:off x="3772175" y="3890885"/>
            <a:ext cx="1040553" cy="431082"/>
            <a:chOff x="7493876" y="2774731"/>
            <a:chExt cx="1481958" cy="894622"/>
          </a:xfrm>
        </p:grpSpPr>
        <p:sp>
          <p:nvSpPr>
            <p:cNvPr id="582" name="Freeform 581">
              <a:extLst>
                <a:ext uri="{FF2B5EF4-FFF2-40B4-BE49-F238E27FC236}">
                  <a16:creationId xmlns:a16="http://schemas.microsoft.com/office/drawing/2014/main" id="{BBE9BC04-A2A6-F746-9F08-03F4EDB58B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83" name="Oval 582">
              <a:extLst>
                <a:ext uri="{FF2B5EF4-FFF2-40B4-BE49-F238E27FC236}">
                  <a16:creationId xmlns:a16="http://schemas.microsoft.com/office/drawing/2014/main" id="{5F31BBA7-277B-7547-A889-4CE61E62107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4" name="Group 583">
              <a:extLst>
                <a:ext uri="{FF2B5EF4-FFF2-40B4-BE49-F238E27FC236}">
                  <a16:creationId xmlns:a16="http://schemas.microsoft.com/office/drawing/2014/main" id="{A235A3E8-5F9F-054E-812C-82B1457E7DAF}"/>
                </a:ext>
              </a:extLst>
            </p:cNvPr>
            <p:cNvGrpSpPr/>
            <p:nvPr/>
          </p:nvGrpSpPr>
          <p:grpSpPr>
            <a:xfrm>
              <a:off x="7713663" y="2848339"/>
              <a:ext cx="1042107" cy="425543"/>
              <a:chOff x="7786941" y="2884917"/>
              <a:chExt cx="897649" cy="353919"/>
            </a:xfrm>
          </p:grpSpPr>
          <p:sp>
            <p:nvSpPr>
              <p:cNvPr id="585" name="Freeform 584">
                <a:extLst>
                  <a:ext uri="{FF2B5EF4-FFF2-40B4-BE49-F238E27FC236}">
                    <a16:creationId xmlns:a16="http://schemas.microsoft.com/office/drawing/2014/main" id="{5DDEAE5B-F867-B04E-9480-5609AC66F59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FBC3084B-7403-CB43-BF1A-54F05828C7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CCCD1707-2759-A14B-96A2-D746BB01264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9B0492DA-B9A2-1F42-8EC8-885383C5223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4" name="Group 573">
            <a:extLst>
              <a:ext uri="{FF2B5EF4-FFF2-40B4-BE49-F238E27FC236}">
                <a16:creationId xmlns:a16="http://schemas.microsoft.com/office/drawing/2014/main" id="{A2DF0841-9316-7744-99F2-F246599FA663}"/>
              </a:ext>
            </a:extLst>
          </p:cNvPr>
          <p:cNvGrpSpPr/>
          <p:nvPr/>
        </p:nvGrpSpPr>
        <p:grpSpPr>
          <a:xfrm>
            <a:off x="4283172" y="2940116"/>
            <a:ext cx="918415" cy="390629"/>
            <a:chOff x="3668110" y="2448910"/>
            <a:chExt cx="3794234" cy="2165130"/>
          </a:xfrm>
        </p:grpSpPr>
        <p:sp>
          <p:nvSpPr>
            <p:cNvPr id="575" name="Rectangle 574">
              <a:extLst>
                <a:ext uri="{FF2B5EF4-FFF2-40B4-BE49-F238E27FC236}">
                  <a16:creationId xmlns:a16="http://schemas.microsoft.com/office/drawing/2014/main" id="{B7FE1E33-3837-6A44-8F3D-D671A86ECB77}"/>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6" name="Freeform 575">
              <a:extLst>
                <a:ext uri="{FF2B5EF4-FFF2-40B4-BE49-F238E27FC236}">
                  <a16:creationId xmlns:a16="http://schemas.microsoft.com/office/drawing/2014/main" id="{D7EBAA0A-EA4B-2A42-B633-E3F75F2BB7B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77" name="Group 576">
              <a:extLst>
                <a:ext uri="{FF2B5EF4-FFF2-40B4-BE49-F238E27FC236}">
                  <a16:creationId xmlns:a16="http://schemas.microsoft.com/office/drawing/2014/main" id="{A0FA1B3E-9ECC-B241-8F16-2C1970256C81}"/>
                </a:ext>
              </a:extLst>
            </p:cNvPr>
            <p:cNvGrpSpPr/>
            <p:nvPr/>
          </p:nvGrpSpPr>
          <p:grpSpPr>
            <a:xfrm>
              <a:off x="3941378" y="2603243"/>
              <a:ext cx="3202061" cy="1066110"/>
              <a:chOff x="7939341" y="3037317"/>
              <a:chExt cx="897649" cy="353919"/>
            </a:xfrm>
          </p:grpSpPr>
          <p:sp>
            <p:nvSpPr>
              <p:cNvPr id="578" name="Freeform 577">
                <a:extLst>
                  <a:ext uri="{FF2B5EF4-FFF2-40B4-BE49-F238E27FC236}">
                    <a16:creationId xmlns:a16="http://schemas.microsoft.com/office/drawing/2014/main" id="{CB74265E-694E-5A49-B1D2-3C1956E0BE2E}"/>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9" name="Freeform 578">
                <a:extLst>
                  <a:ext uri="{FF2B5EF4-FFF2-40B4-BE49-F238E27FC236}">
                    <a16:creationId xmlns:a16="http://schemas.microsoft.com/office/drawing/2014/main" id="{8680283C-1CA3-D44B-8FFA-B36341C7230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0" name="Freeform 579">
                <a:extLst>
                  <a:ext uri="{FF2B5EF4-FFF2-40B4-BE49-F238E27FC236}">
                    <a16:creationId xmlns:a16="http://schemas.microsoft.com/office/drawing/2014/main" id="{2B31DC87-EF0E-0D4F-81A2-B6FB2A803F7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1" name="Freeform 580">
                <a:extLst>
                  <a:ext uri="{FF2B5EF4-FFF2-40B4-BE49-F238E27FC236}">
                    <a16:creationId xmlns:a16="http://schemas.microsoft.com/office/drawing/2014/main" id="{F14BA91B-FE87-514B-B749-384B3F1D92C2}"/>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589" name="Line 48">
            <a:extLst>
              <a:ext uri="{FF2B5EF4-FFF2-40B4-BE49-F238E27FC236}">
                <a16:creationId xmlns:a16="http://schemas.microsoft.com/office/drawing/2014/main" id="{E2F245C9-F9FA-FF41-8279-23685395B6FA}"/>
              </a:ext>
            </a:extLst>
          </p:cNvPr>
          <p:cNvSpPr>
            <a:spLocks noChangeShapeType="1"/>
          </p:cNvSpPr>
          <p:nvPr/>
        </p:nvSpPr>
        <p:spPr bwMode="auto">
          <a:xfrm flipV="1">
            <a:off x="4391025" y="3324223"/>
            <a:ext cx="460375" cy="57150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example</a:t>
            </a:r>
          </a:p>
        </p:txBody>
      </p:sp>
      <p:sp>
        <p:nvSpPr>
          <p:cNvPr id="379" name="Rectangle 3">
            <a:extLst>
              <a:ext uri="{FF2B5EF4-FFF2-40B4-BE49-F238E27FC236}">
                <a16:creationId xmlns:a16="http://schemas.microsoft.com/office/drawing/2014/main" id="{1C377AEF-2633-FC44-9747-922C7C110C17}"/>
              </a:ext>
            </a:extLst>
          </p:cNvPr>
          <p:cNvSpPr txBox="1">
            <a:spLocks noChangeArrowheads="1"/>
          </p:cNvSpPr>
          <p:nvPr/>
        </p:nvSpPr>
        <p:spPr bwMode="auto">
          <a:xfrm>
            <a:off x="6131419" y="1674030"/>
            <a:ext cx="4751439" cy="1262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Connecting laptop will use DHCP to get IP address, address of first-hop router, address of DNS server.</a:t>
            </a:r>
          </a:p>
        </p:txBody>
      </p:sp>
      <p:sp>
        <p:nvSpPr>
          <p:cNvPr id="382" name="Line 43">
            <a:extLst>
              <a:ext uri="{FF2B5EF4-FFF2-40B4-BE49-F238E27FC236}">
                <a16:creationId xmlns:a16="http://schemas.microsoft.com/office/drawing/2014/main" id="{C8851F30-DB65-2343-90FB-A929CA01005D}"/>
              </a:ext>
            </a:extLst>
          </p:cNvPr>
          <p:cNvSpPr>
            <a:spLocks noChangeShapeType="1"/>
          </p:cNvSpPr>
          <p:nvPr/>
        </p:nvSpPr>
        <p:spPr bwMode="auto">
          <a:xfrm flipV="1">
            <a:off x="3759695" y="3062253"/>
            <a:ext cx="562325" cy="83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5" name="Text Box 44">
            <a:extLst>
              <a:ext uri="{FF2B5EF4-FFF2-40B4-BE49-F238E27FC236}">
                <a16:creationId xmlns:a16="http://schemas.microsoft.com/office/drawing/2014/main" id="{59259B03-4826-E149-B0DC-4EBA829369E9}"/>
              </a:ext>
            </a:extLst>
          </p:cNvPr>
          <p:cNvSpPr txBox="1">
            <a:spLocks noChangeArrowheads="1"/>
          </p:cNvSpPr>
          <p:nvPr/>
        </p:nvSpPr>
        <p:spPr bwMode="auto">
          <a:xfrm>
            <a:off x="3656507" y="4356905"/>
            <a:ext cx="2025650" cy="915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 with DHCP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 built into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a:t>
            </a:r>
          </a:p>
        </p:txBody>
      </p:sp>
      <p:sp>
        <p:nvSpPr>
          <p:cNvPr id="386" name="Rectangle 152">
            <a:extLst>
              <a:ext uri="{FF2B5EF4-FFF2-40B4-BE49-F238E27FC236}">
                <a16:creationId xmlns:a16="http://schemas.microsoft.com/office/drawing/2014/main" id="{745619DC-3C53-E14A-874D-F2C6B677A3BE}"/>
              </a:ext>
            </a:extLst>
          </p:cNvPr>
          <p:cNvSpPr>
            <a:spLocks noChangeArrowheads="1"/>
          </p:cNvSpPr>
          <p:nvPr/>
        </p:nvSpPr>
        <p:spPr bwMode="auto">
          <a:xfrm>
            <a:off x="6131420" y="2964667"/>
            <a:ext cx="5406278" cy="1306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DHCP REQUEST message encapsulated in UDP, encapsulated in IP, encapsulated in Ethernet</a:t>
            </a:r>
          </a:p>
        </p:txBody>
      </p:sp>
      <p:sp>
        <p:nvSpPr>
          <p:cNvPr id="387" name="Rectangle 153">
            <a:extLst>
              <a:ext uri="{FF2B5EF4-FFF2-40B4-BE49-F238E27FC236}">
                <a16:creationId xmlns:a16="http://schemas.microsoft.com/office/drawing/2014/main" id="{082BCCE1-61C9-5E4C-B8D4-8ED23A69B392}"/>
              </a:ext>
            </a:extLst>
          </p:cNvPr>
          <p:cNvSpPr>
            <a:spLocks noChangeArrowheads="1"/>
          </p:cNvSpPr>
          <p:nvPr/>
        </p:nvSpPr>
        <p:spPr bwMode="auto">
          <a:xfrm>
            <a:off x="6150469" y="4210855"/>
            <a:ext cx="5450375" cy="1563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Ethernet frame broadcast (dest: </a:t>
            </a:r>
            <a:r>
              <a:rPr kumimoji="0" lang="en-US" alt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FFFFFFFFFFFF</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on LAN, received at router running DHCP server</a:t>
            </a:r>
          </a:p>
        </p:txBody>
      </p:sp>
      <p:sp>
        <p:nvSpPr>
          <p:cNvPr id="388" name="Rectangle 154">
            <a:extLst>
              <a:ext uri="{FF2B5EF4-FFF2-40B4-BE49-F238E27FC236}">
                <a16:creationId xmlns:a16="http://schemas.microsoft.com/office/drawing/2014/main" id="{2001FDC4-9DD8-8540-A00D-9430145AE66E}"/>
              </a:ext>
            </a:extLst>
          </p:cNvPr>
          <p:cNvSpPr>
            <a:spLocks noChangeArrowheads="1"/>
          </p:cNvSpPr>
          <p:nvPr/>
        </p:nvSpPr>
        <p:spPr bwMode="auto">
          <a:xfrm>
            <a:off x="6128245" y="5547530"/>
            <a:ext cx="5280602" cy="1292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Ethernet de-mux’ed to IP de-mux’ed, UDP de-mux’ed to DHCP </a:t>
            </a:r>
          </a:p>
        </p:txBody>
      </p:sp>
      <p:sp>
        <p:nvSpPr>
          <p:cNvPr id="389" name="Text Box 155">
            <a:extLst>
              <a:ext uri="{FF2B5EF4-FFF2-40B4-BE49-F238E27FC236}">
                <a16:creationId xmlns:a16="http://schemas.microsoft.com/office/drawing/2014/main" id="{0FF8CA2B-A0E7-0344-8C3D-752022E95862}"/>
              </a:ext>
            </a:extLst>
          </p:cNvPr>
          <p:cNvSpPr txBox="1">
            <a:spLocks noChangeArrowheads="1"/>
          </p:cNvSpPr>
          <p:nvPr/>
        </p:nvSpPr>
        <p:spPr bwMode="auto">
          <a:xfrm>
            <a:off x="4421682" y="3674280"/>
            <a:ext cx="1047750"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168.1.1.1</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8" name="Group 234">
            <a:extLst>
              <a:ext uri="{FF2B5EF4-FFF2-40B4-BE49-F238E27FC236}">
                <a16:creationId xmlns:a16="http://schemas.microsoft.com/office/drawing/2014/main" id="{80B8D10B-0E57-694A-9F60-7DD157680859}"/>
              </a:ext>
            </a:extLst>
          </p:cNvPr>
          <p:cNvGrpSpPr>
            <a:grpSpLocks/>
          </p:cNvGrpSpPr>
          <p:nvPr/>
        </p:nvGrpSpPr>
        <p:grpSpPr bwMode="auto">
          <a:xfrm>
            <a:off x="3072307" y="2685267"/>
            <a:ext cx="850900" cy="615950"/>
            <a:chOff x="4420" y="878"/>
            <a:chExt cx="614" cy="458"/>
          </a:xfrm>
        </p:grpSpPr>
        <p:pic>
          <p:nvPicPr>
            <p:cNvPr id="439" name="Picture 235" descr="laptop_keyboard">
              <a:extLst>
                <a:ext uri="{FF2B5EF4-FFF2-40B4-BE49-F238E27FC236}">
                  <a16:creationId xmlns:a16="http://schemas.microsoft.com/office/drawing/2014/main" id="{32F92D03-3F10-DD48-B916-C1A813CAA4D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4420" y="1108"/>
              <a:ext cx="52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0" name="Freeform 236">
              <a:extLst>
                <a:ext uri="{FF2B5EF4-FFF2-40B4-BE49-F238E27FC236}">
                  <a16:creationId xmlns:a16="http://schemas.microsoft.com/office/drawing/2014/main" id="{635DC8EF-D2DF-1140-8A94-D496AE9162F9}"/>
                </a:ext>
              </a:extLst>
            </p:cNvPr>
            <p:cNvSpPr>
              <a:spLocks/>
            </p:cNvSpPr>
            <p:nvPr/>
          </p:nvSpPr>
          <p:spPr bwMode="auto">
            <a:xfrm>
              <a:off x="4595" y="888"/>
              <a:ext cx="424" cy="297"/>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441" name="Picture 237" descr="screen">
              <a:extLst>
                <a:ext uri="{FF2B5EF4-FFF2-40B4-BE49-F238E27FC236}">
                  <a16:creationId xmlns:a16="http://schemas.microsoft.com/office/drawing/2014/main" id="{6BDF7141-8B18-8848-AE3F-A1F240A5142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16" y="895"/>
              <a:ext cx="38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2" name="Freeform 238">
              <a:extLst>
                <a:ext uri="{FF2B5EF4-FFF2-40B4-BE49-F238E27FC236}">
                  <a16:creationId xmlns:a16="http://schemas.microsoft.com/office/drawing/2014/main" id="{F0AA71CC-9F7D-4E4A-AFD3-E4FC2EDB50F7}"/>
                </a:ext>
              </a:extLst>
            </p:cNvPr>
            <p:cNvSpPr>
              <a:spLocks/>
            </p:cNvSpPr>
            <p:nvPr/>
          </p:nvSpPr>
          <p:spPr bwMode="auto">
            <a:xfrm>
              <a:off x="4672" y="879"/>
              <a:ext cx="359" cy="5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3" name="Freeform 239">
              <a:extLst>
                <a:ext uri="{FF2B5EF4-FFF2-40B4-BE49-F238E27FC236}">
                  <a16:creationId xmlns:a16="http://schemas.microsoft.com/office/drawing/2014/main" id="{478F089D-1CBD-064E-9E01-09DBACFE4574}"/>
                </a:ext>
              </a:extLst>
            </p:cNvPr>
            <p:cNvSpPr>
              <a:spLocks/>
            </p:cNvSpPr>
            <p:nvPr/>
          </p:nvSpPr>
          <p:spPr bwMode="auto">
            <a:xfrm>
              <a:off x="4591" y="878"/>
              <a:ext cx="100" cy="230"/>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4" name="Freeform 240">
              <a:extLst>
                <a:ext uri="{FF2B5EF4-FFF2-40B4-BE49-F238E27FC236}">
                  <a16:creationId xmlns:a16="http://schemas.microsoft.com/office/drawing/2014/main" id="{999308BB-3AD9-964C-9A37-585EA1CB9996}"/>
                </a:ext>
              </a:extLst>
            </p:cNvPr>
            <p:cNvSpPr>
              <a:spLocks/>
            </p:cNvSpPr>
            <p:nvPr/>
          </p:nvSpPr>
          <p:spPr bwMode="auto">
            <a:xfrm>
              <a:off x="4921" y="920"/>
              <a:ext cx="108" cy="265"/>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5" name="Freeform 241">
              <a:extLst>
                <a:ext uri="{FF2B5EF4-FFF2-40B4-BE49-F238E27FC236}">
                  <a16:creationId xmlns:a16="http://schemas.microsoft.com/office/drawing/2014/main" id="{50215675-D41A-884A-B70C-7A7A34B47E90}"/>
                </a:ext>
              </a:extLst>
            </p:cNvPr>
            <p:cNvSpPr>
              <a:spLocks/>
            </p:cNvSpPr>
            <p:nvPr/>
          </p:nvSpPr>
          <p:spPr bwMode="auto">
            <a:xfrm>
              <a:off x="4590" y="1097"/>
              <a:ext cx="394" cy="89"/>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6" name="Freeform 242">
              <a:extLst>
                <a:ext uri="{FF2B5EF4-FFF2-40B4-BE49-F238E27FC236}">
                  <a16:creationId xmlns:a16="http://schemas.microsoft.com/office/drawing/2014/main" id="{67C07E3F-A680-3448-A285-F67163D5598B}"/>
                </a:ext>
              </a:extLst>
            </p:cNvPr>
            <p:cNvSpPr>
              <a:spLocks/>
            </p:cNvSpPr>
            <p:nvPr/>
          </p:nvSpPr>
          <p:spPr bwMode="auto">
            <a:xfrm>
              <a:off x="4933" y="922"/>
              <a:ext cx="101" cy="266"/>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7" name="Freeform 243">
              <a:extLst>
                <a:ext uri="{FF2B5EF4-FFF2-40B4-BE49-F238E27FC236}">
                  <a16:creationId xmlns:a16="http://schemas.microsoft.com/office/drawing/2014/main" id="{D6FEFC34-2380-1C46-9401-C809C94E04B9}"/>
                </a:ext>
              </a:extLst>
            </p:cNvPr>
            <p:cNvSpPr>
              <a:spLocks/>
            </p:cNvSpPr>
            <p:nvPr/>
          </p:nvSpPr>
          <p:spPr bwMode="auto">
            <a:xfrm>
              <a:off x="4590" y="1109"/>
              <a:ext cx="351" cy="88"/>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48" name="Group 244">
              <a:extLst>
                <a:ext uri="{FF2B5EF4-FFF2-40B4-BE49-F238E27FC236}">
                  <a16:creationId xmlns:a16="http://schemas.microsoft.com/office/drawing/2014/main" id="{C27B64F7-2309-1F46-B525-0FF1CC0B3EEF}"/>
                </a:ext>
              </a:extLst>
            </p:cNvPr>
            <p:cNvGrpSpPr>
              <a:grpSpLocks/>
            </p:cNvGrpSpPr>
            <p:nvPr/>
          </p:nvGrpSpPr>
          <p:grpSpPr bwMode="auto">
            <a:xfrm>
              <a:off x="4584" y="1203"/>
              <a:ext cx="119" cy="53"/>
              <a:chOff x="1740" y="2642"/>
              <a:chExt cx="752" cy="327"/>
            </a:xfrm>
          </p:grpSpPr>
          <p:sp>
            <p:nvSpPr>
              <p:cNvPr id="455" name="Freeform 245">
                <a:extLst>
                  <a:ext uri="{FF2B5EF4-FFF2-40B4-BE49-F238E27FC236}">
                    <a16:creationId xmlns:a16="http://schemas.microsoft.com/office/drawing/2014/main" id="{6D904DDE-01FC-1A4C-8025-88A928752A29}"/>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6" name="Freeform 246">
                <a:extLst>
                  <a:ext uri="{FF2B5EF4-FFF2-40B4-BE49-F238E27FC236}">
                    <a16:creationId xmlns:a16="http://schemas.microsoft.com/office/drawing/2014/main" id="{E3315A06-9E1B-AC4A-906F-1640B3605CBD}"/>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7" name="Freeform 247">
                <a:extLst>
                  <a:ext uri="{FF2B5EF4-FFF2-40B4-BE49-F238E27FC236}">
                    <a16:creationId xmlns:a16="http://schemas.microsoft.com/office/drawing/2014/main" id="{4B5E6F6D-A780-9F4A-B4CB-418F530E745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8" name="Freeform 248">
                <a:extLst>
                  <a:ext uri="{FF2B5EF4-FFF2-40B4-BE49-F238E27FC236}">
                    <a16:creationId xmlns:a16="http://schemas.microsoft.com/office/drawing/2014/main" id="{49CD3CF5-0077-7D4A-A378-2AAAA4CDE38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9" name="Freeform 249">
                <a:extLst>
                  <a:ext uri="{FF2B5EF4-FFF2-40B4-BE49-F238E27FC236}">
                    <a16:creationId xmlns:a16="http://schemas.microsoft.com/office/drawing/2014/main" id="{4E2747DD-F96B-124E-8BF8-EC78D4C82E5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0" name="Freeform 250">
                <a:extLst>
                  <a:ext uri="{FF2B5EF4-FFF2-40B4-BE49-F238E27FC236}">
                    <a16:creationId xmlns:a16="http://schemas.microsoft.com/office/drawing/2014/main" id="{5D228080-AAA4-AE4F-B2E0-444A375E9A9C}"/>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49" name="Freeform 251">
              <a:extLst>
                <a:ext uri="{FF2B5EF4-FFF2-40B4-BE49-F238E27FC236}">
                  <a16:creationId xmlns:a16="http://schemas.microsoft.com/office/drawing/2014/main" id="{12335ADB-FB5B-8540-ADE8-01DE4817A545}"/>
                </a:ext>
              </a:extLst>
            </p:cNvPr>
            <p:cNvSpPr>
              <a:spLocks/>
            </p:cNvSpPr>
            <p:nvPr/>
          </p:nvSpPr>
          <p:spPr bwMode="auto">
            <a:xfrm>
              <a:off x="4788" y="1211"/>
              <a:ext cx="144" cy="116"/>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0" name="Freeform 252">
              <a:extLst>
                <a:ext uri="{FF2B5EF4-FFF2-40B4-BE49-F238E27FC236}">
                  <a16:creationId xmlns:a16="http://schemas.microsoft.com/office/drawing/2014/main" id="{71BBEFC9-2EAD-0E4D-971B-FFE9F04A99D0}"/>
                </a:ext>
              </a:extLst>
            </p:cNvPr>
            <p:cNvSpPr>
              <a:spLocks/>
            </p:cNvSpPr>
            <p:nvPr/>
          </p:nvSpPr>
          <p:spPr bwMode="auto">
            <a:xfrm>
              <a:off x="4420" y="1220"/>
              <a:ext cx="369" cy="10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1" name="Freeform 253">
              <a:extLst>
                <a:ext uri="{FF2B5EF4-FFF2-40B4-BE49-F238E27FC236}">
                  <a16:creationId xmlns:a16="http://schemas.microsoft.com/office/drawing/2014/main" id="{AD467B30-53F9-E544-872F-75037A60A504}"/>
                </a:ext>
              </a:extLst>
            </p:cNvPr>
            <p:cNvSpPr>
              <a:spLocks/>
            </p:cNvSpPr>
            <p:nvPr/>
          </p:nvSpPr>
          <p:spPr bwMode="auto">
            <a:xfrm>
              <a:off x="4420" y="1201"/>
              <a:ext cx="4" cy="21"/>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2" name="Freeform 254">
              <a:extLst>
                <a:ext uri="{FF2B5EF4-FFF2-40B4-BE49-F238E27FC236}">
                  <a16:creationId xmlns:a16="http://schemas.microsoft.com/office/drawing/2014/main" id="{09BD1056-1239-AA4F-9F79-BC195E4B831A}"/>
                </a:ext>
              </a:extLst>
            </p:cNvPr>
            <p:cNvSpPr>
              <a:spLocks/>
            </p:cNvSpPr>
            <p:nvPr/>
          </p:nvSpPr>
          <p:spPr bwMode="auto">
            <a:xfrm>
              <a:off x="4421" y="1114"/>
              <a:ext cx="171" cy="88"/>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3" name="Freeform 255">
              <a:extLst>
                <a:ext uri="{FF2B5EF4-FFF2-40B4-BE49-F238E27FC236}">
                  <a16:creationId xmlns:a16="http://schemas.microsoft.com/office/drawing/2014/main" id="{3EE44984-E799-7448-B48B-0A3E5E326634}"/>
                </a:ext>
              </a:extLst>
            </p:cNvPr>
            <p:cNvSpPr>
              <a:spLocks/>
            </p:cNvSpPr>
            <p:nvPr/>
          </p:nvSpPr>
          <p:spPr bwMode="auto">
            <a:xfrm>
              <a:off x="4432" y="1205"/>
              <a:ext cx="350" cy="102"/>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4" name="Freeform 256">
              <a:extLst>
                <a:ext uri="{FF2B5EF4-FFF2-40B4-BE49-F238E27FC236}">
                  <a16:creationId xmlns:a16="http://schemas.microsoft.com/office/drawing/2014/main" id="{F82A5B30-CFF4-9045-B98E-022A2D6583D3}"/>
                </a:ext>
              </a:extLst>
            </p:cNvPr>
            <p:cNvSpPr>
              <a:spLocks/>
            </p:cNvSpPr>
            <p:nvPr/>
          </p:nvSpPr>
          <p:spPr bwMode="auto">
            <a:xfrm flipV="1">
              <a:off x="4782" y="1198"/>
              <a:ext cx="142" cy="10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61" name="AutoShape 34">
            <a:extLst>
              <a:ext uri="{FF2B5EF4-FFF2-40B4-BE49-F238E27FC236}">
                <a16:creationId xmlns:a16="http://schemas.microsoft.com/office/drawing/2014/main" id="{BBFE8651-7E0E-9B42-83C9-13A7DD110D1A}"/>
              </a:ext>
            </a:extLst>
          </p:cNvPr>
          <p:cNvSpPr>
            <a:spLocks noChangeArrowheads="1"/>
          </p:cNvSpPr>
          <p:nvPr/>
        </p:nvSpPr>
        <p:spPr bwMode="auto">
          <a:xfrm>
            <a:off x="1924545" y="2812267"/>
            <a:ext cx="976312" cy="485775"/>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2" name="Group 45">
            <a:extLst>
              <a:ext uri="{FF2B5EF4-FFF2-40B4-BE49-F238E27FC236}">
                <a16:creationId xmlns:a16="http://schemas.microsoft.com/office/drawing/2014/main" id="{7B2B7B83-C525-AC47-97F2-A2D1D1034FEF}"/>
              </a:ext>
            </a:extLst>
          </p:cNvPr>
          <p:cNvGrpSpPr>
            <a:grpSpLocks/>
          </p:cNvGrpSpPr>
          <p:nvPr/>
        </p:nvGrpSpPr>
        <p:grpSpPr bwMode="auto">
          <a:xfrm>
            <a:off x="2289670" y="1648630"/>
            <a:ext cx="976312" cy="1460500"/>
            <a:chOff x="651" y="681"/>
            <a:chExt cx="615" cy="920"/>
          </a:xfrm>
        </p:grpSpPr>
        <p:sp>
          <p:nvSpPr>
            <p:cNvPr id="463" name="Freeform 46">
              <a:extLst>
                <a:ext uri="{FF2B5EF4-FFF2-40B4-BE49-F238E27FC236}">
                  <a16:creationId xmlns:a16="http://schemas.microsoft.com/office/drawing/2014/main" id="{2F8E5860-1F4A-9441-8643-FF367740000B}"/>
                </a:ext>
              </a:extLst>
            </p:cNvPr>
            <p:cNvSpPr>
              <a:spLocks/>
            </p:cNvSpPr>
            <p:nvPr/>
          </p:nvSpPr>
          <p:spPr bwMode="auto">
            <a:xfrm>
              <a:off x="662" y="698"/>
              <a:ext cx="604" cy="903"/>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T15" fmla="*/ 0 w 604"/>
                <a:gd name="T16" fmla="*/ 0 h 903"/>
                <a:gd name="T17" fmla="*/ 604 w 604"/>
                <a:gd name="T18" fmla="*/ 903 h 903"/>
              </a:gdLst>
              <a:ahLst/>
              <a:cxnLst>
                <a:cxn ang="T10">
                  <a:pos x="T0" y="T1"/>
                </a:cxn>
                <a:cxn ang="T11">
                  <a:pos x="T2" y="T3"/>
                </a:cxn>
                <a:cxn ang="T12">
                  <a:pos x="T4" y="T5"/>
                </a:cxn>
                <a:cxn ang="T13">
                  <a:pos x="T6" y="T7"/>
                </a:cxn>
                <a:cxn ang="T14">
                  <a:pos x="T8" y="T9"/>
                </a:cxn>
              </a:cxnLst>
              <a:rect l="T15" t="T16" r="T17" b="T18"/>
              <a:pathLst>
                <a:path w="604" h="903">
                  <a:moveTo>
                    <a:pt x="496" y="0"/>
                  </a:moveTo>
                  <a:lnTo>
                    <a:pt x="604" y="903"/>
                  </a:lnTo>
                  <a:lnTo>
                    <a:pt x="0" y="788"/>
                  </a:lnTo>
                  <a:lnTo>
                    <a:pt x="456" y="750"/>
                  </a:lnTo>
                  <a:lnTo>
                    <a:pt x="496" y="0"/>
                  </a:lnTo>
                  <a:close/>
                </a:path>
              </a:pathLst>
            </a:custGeom>
            <a:gradFill rotWithShape="1">
              <a:gsLst>
                <a:gs pos="0">
                  <a:srgbClr val="FFFFFF">
                    <a:alpha val="65999"/>
                  </a:srgbClr>
                </a:gs>
                <a:gs pos="100000">
                  <a:srgbClr val="000099">
                    <a:alpha val="67000"/>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4" name="Group 47">
              <a:extLst>
                <a:ext uri="{FF2B5EF4-FFF2-40B4-BE49-F238E27FC236}">
                  <a16:creationId xmlns:a16="http://schemas.microsoft.com/office/drawing/2014/main" id="{619D3750-75CE-7146-8080-07A05B2EE1C4}"/>
                </a:ext>
              </a:extLst>
            </p:cNvPr>
            <p:cNvGrpSpPr>
              <a:grpSpLocks/>
            </p:cNvGrpSpPr>
            <p:nvPr/>
          </p:nvGrpSpPr>
          <p:grpSpPr bwMode="auto">
            <a:xfrm>
              <a:off x="651" y="681"/>
              <a:ext cx="501" cy="828"/>
              <a:chOff x="569" y="2954"/>
              <a:chExt cx="501" cy="828"/>
            </a:xfrm>
          </p:grpSpPr>
          <p:sp>
            <p:nvSpPr>
              <p:cNvPr id="465" name="Rectangle 48">
                <a:extLst>
                  <a:ext uri="{FF2B5EF4-FFF2-40B4-BE49-F238E27FC236}">
                    <a16:creationId xmlns:a16="http://schemas.microsoft.com/office/drawing/2014/main" id="{28385ECE-1698-FA48-9005-E85B7ADAEBD9}"/>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schemeClr val="tx1">
                    <a:alpha val="40000"/>
                  </a:scheme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6" name="Text Box 49">
                <a:extLst>
                  <a:ext uri="{FF2B5EF4-FFF2-40B4-BE49-F238E27FC236}">
                    <a16:creationId xmlns:a16="http://schemas.microsoft.com/office/drawing/2014/main" id="{03E8F625-EC95-7449-B696-847DBF4C1339}"/>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467" name="Line 50">
                <a:extLst>
                  <a:ext uri="{FF2B5EF4-FFF2-40B4-BE49-F238E27FC236}">
                    <a16:creationId xmlns:a16="http://schemas.microsoft.com/office/drawing/2014/main" id="{DF468FDE-40E4-0648-9839-DDE0332A0778}"/>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8" name="Line 51">
                <a:extLst>
                  <a:ext uri="{FF2B5EF4-FFF2-40B4-BE49-F238E27FC236}">
                    <a16:creationId xmlns:a16="http://schemas.microsoft.com/office/drawing/2014/main" id="{99D4E4D8-7BA2-1841-8740-092F3F2C1D2F}"/>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9" name="Line 52">
                <a:extLst>
                  <a:ext uri="{FF2B5EF4-FFF2-40B4-BE49-F238E27FC236}">
                    <a16:creationId xmlns:a16="http://schemas.microsoft.com/office/drawing/2014/main" id="{46C4BB73-5326-6148-BB43-C6C4C685FFA6}"/>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0" name="Line 53">
                <a:extLst>
                  <a:ext uri="{FF2B5EF4-FFF2-40B4-BE49-F238E27FC236}">
                    <a16:creationId xmlns:a16="http://schemas.microsoft.com/office/drawing/2014/main" id="{867C305B-8FC7-2546-83B8-7B677B4EFC65}"/>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471" name="Group 54">
            <a:extLst>
              <a:ext uri="{FF2B5EF4-FFF2-40B4-BE49-F238E27FC236}">
                <a16:creationId xmlns:a16="http://schemas.microsoft.com/office/drawing/2014/main" id="{E55B3AA2-EA61-B94E-BC50-287F2699A080}"/>
              </a:ext>
            </a:extLst>
          </p:cNvPr>
          <p:cNvGrpSpPr>
            <a:grpSpLocks/>
          </p:cNvGrpSpPr>
          <p:nvPr/>
        </p:nvGrpSpPr>
        <p:grpSpPr bwMode="auto">
          <a:xfrm>
            <a:off x="1614982" y="1707367"/>
            <a:ext cx="544513" cy="244475"/>
            <a:chOff x="844" y="3337"/>
            <a:chExt cx="343" cy="154"/>
          </a:xfrm>
        </p:grpSpPr>
        <p:sp>
          <p:nvSpPr>
            <p:cNvPr id="472" name="Rectangle 55">
              <a:extLst>
                <a:ext uri="{FF2B5EF4-FFF2-40B4-BE49-F238E27FC236}">
                  <a16:creationId xmlns:a16="http://schemas.microsoft.com/office/drawing/2014/main" id="{3DF8187C-0350-B949-8481-A4B53A2BD3A3}"/>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3" name="Text Box 56">
              <a:extLst>
                <a:ext uri="{FF2B5EF4-FFF2-40B4-BE49-F238E27FC236}">
                  <a16:creationId xmlns:a16="http://schemas.microsoft.com/office/drawing/2014/main" id="{EB5DBBE5-0C11-2943-8F1C-55F942DDF6AE}"/>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74" name="Group 57">
            <a:extLst>
              <a:ext uri="{FF2B5EF4-FFF2-40B4-BE49-F238E27FC236}">
                <a16:creationId xmlns:a16="http://schemas.microsoft.com/office/drawing/2014/main" id="{E686DD6D-38C2-4641-89AF-94A0FB1D1070}"/>
              </a:ext>
            </a:extLst>
          </p:cNvPr>
          <p:cNvGrpSpPr>
            <a:grpSpLocks/>
          </p:cNvGrpSpPr>
          <p:nvPr/>
        </p:nvGrpSpPr>
        <p:grpSpPr bwMode="auto">
          <a:xfrm>
            <a:off x="1160957" y="1726417"/>
            <a:ext cx="1081088" cy="1166813"/>
            <a:chOff x="42" y="744"/>
            <a:chExt cx="681" cy="735"/>
          </a:xfrm>
        </p:grpSpPr>
        <p:grpSp>
          <p:nvGrpSpPr>
            <p:cNvPr id="475" name="Group 58">
              <a:extLst>
                <a:ext uri="{FF2B5EF4-FFF2-40B4-BE49-F238E27FC236}">
                  <a16:creationId xmlns:a16="http://schemas.microsoft.com/office/drawing/2014/main" id="{1FDCAE0E-7CF7-A44C-8CC2-1F6556F81A91}"/>
                </a:ext>
              </a:extLst>
            </p:cNvPr>
            <p:cNvGrpSpPr>
              <a:grpSpLocks/>
            </p:cNvGrpSpPr>
            <p:nvPr/>
          </p:nvGrpSpPr>
          <p:grpSpPr bwMode="auto">
            <a:xfrm>
              <a:off x="42" y="886"/>
              <a:ext cx="681" cy="468"/>
              <a:chOff x="42" y="886"/>
              <a:chExt cx="681" cy="468"/>
            </a:xfrm>
          </p:grpSpPr>
          <p:grpSp>
            <p:nvGrpSpPr>
              <p:cNvPr id="477" name="Group 59">
                <a:extLst>
                  <a:ext uri="{FF2B5EF4-FFF2-40B4-BE49-F238E27FC236}">
                    <a16:creationId xmlns:a16="http://schemas.microsoft.com/office/drawing/2014/main" id="{B1A03342-AE12-CE42-8220-1A81C441863C}"/>
                  </a:ext>
                </a:extLst>
              </p:cNvPr>
              <p:cNvGrpSpPr>
                <a:grpSpLocks/>
              </p:cNvGrpSpPr>
              <p:nvPr/>
            </p:nvGrpSpPr>
            <p:grpSpPr bwMode="auto">
              <a:xfrm>
                <a:off x="278" y="886"/>
                <a:ext cx="397" cy="154"/>
                <a:chOff x="740" y="3209"/>
                <a:chExt cx="397" cy="154"/>
              </a:xfrm>
            </p:grpSpPr>
            <p:grpSp>
              <p:nvGrpSpPr>
                <p:cNvPr id="502" name="Group 60">
                  <a:extLst>
                    <a:ext uri="{FF2B5EF4-FFF2-40B4-BE49-F238E27FC236}">
                      <a16:creationId xmlns:a16="http://schemas.microsoft.com/office/drawing/2014/main" id="{C141BB4A-81BE-5F41-82F7-F6E6B820E21E}"/>
                    </a:ext>
                  </a:extLst>
                </p:cNvPr>
                <p:cNvGrpSpPr>
                  <a:grpSpLocks/>
                </p:cNvGrpSpPr>
                <p:nvPr/>
              </p:nvGrpSpPr>
              <p:grpSpPr bwMode="auto">
                <a:xfrm>
                  <a:off x="794" y="3209"/>
                  <a:ext cx="343" cy="154"/>
                  <a:chOff x="844" y="3337"/>
                  <a:chExt cx="343" cy="154"/>
                </a:xfrm>
              </p:grpSpPr>
              <p:sp>
                <p:nvSpPr>
                  <p:cNvPr id="505" name="Rectangle 61">
                    <a:extLst>
                      <a:ext uri="{FF2B5EF4-FFF2-40B4-BE49-F238E27FC236}">
                        <a16:creationId xmlns:a16="http://schemas.microsoft.com/office/drawing/2014/main" id="{0057FF7C-1AD8-884B-80A9-AB7A6E108F9F}"/>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6" name="Text Box 62">
                    <a:extLst>
                      <a:ext uri="{FF2B5EF4-FFF2-40B4-BE49-F238E27FC236}">
                        <a16:creationId xmlns:a16="http://schemas.microsoft.com/office/drawing/2014/main" id="{EC2B900A-E788-8441-B597-33D92CA5920C}"/>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503" name="Rectangle 63">
                  <a:extLst>
                    <a:ext uri="{FF2B5EF4-FFF2-40B4-BE49-F238E27FC236}">
                      <a16:creationId xmlns:a16="http://schemas.microsoft.com/office/drawing/2014/main" id="{963785A1-EC1C-B84C-87DF-29B9C771BE8B}"/>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4" name="Rectangle 64">
                  <a:extLst>
                    <a:ext uri="{FF2B5EF4-FFF2-40B4-BE49-F238E27FC236}">
                      <a16:creationId xmlns:a16="http://schemas.microsoft.com/office/drawing/2014/main" id="{5E9D5671-4336-A144-8E1C-F9834FFEC8CD}"/>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78" name="Group 65">
                <a:extLst>
                  <a:ext uri="{FF2B5EF4-FFF2-40B4-BE49-F238E27FC236}">
                    <a16:creationId xmlns:a16="http://schemas.microsoft.com/office/drawing/2014/main" id="{C554361D-96E9-9749-99BB-ABA5FD027907}"/>
                  </a:ext>
                </a:extLst>
              </p:cNvPr>
              <p:cNvGrpSpPr>
                <a:grpSpLocks/>
              </p:cNvGrpSpPr>
              <p:nvPr/>
            </p:nvGrpSpPr>
            <p:grpSpPr bwMode="auto">
              <a:xfrm>
                <a:off x="278" y="1034"/>
                <a:ext cx="397" cy="154"/>
                <a:chOff x="836" y="3305"/>
                <a:chExt cx="397" cy="154"/>
              </a:xfrm>
            </p:grpSpPr>
            <p:grpSp>
              <p:nvGrpSpPr>
                <p:cNvPr id="496" name="Group 66">
                  <a:extLst>
                    <a:ext uri="{FF2B5EF4-FFF2-40B4-BE49-F238E27FC236}">
                      <a16:creationId xmlns:a16="http://schemas.microsoft.com/office/drawing/2014/main" id="{493D2842-500B-024B-85A5-1FE62FDD1C34}"/>
                    </a:ext>
                  </a:extLst>
                </p:cNvPr>
                <p:cNvGrpSpPr>
                  <a:grpSpLocks/>
                </p:cNvGrpSpPr>
                <p:nvPr/>
              </p:nvGrpSpPr>
              <p:grpSpPr bwMode="auto">
                <a:xfrm>
                  <a:off x="890" y="3305"/>
                  <a:ext cx="343" cy="154"/>
                  <a:chOff x="844" y="3337"/>
                  <a:chExt cx="343" cy="154"/>
                </a:xfrm>
              </p:grpSpPr>
              <p:sp>
                <p:nvSpPr>
                  <p:cNvPr id="500" name="Rectangle 67">
                    <a:extLst>
                      <a:ext uri="{FF2B5EF4-FFF2-40B4-BE49-F238E27FC236}">
                        <a16:creationId xmlns:a16="http://schemas.microsoft.com/office/drawing/2014/main" id="{9D9A5E56-2778-BF43-8CCC-26552B78500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1" name="Text Box 68">
                    <a:extLst>
                      <a:ext uri="{FF2B5EF4-FFF2-40B4-BE49-F238E27FC236}">
                        <a16:creationId xmlns:a16="http://schemas.microsoft.com/office/drawing/2014/main" id="{FEA9C227-A395-5144-9B07-1A7D28C8A595}"/>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97" name="Group 69">
                  <a:extLst>
                    <a:ext uri="{FF2B5EF4-FFF2-40B4-BE49-F238E27FC236}">
                      <a16:creationId xmlns:a16="http://schemas.microsoft.com/office/drawing/2014/main" id="{84676D02-4488-A247-A8A0-7B76E879E635}"/>
                    </a:ext>
                  </a:extLst>
                </p:cNvPr>
                <p:cNvGrpSpPr>
                  <a:grpSpLocks/>
                </p:cNvGrpSpPr>
                <p:nvPr/>
              </p:nvGrpSpPr>
              <p:grpSpPr bwMode="auto">
                <a:xfrm>
                  <a:off x="836" y="3334"/>
                  <a:ext cx="354" cy="94"/>
                  <a:chOff x="836" y="3334"/>
                  <a:chExt cx="354" cy="94"/>
                </a:xfrm>
              </p:grpSpPr>
              <p:sp>
                <p:nvSpPr>
                  <p:cNvPr id="498" name="Rectangle 70">
                    <a:extLst>
                      <a:ext uri="{FF2B5EF4-FFF2-40B4-BE49-F238E27FC236}">
                        <a16:creationId xmlns:a16="http://schemas.microsoft.com/office/drawing/2014/main" id="{3855ADF3-2772-6A45-B541-A1686D02D4BC}"/>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9" name="Rectangle 71">
                    <a:extLst>
                      <a:ext uri="{FF2B5EF4-FFF2-40B4-BE49-F238E27FC236}">
                        <a16:creationId xmlns:a16="http://schemas.microsoft.com/office/drawing/2014/main" id="{FB9B8C64-8890-6D4D-86FF-EA8641985732}"/>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479" name="Group 72">
                <a:extLst>
                  <a:ext uri="{FF2B5EF4-FFF2-40B4-BE49-F238E27FC236}">
                    <a16:creationId xmlns:a16="http://schemas.microsoft.com/office/drawing/2014/main" id="{4ED0D0FF-6D48-044B-A4CD-DEE3EE153F6C}"/>
                  </a:ext>
                </a:extLst>
              </p:cNvPr>
              <p:cNvGrpSpPr>
                <a:grpSpLocks/>
              </p:cNvGrpSpPr>
              <p:nvPr/>
            </p:nvGrpSpPr>
            <p:grpSpPr bwMode="auto">
              <a:xfrm>
                <a:off x="165" y="1054"/>
                <a:ext cx="480" cy="112"/>
                <a:chOff x="627" y="3377"/>
                <a:chExt cx="480" cy="112"/>
              </a:xfrm>
            </p:grpSpPr>
            <p:sp>
              <p:nvSpPr>
                <p:cNvPr id="494" name="Rectangle 73">
                  <a:extLst>
                    <a:ext uri="{FF2B5EF4-FFF2-40B4-BE49-F238E27FC236}">
                      <a16:creationId xmlns:a16="http://schemas.microsoft.com/office/drawing/2014/main" id="{69588944-9806-234E-B479-4DCA85C2C80D}"/>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5" name="Rectangle 74">
                  <a:extLst>
                    <a:ext uri="{FF2B5EF4-FFF2-40B4-BE49-F238E27FC236}">
                      <a16:creationId xmlns:a16="http://schemas.microsoft.com/office/drawing/2014/main" id="{6A9EE954-18E5-AB4B-91A7-8763F6FC2856}"/>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80" name="Group 75">
                <a:extLst>
                  <a:ext uri="{FF2B5EF4-FFF2-40B4-BE49-F238E27FC236}">
                    <a16:creationId xmlns:a16="http://schemas.microsoft.com/office/drawing/2014/main" id="{AE1585FE-E7DD-5148-A3DB-4D32837D611A}"/>
                  </a:ext>
                </a:extLst>
              </p:cNvPr>
              <p:cNvGrpSpPr>
                <a:grpSpLocks/>
              </p:cNvGrpSpPr>
              <p:nvPr/>
            </p:nvGrpSpPr>
            <p:grpSpPr bwMode="auto">
              <a:xfrm>
                <a:off x="42" y="1200"/>
                <a:ext cx="681" cy="154"/>
                <a:chOff x="504" y="3523"/>
                <a:chExt cx="681" cy="154"/>
              </a:xfrm>
            </p:grpSpPr>
            <p:grpSp>
              <p:nvGrpSpPr>
                <p:cNvPr id="481" name="Group 76">
                  <a:extLst>
                    <a:ext uri="{FF2B5EF4-FFF2-40B4-BE49-F238E27FC236}">
                      <a16:creationId xmlns:a16="http://schemas.microsoft.com/office/drawing/2014/main" id="{83987E26-41E7-554D-8F7B-6E3DBA2BC969}"/>
                    </a:ext>
                  </a:extLst>
                </p:cNvPr>
                <p:cNvGrpSpPr>
                  <a:grpSpLocks/>
                </p:cNvGrpSpPr>
                <p:nvPr/>
              </p:nvGrpSpPr>
              <p:grpSpPr bwMode="auto">
                <a:xfrm>
                  <a:off x="623" y="3523"/>
                  <a:ext cx="510" cy="154"/>
                  <a:chOff x="723" y="3453"/>
                  <a:chExt cx="510" cy="154"/>
                </a:xfrm>
              </p:grpSpPr>
              <p:grpSp>
                <p:nvGrpSpPr>
                  <p:cNvPr id="485" name="Group 77">
                    <a:extLst>
                      <a:ext uri="{FF2B5EF4-FFF2-40B4-BE49-F238E27FC236}">
                        <a16:creationId xmlns:a16="http://schemas.microsoft.com/office/drawing/2014/main" id="{4AA7B839-194B-D44E-B613-C09016B3870D}"/>
                      </a:ext>
                    </a:extLst>
                  </p:cNvPr>
                  <p:cNvGrpSpPr>
                    <a:grpSpLocks/>
                  </p:cNvGrpSpPr>
                  <p:nvPr/>
                </p:nvGrpSpPr>
                <p:grpSpPr bwMode="auto">
                  <a:xfrm>
                    <a:off x="836" y="3453"/>
                    <a:ext cx="397" cy="154"/>
                    <a:chOff x="836" y="3305"/>
                    <a:chExt cx="397" cy="154"/>
                  </a:xfrm>
                </p:grpSpPr>
                <p:grpSp>
                  <p:nvGrpSpPr>
                    <p:cNvPr id="488" name="Group 78">
                      <a:extLst>
                        <a:ext uri="{FF2B5EF4-FFF2-40B4-BE49-F238E27FC236}">
                          <a16:creationId xmlns:a16="http://schemas.microsoft.com/office/drawing/2014/main" id="{F12403C6-60CE-4541-A6EA-F28A0FBCF2EB}"/>
                        </a:ext>
                      </a:extLst>
                    </p:cNvPr>
                    <p:cNvGrpSpPr>
                      <a:grpSpLocks/>
                    </p:cNvGrpSpPr>
                    <p:nvPr/>
                  </p:nvGrpSpPr>
                  <p:grpSpPr bwMode="auto">
                    <a:xfrm>
                      <a:off x="890" y="3305"/>
                      <a:ext cx="343" cy="154"/>
                      <a:chOff x="844" y="3337"/>
                      <a:chExt cx="343" cy="154"/>
                    </a:xfrm>
                  </p:grpSpPr>
                  <p:sp>
                    <p:nvSpPr>
                      <p:cNvPr id="492" name="Rectangle 79">
                        <a:extLst>
                          <a:ext uri="{FF2B5EF4-FFF2-40B4-BE49-F238E27FC236}">
                            <a16:creationId xmlns:a16="http://schemas.microsoft.com/office/drawing/2014/main" id="{4B102F30-285E-0243-A491-E80C6A648871}"/>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3" name="Text Box 80">
                        <a:extLst>
                          <a:ext uri="{FF2B5EF4-FFF2-40B4-BE49-F238E27FC236}">
                            <a16:creationId xmlns:a16="http://schemas.microsoft.com/office/drawing/2014/main" id="{C27FFB91-9D35-9345-9E73-83C458191109}"/>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89" name="Group 81">
                      <a:extLst>
                        <a:ext uri="{FF2B5EF4-FFF2-40B4-BE49-F238E27FC236}">
                          <a16:creationId xmlns:a16="http://schemas.microsoft.com/office/drawing/2014/main" id="{980A2CF4-C81E-3145-91D1-132BC2EF1F40}"/>
                        </a:ext>
                      </a:extLst>
                    </p:cNvPr>
                    <p:cNvGrpSpPr>
                      <a:grpSpLocks/>
                    </p:cNvGrpSpPr>
                    <p:nvPr/>
                  </p:nvGrpSpPr>
                  <p:grpSpPr bwMode="auto">
                    <a:xfrm>
                      <a:off x="836" y="3334"/>
                      <a:ext cx="354" cy="94"/>
                      <a:chOff x="836" y="3334"/>
                      <a:chExt cx="354" cy="94"/>
                    </a:xfrm>
                  </p:grpSpPr>
                  <p:sp>
                    <p:nvSpPr>
                      <p:cNvPr id="490" name="Rectangle 82">
                        <a:extLst>
                          <a:ext uri="{FF2B5EF4-FFF2-40B4-BE49-F238E27FC236}">
                            <a16:creationId xmlns:a16="http://schemas.microsoft.com/office/drawing/2014/main" id="{60B3778C-4AEE-4A40-A3AE-9E6780DD7427}"/>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1" name="Rectangle 83">
                        <a:extLst>
                          <a:ext uri="{FF2B5EF4-FFF2-40B4-BE49-F238E27FC236}">
                            <a16:creationId xmlns:a16="http://schemas.microsoft.com/office/drawing/2014/main" id="{F2AB3533-6239-FB44-A5DF-EC7054B25732}"/>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486" name="Rectangle 84">
                    <a:extLst>
                      <a:ext uri="{FF2B5EF4-FFF2-40B4-BE49-F238E27FC236}">
                        <a16:creationId xmlns:a16="http://schemas.microsoft.com/office/drawing/2014/main" id="{7871167B-C99A-9745-AB39-0CFE737D4679}"/>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7" name="Rectangle 85">
                    <a:extLst>
                      <a:ext uri="{FF2B5EF4-FFF2-40B4-BE49-F238E27FC236}">
                        <a16:creationId xmlns:a16="http://schemas.microsoft.com/office/drawing/2014/main" id="{6FEE651A-2F5C-3D46-9A8A-7A8FA72C5AFF}"/>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82" name="Rectangle 86">
                  <a:extLst>
                    <a:ext uri="{FF2B5EF4-FFF2-40B4-BE49-F238E27FC236}">
                      <a16:creationId xmlns:a16="http://schemas.microsoft.com/office/drawing/2014/main" id="{436CE76C-250A-0048-AB3B-2E594180BCD3}"/>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3" name="Rectangle 87">
                  <a:extLst>
                    <a:ext uri="{FF2B5EF4-FFF2-40B4-BE49-F238E27FC236}">
                      <a16:creationId xmlns:a16="http://schemas.microsoft.com/office/drawing/2014/main" id="{37087D94-A17E-2C49-B663-0E4892CD4F3A}"/>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4" name="Rectangle 88">
                  <a:extLst>
                    <a:ext uri="{FF2B5EF4-FFF2-40B4-BE49-F238E27FC236}">
                      <a16:creationId xmlns:a16="http://schemas.microsoft.com/office/drawing/2014/main" id="{C9536EB0-5CE3-3B4B-A735-A853495CC46B}"/>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476" name="AutoShape 89">
              <a:extLst>
                <a:ext uri="{FF2B5EF4-FFF2-40B4-BE49-F238E27FC236}">
                  <a16:creationId xmlns:a16="http://schemas.microsoft.com/office/drawing/2014/main" id="{5ED99D5F-7031-CD4F-A23A-844A773D06C9}"/>
                </a:ext>
              </a:extLst>
            </p:cNvPr>
            <p:cNvSpPr>
              <a:spLocks noChangeArrowheads="1"/>
            </p:cNvSpPr>
            <p:nvPr/>
          </p:nvSpPr>
          <p:spPr bwMode="auto">
            <a:xfrm>
              <a:off x="384" y="744"/>
              <a:ext cx="240" cy="735"/>
            </a:xfrm>
            <a:prstGeom prst="downArrow">
              <a:avLst>
                <a:gd name="adj1" fmla="val 54167"/>
                <a:gd name="adj2" fmla="val 49170"/>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07" name="Group 90">
            <a:extLst>
              <a:ext uri="{FF2B5EF4-FFF2-40B4-BE49-F238E27FC236}">
                <a16:creationId xmlns:a16="http://schemas.microsoft.com/office/drawing/2014/main" id="{779CE125-3275-9D45-AB58-5C559926C4EB}"/>
              </a:ext>
            </a:extLst>
          </p:cNvPr>
          <p:cNvGrpSpPr>
            <a:grpSpLocks/>
          </p:cNvGrpSpPr>
          <p:nvPr/>
        </p:nvGrpSpPr>
        <p:grpSpPr bwMode="auto">
          <a:xfrm>
            <a:off x="1745157" y="2934505"/>
            <a:ext cx="1081088" cy="244475"/>
            <a:chOff x="504" y="3523"/>
            <a:chExt cx="681" cy="154"/>
          </a:xfrm>
        </p:grpSpPr>
        <p:grpSp>
          <p:nvGrpSpPr>
            <p:cNvPr id="508" name="Group 91">
              <a:extLst>
                <a:ext uri="{FF2B5EF4-FFF2-40B4-BE49-F238E27FC236}">
                  <a16:creationId xmlns:a16="http://schemas.microsoft.com/office/drawing/2014/main" id="{DE87A52E-0FB6-8C4A-AE94-4698D4D204F3}"/>
                </a:ext>
              </a:extLst>
            </p:cNvPr>
            <p:cNvGrpSpPr>
              <a:grpSpLocks/>
            </p:cNvGrpSpPr>
            <p:nvPr/>
          </p:nvGrpSpPr>
          <p:grpSpPr bwMode="auto">
            <a:xfrm>
              <a:off x="623" y="3523"/>
              <a:ext cx="510" cy="154"/>
              <a:chOff x="723" y="3453"/>
              <a:chExt cx="510" cy="154"/>
            </a:xfrm>
          </p:grpSpPr>
          <p:grpSp>
            <p:nvGrpSpPr>
              <p:cNvPr id="512" name="Group 92">
                <a:extLst>
                  <a:ext uri="{FF2B5EF4-FFF2-40B4-BE49-F238E27FC236}">
                    <a16:creationId xmlns:a16="http://schemas.microsoft.com/office/drawing/2014/main" id="{DA67C76C-E5B1-7342-BE34-D0797625921A}"/>
                  </a:ext>
                </a:extLst>
              </p:cNvPr>
              <p:cNvGrpSpPr>
                <a:grpSpLocks/>
              </p:cNvGrpSpPr>
              <p:nvPr/>
            </p:nvGrpSpPr>
            <p:grpSpPr bwMode="auto">
              <a:xfrm>
                <a:off x="836" y="3453"/>
                <a:ext cx="397" cy="154"/>
                <a:chOff x="836" y="3305"/>
                <a:chExt cx="397" cy="154"/>
              </a:xfrm>
            </p:grpSpPr>
            <p:grpSp>
              <p:nvGrpSpPr>
                <p:cNvPr id="515" name="Group 93">
                  <a:extLst>
                    <a:ext uri="{FF2B5EF4-FFF2-40B4-BE49-F238E27FC236}">
                      <a16:creationId xmlns:a16="http://schemas.microsoft.com/office/drawing/2014/main" id="{7BE844F4-9393-7B40-95A7-50ED202A3521}"/>
                    </a:ext>
                  </a:extLst>
                </p:cNvPr>
                <p:cNvGrpSpPr>
                  <a:grpSpLocks/>
                </p:cNvGrpSpPr>
                <p:nvPr/>
              </p:nvGrpSpPr>
              <p:grpSpPr bwMode="auto">
                <a:xfrm>
                  <a:off x="890" y="3305"/>
                  <a:ext cx="343" cy="154"/>
                  <a:chOff x="844" y="3337"/>
                  <a:chExt cx="343" cy="154"/>
                </a:xfrm>
              </p:grpSpPr>
              <p:sp>
                <p:nvSpPr>
                  <p:cNvPr id="519" name="Rectangle 94">
                    <a:extLst>
                      <a:ext uri="{FF2B5EF4-FFF2-40B4-BE49-F238E27FC236}">
                        <a16:creationId xmlns:a16="http://schemas.microsoft.com/office/drawing/2014/main" id="{D55DDB2A-DD13-B64C-B0B8-6A3AF9F5826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0" name="Text Box 95">
                    <a:extLst>
                      <a:ext uri="{FF2B5EF4-FFF2-40B4-BE49-F238E27FC236}">
                        <a16:creationId xmlns:a16="http://schemas.microsoft.com/office/drawing/2014/main" id="{2FA13326-D863-094B-BD45-FAFAC2DE263A}"/>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516" name="Group 96">
                  <a:extLst>
                    <a:ext uri="{FF2B5EF4-FFF2-40B4-BE49-F238E27FC236}">
                      <a16:creationId xmlns:a16="http://schemas.microsoft.com/office/drawing/2014/main" id="{4E104FB9-53D7-7047-879F-52C4E2A1CA2B}"/>
                    </a:ext>
                  </a:extLst>
                </p:cNvPr>
                <p:cNvGrpSpPr>
                  <a:grpSpLocks/>
                </p:cNvGrpSpPr>
                <p:nvPr/>
              </p:nvGrpSpPr>
              <p:grpSpPr bwMode="auto">
                <a:xfrm>
                  <a:off x="836" y="3334"/>
                  <a:ext cx="354" cy="94"/>
                  <a:chOff x="836" y="3334"/>
                  <a:chExt cx="354" cy="94"/>
                </a:xfrm>
              </p:grpSpPr>
              <p:sp>
                <p:nvSpPr>
                  <p:cNvPr id="517" name="Rectangle 97">
                    <a:extLst>
                      <a:ext uri="{FF2B5EF4-FFF2-40B4-BE49-F238E27FC236}">
                        <a16:creationId xmlns:a16="http://schemas.microsoft.com/office/drawing/2014/main" id="{3491CAE6-C0BF-2845-A8BE-CF59FB4E1847}"/>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8" name="Rectangle 98">
                    <a:extLst>
                      <a:ext uri="{FF2B5EF4-FFF2-40B4-BE49-F238E27FC236}">
                        <a16:creationId xmlns:a16="http://schemas.microsoft.com/office/drawing/2014/main" id="{1BA65FFC-57F2-1940-B190-78ED97A36A1B}"/>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513" name="Rectangle 99">
                <a:extLst>
                  <a:ext uri="{FF2B5EF4-FFF2-40B4-BE49-F238E27FC236}">
                    <a16:creationId xmlns:a16="http://schemas.microsoft.com/office/drawing/2014/main" id="{D2683417-4924-F844-B695-3C3D8E93C04F}"/>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4" name="Rectangle 100">
                <a:extLst>
                  <a:ext uri="{FF2B5EF4-FFF2-40B4-BE49-F238E27FC236}">
                    <a16:creationId xmlns:a16="http://schemas.microsoft.com/office/drawing/2014/main" id="{4D0D33D5-8C1B-2B41-87C1-4A592AD518C7}"/>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09" name="Rectangle 101">
              <a:extLst>
                <a:ext uri="{FF2B5EF4-FFF2-40B4-BE49-F238E27FC236}">
                  <a16:creationId xmlns:a16="http://schemas.microsoft.com/office/drawing/2014/main" id="{78D15BF2-6070-1F4C-86A1-0614C2EC3A0C}"/>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0" name="Rectangle 102">
              <a:extLst>
                <a:ext uri="{FF2B5EF4-FFF2-40B4-BE49-F238E27FC236}">
                  <a16:creationId xmlns:a16="http://schemas.microsoft.com/office/drawing/2014/main" id="{FD86650F-D708-CD41-A5A3-676346E3D3AE}"/>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1" name="Rectangle 103">
              <a:extLst>
                <a:ext uri="{FF2B5EF4-FFF2-40B4-BE49-F238E27FC236}">
                  <a16:creationId xmlns:a16="http://schemas.microsoft.com/office/drawing/2014/main" id="{492FA68A-0828-A447-A66B-C4BDFA67C259}"/>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21" name="Group 104">
            <a:extLst>
              <a:ext uri="{FF2B5EF4-FFF2-40B4-BE49-F238E27FC236}">
                <a16:creationId xmlns:a16="http://schemas.microsoft.com/office/drawing/2014/main" id="{DCCB5641-467D-4644-95C9-32A71707E80D}"/>
              </a:ext>
            </a:extLst>
          </p:cNvPr>
          <p:cNvGrpSpPr>
            <a:grpSpLocks/>
          </p:cNvGrpSpPr>
          <p:nvPr/>
        </p:nvGrpSpPr>
        <p:grpSpPr bwMode="auto">
          <a:xfrm>
            <a:off x="2572245" y="3626655"/>
            <a:ext cx="1316037" cy="1314450"/>
            <a:chOff x="931" y="1941"/>
            <a:chExt cx="829" cy="828"/>
          </a:xfrm>
        </p:grpSpPr>
        <p:sp>
          <p:nvSpPr>
            <p:cNvPr id="522" name="Freeform 105">
              <a:extLst>
                <a:ext uri="{FF2B5EF4-FFF2-40B4-BE49-F238E27FC236}">
                  <a16:creationId xmlns:a16="http://schemas.microsoft.com/office/drawing/2014/main" id="{7AA20FB3-1F67-9A47-8F16-ABCEFBFBCCE2}"/>
                </a:ext>
              </a:extLst>
            </p:cNvPr>
            <p:cNvSpPr>
              <a:spLocks/>
            </p:cNvSpPr>
            <p:nvPr/>
          </p:nvSpPr>
          <p:spPr bwMode="auto">
            <a:xfrm>
              <a:off x="1424" y="1965"/>
              <a:ext cx="336" cy="801"/>
            </a:xfrm>
            <a:custGeom>
              <a:avLst/>
              <a:gdLst>
                <a:gd name="T0" fmla="*/ 1 w 551"/>
                <a:gd name="T1" fmla="*/ 0 h 801"/>
                <a:gd name="T2" fmla="*/ 1 w 551"/>
                <a:gd name="T3" fmla="*/ 402 h 801"/>
                <a:gd name="T4" fmla="*/ 1 w 551"/>
                <a:gd name="T5" fmla="*/ 801 h 801"/>
                <a:gd name="T6" fmla="*/ 1 w 551"/>
                <a:gd name="T7" fmla="*/ 535 h 801"/>
                <a:gd name="T8" fmla="*/ 0 w 551"/>
                <a:gd name="T9" fmla="*/ 371 h 801"/>
                <a:gd name="T10" fmla="*/ 1 w 551"/>
                <a:gd name="T11" fmla="*/ 0 h 801"/>
                <a:gd name="T12" fmla="*/ 0 60000 65536"/>
                <a:gd name="T13" fmla="*/ 0 60000 65536"/>
                <a:gd name="T14" fmla="*/ 0 60000 65536"/>
                <a:gd name="T15" fmla="*/ 0 60000 65536"/>
                <a:gd name="T16" fmla="*/ 0 60000 65536"/>
                <a:gd name="T17" fmla="*/ 0 60000 65536"/>
                <a:gd name="T18" fmla="*/ 0 w 551"/>
                <a:gd name="T19" fmla="*/ 0 h 801"/>
                <a:gd name="T20" fmla="*/ 551 w 551"/>
                <a:gd name="T21" fmla="*/ 801 h 801"/>
              </a:gdLst>
              <a:ahLst/>
              <a:cxnLst>
                <a:cxn ang="T12">
                  <a:pos x="T0" y="T1"/>
                </a:cxn>
                <a:cxn ang="T13">
                  <a:pos x="T2" y="T3"/>
                </a:cxn>
                <a:cxn ang="T14">
                  <a:pos x="T4" y="T5"/>
                </a:cxn>
                <a:cxn ang="T15">
                  <a:pos x="T6" y="T7"/>
                </a:cxn>
                <a:cxn ang="T16">
                  <a:pos x="T8" y="T9"/>
                </a:cxn>
                <a:cxn ang="T17">
                  <a:pos x="T10" y="T11"/>
                </a:cxn>
              </a:cxnLst>
              <a:rect l="T18" t="T19" r="T20" b="T21"/>
              <a:pathLst>
                <a:path w="551" h="801">
                  <a:moveTo>
                    <a:pt x="14" y="0"/>
                  </a:moveTo>
                  <a:lnTo>
                    <a:pt x="551" y="402"/>
                  </a:lnTo>
                  <a:lnTo>
                    <a:pt x="6" y="801"/>
                  </a:lnTo>
                  <a:lnTo>
                    <a:pt x="13" y="535"/>
                  </a:lnTo>
                  <a:lnTo>
                    <a:pt x="0" y="371"/>
                  </a:lnTo>
                  <a:lnTo>
                    <a:pt x="14" y="0"/>
                  </a:lnTo>
                  <a:close/>
                </a:path>
              </a:pathLst>
            </a:custGeom>
            <a:gradFill rotWithShape="1">
              <a:gsLst>
                <a:gs pos="0">
                  <a:srgbClr val="FFFFFF">
                    <a:alpha val="64998"/>
                  </a:srgbClr>
                </a:gs>
                <a:gs pos="100000">
                  <a:srgbClr val="000099">
                    <a:alpha val="64998"/>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23" name="Group 106">
              <a:extLst>
                <a:ext uri="{FF2B5EF4-FFF2-40B4-BE49-F238E27FC236}">
                  <a16:creationId xmlns:a16="http://schemas.microsoft.com/office/drawing/2014/main" id="{D87A412F-CAAD-A14A-A57B-6BD2A6D6C83F}"/>
                </a:ext>
              </a:extLst>
            </p:cNvPr>
            <p:cNvGrpSpPr>
              <a:grpSpLocks/>
            </p:cNvGrpSpPr>
            <p:nvPr/>
          </p:nvGrpSpPr>
          <p:grpSpPr bwMode="auto">
            <a:xfrm>
              <a:off x="931" y="1941"/>
              <a:ext cx="501" cy="828"/>
              <a:chOff x="569" y="2954"/>
              <a:chExt cx="501" cy="828"/>
            </a:xfrm>
          </p:grpSpPr>
          <p:sp>
            <p:nvSpPr>
              <p:cNvPr id="524" name="Rectangle 107">
                <a:extLst>
                  <a:ext uri="{FF2B5EF4-FFF2-40B4-BE49-F238E27FC236}">
                    <a16:creationId xmlns:a16="http://schemas.microsoft.com/office/drawing/2014/main" id="{303F62B8-B24E-FD48-9E39-6434CCE88D7A}"/>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5" name="Text Box 108">
                <a:extLst>
                  <a:ext uri="{FF2B5EF4-FFF2-40B4-BE49-F238E27FC236}">
                    <a16:creationId xmlns:a16="http://schemas.microsoft.com/office/drawing/2014/main" id="{46FF09C4-D1E5-BE40-9DD5-C470003A82C1}"/>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526" name="Line 109">
                <a:extLst>
                  <a:ext uri="{FF2B5EF4-FFF2-40B4-BE49-F238E27FC236}">
                    <a16:creationId xmlns:a16="http://schemas.microsoft.com/office/drawing/2014/main" id="{91D8B561-6767-104C-98C3-B69C3B8CF71B}"/>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7" name="Line 110">
                <a:extLst>
                  <a:ext uri="{FF2B5EF4-FFF2-40B4-BE49-F238E27FC236}">
                    <a16:creationId xmlns:a16="http://schemas.microsoft.com/office/drawing/2014/main" id="{704906A5-7D3F-2E4C-B902-283BDB121B16}"/>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8" name="Line 111">
                <a:extLst>
                  <a:ext uri="{FF2B5EF4-FFF2-40B4-BE49-F238E27FC236}">
                    <a16:creationId xmlns:a16="http://schemas.microsoft.com/office/drawing/2014/main" id="{1517BF50-B417-1E40-800E-FBE526501621}"/>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9" name="Line 112">
                <a:extLst>
                  <a:ext uri="{FF2B5EF4-FFF2-40B4-BE49-F238E27FC236}">
                    <a16:creationId xmlns:a16="http://schemas.microsoft.com/office/drawing/2014/main" id="{E18E4496-B2D7-C943-A380-7C6366A21B8D}"/>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530" name="Group 113">
            <a:extLst>
              <a:ext uri="{FF2B5EF4-FFF2-40B4-BE49-F238E27FC236}">
                <a16:creationId xmlns:a16="http://schemas.microsoft.com/office/drawing/2014/main" id="{5484A2F7-3977-924F-9EB6-B0FEE950D721}"/>
              </a:ext>
            </a:extLst>
          </p:cNvPr>
          <p:cNvGrpSpPr>
            <a:grpSpLocks/>
          </p:cNvGrpSpPr>
          <p:nvPr/>
        </p:nvGrpSpPr>
        <p:grpSpPr bwMode="auto">
          <a:xfrm>
            <a:off x="1434007" y="3526642"/>
            <a:ext cx="1081088" cy="1217613"/>
            <a:chOff x="1404" y="3105"/>
            <a:chExt cx="681" cy="767"/>
          </a:xfrm>
        </p:grpSpPr>
        <p:grpSp>
          <p:nvGrpSpPr>
            <p:cNvPr id="531" name="Group 114">
              <a:extLst>
                <a:ext uri="{FF2B5EF4-FFF2-40B4-BE49-F238E27FC236}">
                  <a16:creationId xmlns:a16="http://schemas.microsoft.com/office/drawing/2014/main" id="{4ED9BB0C-BBE3-634A-9425-253829BD9028}"/>
                </a:ext>
              </a:extLst>
            </p:cNvPr>
            <p:cNvGrpSpPr>
              <a:grpSpLocks/>
            </p:cNvGrpSpPr>
            <p:nvPr/>
          </p:nvGrpSpPr>
          <p:grpSpPr bwMode="auto">
            <a:xfrm>
              <a:off x="1404" y="3355"/>
              <a:ext cx="681" cy="468"/>
              <a:chOff x="42" y="886"/>
              <a:chExt cx="681" cy="468"/>
            </a:xfrm>
          </p:grpSpPr>
          <p:grpSp>
            <p:nvGrpSpPr>
              <p:cNvPr id="536" name="Group 115">
                <a:extLst>
                  <a:ext uri="{FF2B5EF4-FFF2-40B4-BE49-F238E27FC236}">
                    <a16:creationId xmlns:a16="http://schemas.microsoft.com/office/drawing/2014/main" id="{F5CBCFC8-387D-7141-B939-86930848872D}"/>
                  </a:ext>
                </a:extLst>
              </p:cNvPr>
              <p:cNvGrpSpPr>
                <a:grpSpLocks/>
              </p:cNvGrpSpPr>
              <p:nvPr/>
            </p:nvGrpSpPr>
            <p:grpSpPr bwMode="auto">
              <a:xfrm>
                <a:off x="278" y="886"/>
                <a:ext cx="397" cy="154"/>
                <a:chOff x="740" y="3209"/>
                <a:chExt cx="397" cy="154"/>
              </a:xfrm>
            </p:grpSpPr>
            <p:grpSp>
              <p:nvGrpSpPr>
                <p:cNvPr id="561" name="Group 116">
                  <a:extLst>
                    <a:ext uri="{FF2B5EF4-FFF2-40B4-BE49-F238E27FC236}">
                      <a16:creationId xmlns:a16="http://schemas.microsoft.com/office/drawing/2014/main" id="{CA5A2866-1D47-D54F-B3FA-9F0B4E1F66B2}"/>
                    </a:ext>
                  </a:extLst>
                </p:cNvPr>
                <p:cNvGrpSpPr>
                  <a:grpSpLocks/>
                </p:cNvGrpSpPr>
                <p:nvPr/>
              </p:nvGrpSpPr>
              <p:grpSpPr bwMode="auto">
                <a:xfrm>
                  <a:off x="794" y="3209"/>
                  <a:ext cx="343" cy="154"/>
                  <a:chOff x="844" y="3337"/>
                  <a:chExt cx="343" cy="154"/>
                </a:xfrm>
              </p:grpSpPr>
              <p:sp>
                <p:nvSpPr>
                  <p:cNvPr id="564" name="Rectangle 117">
                    <a:extLst>
                      <a:ext uri="{FF2B5EF4-FFF2-40B4-BE49-F238E27FC236}">
                        <a16:creationId xmlns:a16="http://schemas.microsoft.com/office/drawing/2014/main" id="{A1798794-C1E3-6A41-9D81-8ADFCAF3F108}"/>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5" name="Text Box 118">
                    <a:extLst>
                      <a:ext uri="{FF2B5EF4-FFF2-40B4-BE49-F238E27FC236}">
                        <a16:creationId xmlns:a16="http://schemas.microsoft.com/office/drawing/2014/main" id="{18E358E2-2F94-B541-9CDB-1B4411672171}"/>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562" name="Rectangle 119">
                  <a:extLst>
                    <a:ext uri="{FF2B5EF4-FFF2-40B4-BE49-F238E27FC236}">
                      <a16:creationId xmlns:a16="http://schemas.microsoft.com/office/drawing/2014/main" id="{60E92D74-1C0E-6D4E-86F9-529F6B495154}"/>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3" name="Rectangle 120">
                  <a:extLst>
                    <a:ext uri="{FF2B5EF4-FFF2-40B4-BE49-F238E27FC236}">
                      <a16:creationId xmlns:a16="http://schemas.microsoft.com/office/drawing/2014/main" id="{B5A2B52B-B3F7-9A4A-8B7C-E471FA830A44}"/>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37" name="Group 121">
                <a:extLst>
                  <a:ext uri="{FF2B5EF4-FFF2-40B4-BE49-F238E27FC236}">
                    <a16:creationId xmlns:a16="http://schemas.microsoft.com/office/drawing/2014/main" id="{035DB159-9BF7-404E-8E6C-6F9ACC8B7860}"/>
                  </a:ext>
                </a:extLst>
              </p:cNvPr>
              <p:cNvGrpSpPr>
                <a:grpSpLocks/>
              </p:cNvGrpSpPr>
              <p:nvPr/>
            </p:nvGrpSpPr>
            <p:grpSpPr bwMode="auto">
              <a:xfrm>
                <a:off x="278" y="1034"/>
                <a:ext cx="397" cy="154"/>
                <a:chOff x="836" y="3305"/>
                <a:chExt cx="397" cy="154"/>
              </a:xfrm>
            </p:grpSpPr>
            <p:grpSp>
              <p:nvGrpSpPr>
                <p:cNvPr id="555" name="Group 122">
                  <a:extLst>
                    <a:ext uri="{FF2B5EF4-FFF2-40B4-BE49-F238E27FC236}">
                      <a16:creationId xmlns:a16="http://schemas.microsoft.com/office/drawing/2014/main" id="{3A1FFB78-1B84-BC4B-809E-B98424137E88}"/>
                    </a:ext>
                  </a:extLst>
                </p:cNvPr>
                <p:cNvGrpSpPr>
                  <a:grpSpLocks/>
                </p:cNvGrpSpPr>
                <p:nvPr/>
              </p:nvGrpSpPr>
              <p:grpSpPr bwMode="auto">
                <a:xfrm>
                  <a:off x="890" y="3305"/>
                  <a:ext cx="343" cy="154"/>
                  <a:chOff x="844" y="3337"/>
                  <a:chExt cx="343" cy="154"/>
                </a:xfrm>
              </p:grpSpPr>
              <p:sp>
                <p:nvSpPr>
                  <p:cNvPr id="559" name="Rectangle 123">
                    <a:extLst>
                      <a:ext uri="{FF2B5EF4-FFF2-40B4-BE49-F238E27FC236}">
                        <a16:creationId xmlns:a16="http://schemas.microsoft.com/office/drawing/2014/main" id="{9F352C53-BF43-BF4C-9D1F-B1BE99D920F8}"/>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0" name="Text Box 124">
                    <a:extLst>
                      <a:ext uri="{FF2B5EF4-FFF2-40B4-BE49-F238E27FC236}">
                        <a16:creationId xmlns:a16="http://schemas.microsoft.com/office/drawing/2014/main" id="{B38F1528-1BB7-0B43-9C6C-DC547A522E25}"/>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556" name="Group 125">
                  <a:extLst>
                    <a:ext uri="{FF2B5EF4-FFF2-40B4-BE49-F238E27FC236}">
                      <a16:creationId xmlns:a16="http://schemas.microsoft.com/office/drawing/2014/main" id="{31A55DB0-04AA-8349-8D23-49271CD2569B}"/>
                    </a:ext>
                  </a:extLst>
                </p:cNvPr>
                <p:cNvGrpSpPr>
                  <a:grpSpLocks/>
                </p:cNvGrpSpPr>
                <p:nvPr/>
              </p:nvGrpSpPr>
              <p:grpSpPr bwMode="auto">
                <a:xfrm>
                  <a:off x="836" y="3334"/>
                  <a:ext cx="354" cy="94"/>
                  <a:chOff x="836" y="3334"/>
                  <a:chExt cx="354" cy="94"/>
                </a:xfrm>
              </p:grpSpPr>
              <p:sp>
                <p:nvSpPr>
                  <p:cNvPr id="557" name="Rectangle 126">
                    <a:extLst>
                      <a:ext uri="{FF2B5EF4-FFF2-40B4-BE49-F238E27FC236}">
                        <a16:creationId xmlns:a16="http://schemas.microsoft.com/office/drawing/2014/main" id="{94390F34-7CEE-7A49-84C0-E48FD2A2A08A}"/>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8" name="Rectangle 127">
                    <a:extLst>
                      <a:ext uri="{FF2B5EF4-FFF2-40B4-BE49-F238E27FC236}">
                        <a16:creationId xmlns:a16="http://schemas.microsoft.com/office/drawing/2014/main" id="{538A2EF0-79E8-CD40-8370-B28254A09F29}"/>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538" name="Group 128">
                <a:extLst>
                  <a:ext uri="{FF2B5EF4-FFF2-40B4-BE49-F238E27FC236}">
                    <a16:creationId xmlns:a16="http://schemas.microsoft.com/office/drawing/2014/main" id="{E979D308-81B4-B349-A72C-F91E6667030A}"/>
                  </a:ext>
                </a:extLst>
              </p:cNvPr>
              <p:cNvGrpSpPr>
                <a:grpSpLocks/>
              </p:cNvGrpSpPr>
              <p:nvPr/>
            </p:nvGrpSpPr>
            <p:grpSpPr bwMode="auto">
              <a:xfrm>
                <a:off x="165" y="1054"/>
                <a:ext cx="480" cy="112"/>
                <a:chOff x="627" y="3377"/>
                <a:chExt cx="480" cy="112"/>
              </a:xfrm>
            </p:grpSpPr>
            <p:sp>
              <p:nvSpPr>
                <p:cNvPr id="553" name="Rectangle 129">
                  <a:extLst>
                    <a:ext uri="{FF2B5EF4-FFF2-40B4-BE49-F238E27FC236}">
                      <a16:creationId xmlns:a16="http://schemas.microsoft.com/office/drawing/2014/main" id="{03290AA5-3D74-9142-8A86-FB7F133A6896}"/>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4" name="Rectangle 130">
                  <a:extLst>
                    <a:ext uri="{FF2B5EF4-FFF2-40B4-BE49-F238E27FC236}">
                      <a16:creationId xmlns:a16="http://schemas.microsoft.com/office/drawing/2014/main" id="{83A16793-5237-0343-B0E2-17EDC0BC8A01}"/>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39" name="Group 131">
                <a:extLst>
                  <a:ext uri="{FF2B5EF4-FFF2-40B4-BE49-F238E27FC236}">
                    <a16:creationId xmlns:a16="http://schemas.microsoft.com/office/drawing/2014/main" id="{8C5CE498-6C00-1A47-A13B-047B76B73152}"/>
                  </a:ext>
                </a:extLst>
              </p:cNvPr>
              <p:cNvGrpSpPr>
                <a:grpSpLocks/>
              </p:cNvGrpSpPr>
              <p:nvPr/>
            </p:nvGrpSpPr>
            <p:grpSpPr bwMode="auto">
              <a:xfrm>
                <a:off x="42" y="1200"/>
                <a:ext cx="681" cy="154"/>
                <a:chOff x="504" y="3523"/>
                <a:chExt cx="681" cy="154"/>
              </a:xfrm>
            </p:grpSpPr>
            <p:grpSp>
              <p:nvGrpSpPr>
                <p:cNvPr id="540" name="Group 132">
                  <a:extLst>
                    <a:ext uri="{FF2B5EF4-FFF2-40B4-BE49-F238E27FC236}">
                      <a16:creationId xmlns:a16="http://schemas.microsoft.com/office/drawing/2014/main" id="{23F62EBA-E6FB-0649-93C1-969E5CB760B5}"/>
                    </a:ext>
                  </a:extLst>
                </p:cNvPr>
                <p:cNvGrpSpPr>
                  <a:grpSpLocks/>
                </p:cNvGrpSpPr>
                <p:nvPr/>
              </p:nvGrpSpPr>
              <p:grpSpPr bwMode="auto">
                <a:xfrm>
                  <a:off x="623" y="3523"/>
                  <a:ext cx="510" cy="154"/>
                  <a:chOff x="723" y="3453"/>
                  <a:chExt cx="510" cy="154"/>
                </a:xfrm>
              </p:grpSpPr>
              <p:grpSp>
                <p:nvGrpSpPr>
                  <p:cNvPr id="544" name="Group 133">
                    <a:extLst>
                      <a:ext uri="{FF2B5EF4-FFF2-40B4-BE49-F238E27FC236}">
                        <a16:creationId xmlns:a16="http://schemas.microsoft.com/office/drawing/2014/main" id="{4EA75669-10CD-3341-B63D-39C3D42157CB}"/>
                      </a:ext>
                    </a:extLst>
                  </p:cNvPr>
                  <p:cNvGrpSpPr>
                    <a:grpSpLocks/>
                  </p:cNvGrpSpPr>
                  <p:nvPr/>
                </p:nvGrpSpPr>
                <p:grpSpPr bwMode="auto">
                  <a:xfrm>
                    <a:off x="836" y="3453"/>
                    <a:ext cx="397" cy="154"/>
                    <a:chOff x="836" y="3305"/>
                    <a:chExt cx="397" cy="154"/>
                  </a:xfrm>
                </p:grpSpPr>
                <p:grpSp>
                  <p:nvGrpSpPr>
                    <p:cNvPr id="547" name="Group 134">
                      <a:extLst>
                        <a:ext uri="{FF2B5EF4-FFF2-40B4-BE49-F238E27FC236}">
                          <a16:creationId xmlns:a16="http://schemas.microsoft.com/office/drawing/2014/main" id="{3DB8D785-CA4C-4F45-BC85-C0F2E04386BE}"/>
                        </a:ext>
                      </a:extLst>
                    </p:cNvPr>
                    <p:cNvGrpSpPr>
                      <a:grpSpLocks/>
                    </p:cNvGrpSpPr>
                    <p:nvPr/>
                  </p:nvGrpSpPr>
                  <p:grpSpPr bwMode="auto">
                    <a:xfrm>
                      <a:off x="890" y="3305"/>
                      <a:ext cx="343" cy="154"/>
                      <a:chOff x="844" y="3337"/>
                      <a:chExt cx="343" cy="154"/>
                    </a:xfrm>
                  </p:grpSpPr>
                  <p:sp>
                    <p:nvSpPr>
                      <p:cNvPr id="551" name="Rectangle 135">
                        <a:extLst>
                          <a:ext uri="{FF2B5EF4-FFF2-40B4-BE49-F238E27FC236}">
                            <a16:creationId xmlns:a16="http://schemas.microsoft.com/office/drawing/2014/main" id="{73BF9FED-27A2-D749-A9D4-97C2F2137CB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2" name="Text Box 136">
                        <a:extLst>
                          <a:ext uri="{FF2B5EF4-FFF2-40B4-BE49-F238E27FC236}">
                            <a16:creationId xmlns:a16="http://schemas.microsoft.com/office/drawing/2014/main" id="{E27DFA6B-3DCF-5E41-804E-1E89D6FAC5B4}"/>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548" name="Group 137">
                      <a:extLst>
                        <a:ext uri="{FF2B5EF4-FFF2-40B4-BE49-F238E27FC236}">
                          <a16:creationId xmlns:a16="http://schemas.microsoft.com/office/drawing/2014/main" id="{FE60BC03-5895-2849-A9B5-3A91D2E61F50}"/>
                        </a:ext>
                      </a:extLst>
                    </p:cNvPr>
                    <p:cNvGrpSpPr>
                      <a:grpSpLocks/>
                    </p:cNvGrpSpPr>
                    <p:nvPr/>
                  </p:nvGrpSpPr>
                  <p:grpSpPr bwMode="auto">
                    <a:xfrm>
                      <a:off x="836" y="3334"/>
                      <a:ext cx="354" cy="94"/>
                      <a:chOff x="836" y="3334"/>
                      <a:chExt cx="354" cy="94"/>
                    </a:xfrm>
                  </p:grpSpPr>
                  <p:sp>
                    <p:nvSpPr>
                      <p:cNvPr id="549" name="Rectangle 138">
                        <a:extLst>
                          <a:ext uri="{FF2B5EF4-FFF2-40B4-BE49-F238E27FC236}">
                            <a16:creationId xmlns:a16="http://schemas.microsoft.com/office/drawing/2014/main" id="{1CC6F6E7-056B-BE49-9EDE-9E4820DFF9C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0" name="Rectangle 139">
                        <a:extLst>
                          <a:ext uri="{FF2B5EF4-FFF2-40B4-BE49-F238E27FC236}">
                            <a16:creationId xmlns:a16="http://schemas.microsoft.com/office/drawing/2014/main" id="{B2370641-92E5-B14E-A98F-A1929AC4C3D4}"/>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545" name="Rectangle 140">
                    <a:extLst>
                      <a:ext uri="{FF2B5EF4-FFF2-40B4-BE49-F238E27FC236}">
                        <a16:creationId xmlns:a16="http://schemas.microsoft.com/office/drawing/2014/main" id="{951CE1B5-0E7C-F545-B1CE-3FD9A3AC942C}"/>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6" name="Rectangle 141">
                    <a:extLst>
                      <a:ext uri="{FF2B5EF4-FFF2-40B4-BE49-F238E27FC236}">
                        <a16:creationId xmlns:a16="http://schemas.microsoft.com/office/drawing/2014/main" id="{EBF50DB3-3EEA-3744-B3C7-26A8B5DAB3FF}"/>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41" name="Rectangle 142">
                  <a:extLst>
                    <a:ext uri="{FF2B5EF4-FFF2-40B4-BE49-F238E27FC236}">
                      <a16:creationId xmlns:a16="http://schemas.microsoft.com/office/drawing/2014/main" id="{11872743-8187-794A-A4CC-C207808DE172}"/>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2" name="Rectangle 143">
                  <a:extLst>
                    <a:ext uri="{FF2B5EF4-FFF2-40B4-BE49-F238E27FC236}">
                      <a16:creationId xmlns:a16="http://schemas.microsoft.com/office/drawing/2014/main" id="{90686308-79B3-A741-A38F-0A9A27CC5A6D}"/>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3" name="Rectangle 144">
                  <a:extLst>
                    <a:ext uri="{FF2B5EF4-FFF2-40B4-BE49-F238E27FC236}">
                      <a16:creationId xmlns:a16="http://schemas.microsoft.com/office/drawing/2014/main" id="{94336876-4C09-4F47-8836-78A0B6D3F259}"/>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532" name="AutoShape 145">
              <a:extLst>
                <a:ext uri="{FF2B5EF4-FFF2-40B4-BE49-F238E27FC236}">
                  <a16:creationId xmlns:a16="http://schemas.microsoft.com/office/drawing/2014/main" id="{0E9EC902-9ADE-1B41-89CD-08F40DDC5C44}"/>
                </a:ext>
              </a:extLst>
            </p:cNvPr>
            <p:cNvSpPr>
              <a:spLocks noChangeArrowheads="1"/>
            </p:cNvSpPr>
            <p:nvPr/>
          </p:nvSpPr>
          <p:spPr bwMode="auto">
            <a:xfrm rot="10800000">
              <a:off x="1727" y="3105"/>
              <a:ext cx="240" cy="767"/>
            </a:xfrm>
            <a:prstGeom prst="downArrow">
              <a:avLst>
                <a:gd name="adj1" fmla="val 54167"/>
                <a:gd name="adj2" fmla="val 51311"/>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33" name="Group 146">
              <a:extLst>
                <a:ext uri="{FF2B5EF4-FFF2-40B4-BE49-F238E27FC236}">
                  <a16:creationId xmlns:a16="http://schemas.microsoft.com/office/drawing/2014/main" id="{26A646AA-2BA0-7E43-9602-AD9BD44C7E9C}"/>
                </a:ext>
              </a:extLst>
            </p:cNvPr>
            <p:cNvGrpSpPr>
              <a:grpSpLocks/>
            </p:cNvGrpSpPr>
            <p:nvPr/>
          </p:nvGrpSpPr>
          <p:grpSpPr bwMode="auto">
            <a:xfrm>
              <a:off x="1695" y="3227"/>
              <a:ext cx="343" cy="154"/>
              <a:chOff x="844" y="3337"/>
              <a:chExt cx="343" cy="154"/>
            </a:xfrm>
          </p:grpSpPr>
          <p:sp>
            <p:nvSpPr>
              <p:cNvPr id="534" name="Rectangle 147">
                <a:extLst>
                  <a:ext uri="{FF2B5EF4-FFF2-40B4-BE49-F238E27FC236}">
                    <a16:creationId xmlns:a16="http://schemas.microsoft.com/office/drawing/2014/main" id="{07E25020-7B37-A04F-BC9F-CC664C1E33E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5" name="Text Box 148">
                <a:extLst>
                  <a:ext uri="{FF2B5EF4-FFF2-40B4-BE49-F238E27FC236}">
                    <a16:creationId xmlns:a16="http://schemas.microsoft.com/office/drawing/2014/main" id="{B71D74B2-5C0B-684C-9277-C20B9E2C8626}"/>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grpSp>
        <p:nvGrpSpPr>
          <p:cNvPr id="566" name="Group 149">
            <a:extLst>
              <a:ext uri="{FF2B5EF4-FFF2-40B4-BE49-F238E27FC236}">
                <a16:creationId xmlns:a16="http://schemas.microsoft.com/office/drawing/2014/main" id="{2E81670D-D7D0-154D-B0F0-B1DC32F51443}"/>
              </a:ext>
            </a:extLst>
          </p:cNvPr>
          <p:cNvGrpSpPr>
            <a:grpSpLocks/>
          </p:cNvGrpSpPr>
          <p:nvPr/>
        </p:nvGrpSpPr>
        <p:grpSpPr bwMode="auto">
          <a:xfrm>
            <a:off x="1897557" y="3723492"/>
            <a:ext cx="544513" cy="244475"/>
            <a:chOff x="844" y="3337"/>
            <a:chExt cx="343" cy="154"/>
          </a:xfrm>
        </p:grpSpPr>
        <p:sp>
          <p:nvSpPr>
            <p:cNvPr id="567" name="Rectangle 150">
              <a:extLst>
                <a:ext uri="{FF2B5EF4-FFF2-40B4-BE49-F238E27FC236}">
                  <a16:creationId xmlns:a16="http://schemas.microsoft.com/office/drawing/2014/main" id="{33380EC7-93CD-4144-9F2C-0AA18AC6889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8" name="Text Box 151">
              <a:extLst>
                <a:ext uri="{FF2B5EF4-FFF2-40B4-BE49-F238E27FC236}">
                  <a16:creationId xmlns:a16="http://schemas.microsoft.com/office/drawing/2014/main" id="{13B09AE2-5621-164B-9E6B-3A5B813C5718}"/>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05" name="Group 201">
            <a:extLst>
              <a:ext uri="{FF2B5EF4-FFF2-40B4-BE49-F238E27FC236}">
                <a16:creationId xmlns:a16="http://schemas.microsoft.com/office/drawing/2014/main" id="{FF87DDB3-D188-D547-94FA-34A4BD6E75FA}"/>
              </a:ext>
            </a:extLst>
          </p:cNvPr>
          <p:cNvGrpSpPr>
            <a:grpSpLocks/>
          </p:cNvGrpSpPr>
          <p:nvPr/>
        </p:nvGrpSpPr>
        <p:grpSpPr bwMode="auto">
          <a:xfrm>
            <a:off x="3800970" y="3720317"/>
            <a:ext cx="423862" cy="647700"/>
            <a:chOff x="4140" y="429"/>
            <a:chExt cx="1425" cy="2396"/>
          </a:xfrm>
        </p:grpSpPr>
        <p:sp>
          <p:nvSpPr>
            <p:cNvPr id="406" name="Freeform 202">
              <a:extLst>
                <a:ext uri="{FF2B5EF4-FFF2-40B4-BE49-F238E27FC236}">
                  <a16:creationId xmlns:a16="http://schemas.microsoft.com/office/drawing/2014/main" id="{5A116C24-FD0D-524C-BD54-B4D1A03203D6}"/>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7" name="Rectangle 203">
              <a:extLst>
                <a:ext uri="{FF2B5EF4-FFF2-40B4-BE49-F238E27FC236}">
                  <a16:creationId xmlns:a16="http://schemas.microsoft.com/office/drawing/2014/main" id="{22E9C8DE-01FD-FB4C-AD1A-AD1033A7A9AF}"/>
                </a:ext>
              </a:extLst>
            </p:cNvPr>
            <p:cNvSpPr>
              <a:spLocks noChangeArrowheads="1"/>
            </p:cNvSpPr>
            <p:nvPr/>
          </p:nvSpPr>
          <p:spPr bwMode="auto">
            <a:xfrm>
              <a:off x="4204" y="429"/>
              <a:ext cx="1051"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8" name="Freeform 204">
              <a:extLst>
                <a:ext uri="{FF2B5EF4-FFF2-40B4-BE49-F238E27FC236}">
                  <a16:creationId xmlns:a16="http://schemas.microsoft.com/office/drawing/2014/main" id="{38BFE3EF-3D4D-7745-9107-327DDE88484C}"/>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9" name="Freeform 205">
              <a:extLst>
                <a:ext uri="{FF2B5EF4-FFF2-40B4-BE49-F238E27FC236}">
                  <a16:creationId xmlns:a16="http://schemas.microsoft.com/office/drawing/2014/main" id="{C815899E-2C99-B94F-8093-F7DF2F779BE6}"/>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0" name="Rectangle 206">
              <a:extLst>
                <a:ext uri="{FF2B5EF4-FFF2-40B4-BE49-F238E27FC236}">
                  <a16:creationId xmlns:a16="http://schemas.microsoft.com/office/drawing/2014/main" id="{12F4A1ED-74F2-2743-B6CB-84BB0A70757F}"/>
                </a:ext>
              </a:extLst>
            </p:cNvPr>
            <p:cNvSpPr>
              <a:spLocks noChangeArrowheads="1"/>
            </p:cNvSpPr>
            <p:nvPr/>
          </p:nvSpPr>
          <p:spPr bwMode="auto">
            <a:xfrm>
              <a:off x="4209" y="693"/>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1" name="Group 207">
              <a:extLst>
                <a:ext uri="{FF2B5EF4-FFF2-40B4-BE49-F238E27FC236}">
                  <a16:creationId xmlns:a16="http://schemas.microsoft.com/office/drawing/2014/main" id="{87817073-3B24-5C4E-9EC6-D17AB590DA3B}"/>
                </a:ext>
              </a:extLst>
            </p:cNvPr>
            <p:cNvGrpSpPr>
              <a:grpSpLocks/>
            </p:cNvGrpSpPr>
            <p:nvPr/>
          </p:nvGrpSpPr>
          <p:grpSpPr bwMode="auto">
            <a:xfrm>
              <a:off x="4749" y="668"/>
              <a:ext cx="581" cy="145"/>
              <a:chOff x="614" y="2568"/>
              <a:chExt cx="725" cy="139"/>
            </a:xfrm>
          </p:grpSpPr>
          <p:sp>
            <p:nvSpPr>
              <p:cNvPr id="436" name="AutoShape 208">
                <a:extLst>
                  <a:ext uri="{FF2B5EF4-FFF2-40B4-BE49-F238E27FC236}">
                    <a16:creationId xmlns:a16="http://schemas.microsoft.com/office/drawing/2014/main" id="{47D7B5F5-F21D-AA47-969B-32D82A486244}"/>
                  </a:ext>
                </a:extLst>
              </p:cNvPr>
              <p:cNvSpPr>
                <a:spLocks noChangeArrowheads="1"/>
              </p:cNvSpPr>
              <p:nvPr/>
            </p:nvSpPr>
            <p:spPr bwMode="auto">
              <a:xfrm>
                <a:off x="613" y="2570"/>
                <a:ext cx="726" cy="135"/>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7" name="AutoShape 209">
                <a:extLst>
                  <a:ext uri="{FF2B5EF4-FFF2-40B4-BE49-F238E27FC236}">
                    <a16:creationId xmlns:a16="http://schemas.microsoft.com/office/drawing/2014/main" id="{C5BFB547-41DA-CE47-8F2A-07B32691DB8A}"/>
                  </a:ext>
                </a:extLst>
              </p:cNvPr>
              <p:cNvSpPr>
                <a:spLocks noChangeArrowheads="1"/>
              </p:cNvSpPr>
              <p:nvPr/>
            </p:nvSpPr>
            <p:spPr bwMode="auto">
              <a:xfrm>
                <a:off x="627" y="2587"/>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2" name="Rectangle 210">
              <a:extLst>
                <a:ext uri="{FF2B5EF4-FFF2-40B4-BE49-F238E27FC236}">
                  <a16:creationId xmlns:a16="http://schemas.microsoft.com/office/drawing/2014/main" id="{F7426E26-DFD3-4E49-A4AB-E7D92EADE261}"/>
                </a:ext>
              </a:extLst>
            </p:cNvPr>
            <p:cNvSpPr>
              <a:spLocks noChangeArrowheads="1"/>
            </p:cNvSpPr>
            <p:nvPr/>
          </p:nvSpPr>
          <p:spPr bwMode="auto">
            <a:xfrm>
              <a:off x="4225" y="1016"/>
              <a:ext cx="592"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3" name="Group 211">
              <a:extLst>
                <a:ext uri="{FF2B5EF4-FFF2-40B4-BE49-F238E27FC236}">
                  <a16:creationId xmlns:a16="http://schemas.microsoft.com/office/drawing/2014/main" id="{1E5DE22A-3A7E-E34D-BC09-C6D79D5E82CA}"/>
                </a:ext>
              </a:extLst>
            </p:cNvPr>
            <p:cNvGrpSpPr>
              <a:grpSpLocks/>
            </p:cNvGrpSpPr>
            <p:nvPr/>
          </p:nvGrpSpPr>
          <p:grpSpPr bwMode="auto">
            <a:xfrm>
              <a:off x="4747" y="994"/>
              <a:ext cx="581" cy="134"/>
              <a:chOff x="614" y="2568"/>
              <a:chExt cx="725" cy="139"/>
            </a:xfrm>
          </p:grpSpPr>
          <p:sp>
            <p:nvSpPr>
              <p:cNvPr id="434" name="AutoShape 212">
                <a:extLst>
                  <a:ext uri="{FF2B5EF4-FFF2-40B4-BE49-F238E27FC236}">
                    <a16:creationId xmlns:a16="http://schemas.microsoft.com/office/drawing/2014/main" id="{F3350D83-A37B-654F-BC15-3B64D5E40D8E}"/>
                  </a:ext>
                </a:extLst>
              </p:cNvPr>
              <p:cNvSpPr>
                <a:spLocks noChangeArrowheads="1"/>
              </p:cNvSpPr>
              <p:nvPr/>
            </p:nvSpPr>
            <p:spPr bwMode="auto">
              <a:xfrm>
                <a:off x="616" y="2567"/>
                <a:ext cx="726"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5" name="AutoShape 213">
                <a:extLst>
                  <a:ext uri="{FF2B5EF4-FFF2-40B4-BE49-F238E27FC236}">
                    <a16:creationId xmlns:a16="http://schemas.microsoft.com/office/drawing/2014/main" id="{B18B4670-EA2C-C040-B7C7-DF1C5CD3BB99}"/>
                  </a:ext>
                </a:extLst>
              </p:cNvPr>
              <p:cNvSpPr>
                <a:spLocks noChangeArrowheads="1"/>
              </p:cNvSpPr>
              <p:nvPr/>
            </p:nvSpPr>
            <p:spPr bwMode="auto">
              <a:xfrm>
                <a:off x="629" y="2585"/>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4" name="Rectangle 214">
              <a:extLst>
                <a:ext uri="{FF2B5EF4-FFF2-40B4-BE49-F238E27FC236}">
                  <a16:creationId xmlns:a16="http://schemas.microsoft.com/office/drawing/2014/main" id="{608AB031-42A8-7844-91D7-E121D7AFB0D5}"/>
                </a:ext>
              </a:extLst>
            </p:cNvPr>
            <p:cNvSpPr>
              <a:spLocks noChangeArrowheads="1"/>
            </p:cNvSpPr>
            <p:nvPr/>
          </p:nvSpPr>
          <p:spPr bwMode="auto">
            <a:xfrm>
              <a:off x="4215" y="1357"/>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5" name="Rectangle 215">
              <a:extLst>
                <a:ext uri="{FF2B5EF4-FFF2-40B4-BE49-F238E27FC236}">
                  <a16:creationId xmlns:a16="http://schemas.microsoft.com/office/drawing/2014/main" id="{BB30CE18-AA62-5D4F-9504-F379EC628151}"/>
                </a:ext>
              </a:extLst>
            </p:cNvPr>
            <p:cNvSpPr>
              <a:spLocks noChangeArrowheads="1"/>
            </p:cNvSpPr>
            <p:nvPr/>
          </p:nvSpPr>
          <p:spPr bwMode="auto">
            <a:xfrm>
              <a:off x="4225" y="1656"/>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6" name="Group 216">
              <a:extLst>
                <a:ext uri="{FF2B5EF4-FFF2-40B4-BE49-F238E27FC236}">
                  <a16:creationId xmlns:a16="http://schemas.microsoft.com/office/drawing/2014/main" id="{F273493D-769A-6A47-81D6-CFE42FCEDD99}"/>
                </a:ext>
              </a:extLst>
            </p:cNvPr>
            <p:cNvGrpSpPr>
              <a:grpSpLocks/>
            </p:cNvGrpSpPr>
            <p:nvPr/>
          </p:nvGrpSpPr>
          <p:grpSpPr bwMode="auto">
            <a:xfrm>
              <a:off x="4735" y="1627"/>
              <a:ext cx="582" cy="151"/>
              <a:chOff x="614" y="2568"/>
              <a:chExt cx="725" cy="139"/>
            </a:xfrm>
          </p:grpSpPr>
          <p:sp>
            <p:nvSpPr>
              <p:cNvPr id="432" name="AutoShape 217">
                <a:extLst>
                  <a:ext uri="{FF2B5EF4-FFF2-40B4-BE49-F238E27FC236}">
                    <a16:creationId xmlns:a16="http://schemas.microsoft.com/office/drawing/2014/main" id="{50233E91-DB46-0440-A9F4-7856CC6008A4}"/>
                  </a:ext>
                </a:extLst>
              </p:cNvPr>
              <p:cNvSpPr>
                <a:spLocks noChangeArrowheads="1"/>
              </p:cNvSpPr>
              <p:nvPr/>
            </p:nvSpPr>
            <p:spPr bwMode="auto">
              <a:xfrm>
                <a:off x="611" y="2568"/>
                <a:ext cx="731"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3" name="AutoShape 218">
                <a:extLst>
                  <a:ext uri="{FF2B5EF4-FFF2-40B4-BE49-F238E27FC236}">
                    <a16:creationId xmlns:a16="http://schemas.microsoft.com/office/drawing/2014/main" id="{E318885A-C7D9-0040-AB6B-C8AFA11C930F}"/>
                  </a:ext>
                </a:extLst>
              </p:cNvPr>
              <p:cNvSpPr>
                <a:spLocks noChangeArrowheads="1"/>
              </p:cNvSpPr>
              <p:nvPr/>
            </p:nvSpPr>
            <p:spPr bwMode="auto">
              <a:xfrm>
                <a:off x="624" y="2584"/>
                <a:ext cx="698"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7" name="Freeform 219">
              <a:extLst>
                <a:ext uri="{FF2B5EF4-FFF2-40B4-BE49-F238E27FC236}">
                  <a16:creationId xmlns:a16="http://schemas.microsoft.com/office/drawing/2014/main" id="{4FB59E0D-1C06-5A47-9E38-435DD5616987}"/>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8" name="Group 220">
              <a:extLst>
                <a:ext uri="{FF2B5EF4-FFF2-40B4-BE49-F238E27FC236}">
                  <a16:creationId xmlns:a16="http://schemas.microsoft.com/office/drawing/2014/main" id="{2D81EDBC-2244-EE47-B91B-6015B8F4A1AB}"/>
                </a:ext>
              </a:extLst>
            </p:cNvPr>
            <p:cNvGrpSpPr>
              <a:grpSpLocks/>
            </p:cNvGrpSpPr>
            <p:nvPr/>
          </p:nvGrpSpPr>
          <p:grpSpPr bwMode="auto">
            <a:xfrm>
              <a:off x="4739" y="1327"/>
              <a:ext cx="582" cy="139"/>
              <a:chOff x="614" y="2568"/>
              <a:chExt cx="725" cy="139"/>
            </a:xfrm>
          </p:grpSpPr>
          <p:sp>
            <p:nvSpPr>
              <p:cNvPr id="430" name="AutoShape 221">
                <a:extLst>
                  <a:ext uri="{FF2B5EF4-FFF2-40B4-BE49-F238E27FC236}">
                    <a16:creationId xmlns:a16="http://schemas.microsoft.com/office/drawing/2014/main" id="{8841436C-D828-444B-9F87-A00B9F6BF7FA}"/>
                  </a:ext>
                </a:extLst>
              </p:cNvPr>
              <p:cNvSpPr>
                <a:spLocks noChangeArrowheads="1"/>
              </p:cNvSpPr>
              <p:nvPr/>
            </p:nvSpPr>
            <p:spPr bwMode="auto">
              <a:xfrm>
                <a:off x="612" y="2569"/>
                <a:ext cx="725" cy="14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1" name="AutoShape 222">
                <a:extLst>
                  <a:ext uri="{FF2B5EF4-FFF2-40B4-BE49-F238E27FC236}">
                    <a16:creationId xmlns:a16="http://schemas.microsoft.com/office/drawing/2014/main" id="{4B8D74A3-40FD-5B4C-A02E-D4E8386CF779}"/>
                  </a:ext>
                </a:extLst>
              </p:cNvPr>
              <p:cNvSpPr>
                <a:spLocks noChangeArrowheads="1"/>
              </p:cNvSpPr>
              <p:nvPr/>
            </p:nvSpPr>
            <p:spPr bwMode="auto">
              <a:xfrm>
                <a:off x="626" y="2586"/>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9" name="Rectangle 223">
              <a:extLst>
                <a:ext uri="{FF2B5EF4-FFF2-40B4-BE49-F238E27FC236}">
                  <a16:creationId xmlns:a16="http://schemas.microsoft.com/office/drawing/2014/main" id="{50AB4F2E-AE72-8D4C-AA1F-7AD8290C252A}"/>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0" name="Freeform 224">
              <a:extLst>
                <a:ext uri="{FF2B5EF4-FFF2-40B4-BE49-F238E27FC236}">
                  <a16:creationId xmlns:a16="http://schemas.microsoft.com/office/drawing/2014/main" id="{4C094492-66FF-D74F-96E3-417905EB735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1" name="Freeform 225">
              <a:extLst>
                <a:ext uri="{FF2B5EF4-FFF2-40B4-BE49-F238E27FC236}">
                  <a16:creationId xmlns:a16="http://schemas.microsoft.com/office/drawing/2014/main" id="{4EF43682-719C-EC42-A8EC-9D770708A3C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2" name="Oval 226">
              <a:extLst>
                <a:ext uri="{FF2B5EF4-FFF2-40B4-BE49-F238E27FC236}">
                  <a16:creationId xmlns:a16="http://schemas.microsoft.com/office/drawing/2014/main" id="{5D1293CA-EFE7-1F4C-9252-D49ECE8A5A23}"/>
                </a:ext>
              </a:extLst>
            </p:cNvPr>
            <p:cNvSpPr>
              <a:spLocks noChangeArrowheads="1"/>
            </p:cNvSpPr>
            <p:nvPr/>
          </p:nvSpPr>
          <p:spPr bwMode="auto">
            <a:xfrm>
              <a:off x="5517" y="2614"/>
              <a:ext cx="48" cy="94"/>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3" name="Freeform 227">
              <a:extLst>
                <a:ext uri="{FF2B5EF4-FFF2-40B4-BE49-F238E27FC236}">
                  <a16:creationId xmlns:a16="http://schemas.microsoft.com/office/drawing/2014/main" id="{2DCDE886-6014-7445-882A-8A5AF2C08001}"/>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4" name="AutoShape 228">
              <a:extLst>
                <a:ext uri="{FF2B5EF4-FFF2-40B4-BE49-F238E27FC236}">
                  <a16:creationId xmlns:a16="http://schemas.microsoft.com/office/drawing/2014/main" id="{CBAB532C-E94C-CE4D-93FA-6D66F82A1646}"/>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5" name="AutoShape 229">
              <a:extLst>
                <a:ext uri="{FF2B5EF4-FFF2-40B4-BE49-F238E27FC236}">
                  <a16:creationId xmlns:a16="http://schemas.microsoft.com/office/drawing/2014/main" id="{F79D5F24-40D8-2B4D-80F5-FF46C39FCA47}"/>
                </a:ext>
              </a:extLst>
            </p:cNvPr>
            <p:cNvSpPr>
              <a:spLocks noChangeArrowheads="1"/>
            </p:cNvSpPr>
            <p:nvPr/>
          </p:nvSpPr>
          <p:spPr bwMode="auto">
            <a:xfrm>
              <a:off x="4204" y="2713"/>
              <a:ext cx="1073"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6" name="Oval 230">
              <a:extLst>
                <a:ext uri="{FF2B5EF4-FFF2-40B4-BE49-F238E27FC236}">
                  <a16:creationId xmlns:a16="http://schemas.microsoft.com/office/drawing/2014/main" id="{50CC80E8-B2F6-E349-9AF6-BAEE0DA6E856}"/>
                </a:ext>
              </a:extLst>
            </p:cNvPr>
            <p:cNvSpPr>
              <a:spLocks noChangeArrowheads="1"/>
            </p:cNvSpPr>
            <p:nvPr/>
          </p:nvSpPr>
          <p:spPr bwMode="auto">
            <a:xfrm>
              <a:off x="4305" y="2385"/>
              <a:ext cx="160"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7" name="Oval 231">
              <a:extLst>
                <a:ext uri="{FF2B5EF4-FFF2-40B4-BE49-F238E27FC236}">
                  <a16:creationId xmlns:a16="http://schemas.microsoft.com/office/drawing/2014/main" id="{3FC2A69B-7EC0-AC4A-8189-689B3A4F892D}"/>
                </a:ext>
              </a:extLst>
            </p:cNvPr>
            <p:cNvSpPr>
              <a:spLocks noChangeArrowheads="1"/>
            </p:cNvSpPr>
            <p:nvPr/>
          </p:nvSpPr>
          <p:spPr bwMode="auto">
            <a:xfrm>
              <a:off x="4487" y="2385"/>
              <a:ext cx="160" cy="141"/>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28" name="Oval 232">
              <a:extLst>
                <a:ext uri="{FF2B5EF4-FFF2-40B4-BE49-F238E27FC236}">
                  <a16:creationId xmlns:a16="http://schemas.microsoft.com/office/drawing/2014/main" id="{B7A2AA25-3067-2248-9695-C58263FCF2A3}"/>
                </a:ext>
              </a:extLst>
            </p:cNvPr>
            <p:cNvSpPr>
              <a:spLocks noChangeArrowheads="1"/>
            </p:cNvSpPr>
            <p:nvPr/>
          </p:nvSpPr>
          <p:spPr bwMode="auto">
            <a:xfrm>
              <a:off x="4663" y="2379"/>
              <a:ext cx="155"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9" name="Rectangle 233">
              <a:extLst>
                <a:ext uri="{FF2B5EF4-FFF2-40B4-BE49-F238E27FC236}">
                  <a16:creationId xmlns:a16="http://schemas.microsoft.com/office/drawing/2014/main" id="{318AE34C-E894-394D-B1EF-52897C0B6EB3}"/>
                </a:ext>
              </a:extLst>
            </p:cNvPr>
            <p:cNvSpPr>
              <a:spLocks noChangeArrowheads="1"/>
            </p:cNvSpPr>
            <p:nvPr/>
          </p:nvSpPr>
          <p:spPr bwMode="auto">
            <a:xfrm>
              <a:off x="5063" y="1833"/>
              <a:ext cx="85" cy="763"/>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92" name="Slide Number Placeholder 3">
            <a:extLst>
              <a:ext uri="{FF2B5EF4-FFF2-40B4-BE49-F238E27FC236}">
                <a16:creationId xmlns:a16="http://schemas.microsoft.com/office/drawing/2014/main" id="{4AFF1D3F-BB66-9045-AF2E-A9B9CDEA9BE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39</a:t>
            </a:fld>
            <a:endParaRPr lang="en-US" dirty="0"/>
          </a:p>
        </p:txBody>
      </p:sp>
    </p:spTree>
    <p:extLst>
      <p:ext uri="{BB962C8B-B14F-4D97-AF65-F5344CB8AC3E}">
        <p14:creationId xmlns:p14="http://schemas.microsoft.com/office/powerpoint/2010/main" val="12055043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61"/>
                                        </p:tgtEl>
                                        <p:attrNameLst>
                                          <p:attrName>style.visibility</p:attrName>
                                        </p:attrNameLst>
                                      </p:cBhvr>
                                      <p:to>
                                        <p:strVal val="visible"/>
                                      </p:to>
                                    </p:set>
                                    <p:animEffect transition="in" filter="wipe(left)">
                                      <p:cBhvr>
                                        <p:cTn id="7" dur="500"/>
                                        <p:tgtEl>
                                          <p:spTgt spid="461"/>
                                        </p:tgtEl>
                                      </p:cBhvr>
                                    </p:animEffect>
                                  </p:childTnLst>
                                </p:cTn>
                              </p:par>
                            </p:childTnLst>
                          </p:cTn>
                        </p:par>
                        <p:par>
                          <p:cTn id="8" fill="hold">
                            <p:stCondLst>
                              <p:cond delay="500"/>
                            </p:stCondLst>
                            <p:childTnLst>
                              <p:par>
                                <p:cTn id="9" presetID="9" presetClass="exit" presetSubtype="0" fill="hold" nodeType="afterEffect">
                                  <p:stCondLst>
                                    <p:cond delay="0"/>
                                  </p:stCondLst>
                                  <p:childTnLst>
                                    <p:animEffect transition="out" filter="dissolve">
                                      <p:cBhvr>
                                        <p:cTn id="10" dur="500"/>
                                        <p:tgtEl>
                                          <p:spTgt spid="461"/>
                                        </p:tgtEl>
                                      </p:cBhvr>
                                    </p:animEffect>
                                    <p:set>
                                      <p:cBhvr>
                                        <p:cTn id="11" dur="1" fill="hold">
                                          <p:stCondLst>
                                            <p:cond delay="499"/>
                                          </p:stCondLst>
                                        </p:cTn>
                                        <p:tgtEl>
                                          <p:spTgt spid="461"/>
                                        </p:tgtEl>
                                        <p:attrNameLst>
                                          <p:attrName>style.visibility</p:attrName>
                                        </p:attrNameLst>
                                      </p:cBhvr>
                                      <p:to>
                                        <p:strVal val="hidden"/>
                                      </p:to>
                                    </p:set>
                                  </p:childTnLst>
                                </p:cTn>
                              </p:par>
                            </p:childTnLst>
                          </p:cTn>
                        </p:par>
                      </p:childTnLst>
                    </p:cTn>
                  </p:par>
                  <p:par>
                    <p:cTn id="12" fill="hold">
                      <p:stCondLst>
                        <p:cond delay="indefinite"/>
                      </p:stCondLst>
                      <p:childTnLst>
                        <p:par>
                          <p:cTn id="13" fill="hold">
                            <p:stCondLst>
                              <p:cond delay="0"/>
                            </p:stCondLst>
                            <p:childTnLst>
                              <p:par>
                                <p:cTn id="14" presetID="22" presetClass="entr" presetSubtype="4" fill="hold" nodeType="clickEffect">
                                  <p:stCondLst>
                                    <p:cond delay="0"/>
                                  </p:stCondLst>
                                  <p:childTnLst>
                                    <p:set>
                                      <p:cBhvr>
                                        <p:cTn id="15" dur="1" fill="hold">
                                          <p:stCondLst>
                                            <p:cond delay="0"/>
                                          </p:stCondLst>
                                        </p:cTn>
                                        <p:tgtEl>
                                          <p:spTgt spid="462"/>
                                        </p:tgtEl>
                                        <p:attrNameLst>
                                          <p:attrName>style.visibility</p:attrName>
                                        </p:attrNameLst>
                                      </p:cBhvr>
                                      <p:to>
                                        <p:strVal val="visible"/>
                                      </p:to>
                                    </p:set>
                                    <p:animEffect transition="in" filter="wipe(down)">
                                      <p:cBhvr>
                                        <p:cTn id="16" dur="500"/>
                                        <p:tgtEl>
                                          <p:spTgt spid="462"/>
                                        </p:tgtEl>
                                      </p:cBhvr>
                                    </p:animEffect>
                                  </p:childTnLst>
                                </p:cTn>
                              </p:par>
                            </p:childTnLst>
                          </p:cTn>
                        </p:par>
                        <p:par>
                          <p:cTn id="17" fill="hold">
                            <p:stCondLst>
                              <p:cond delay="500"/>
                            </p:stCondLst>
                            <p:childTnLst>
                              <p:par>
                                <p:cTn id="18" presetID="9" presetClass="entr" presetSubtype="0" fill="hold" nodeType="afterEffect">
                                  <p:stCondLst>
                                    <p:cond delay="0"/>
                                  </p:stCondLst>
                                  <p:childTnLst>
                                    <p:set>
                                      <p:cBhvr>
                                        <p:cTn id="19" dur="1" fill="hold">
                                          <p:stCondLst>
                                            <p:cond delay="0"/>
                                          </p:stCondLst>
                                        </p:cTn>
                                        <p:tgtEl>
                                          <p:spTgt spid="471"/>
                                        </p:tgtEl>
                                        <p:attrNameLst>
                                          <p:attrName>style.visibility</p:attrName>
                                        </p:attrNameLst>
                                      </p:cBhvr>
                                      <p:to>
                                        <p:strVal val="visible"/>
                                      </p:to>
                                    </p:set>
                                    <p:animEffect transition="in" filter="dissolve">
                                      <p:cBhvr>
                                        <p:cTn id="20" dur="500"/>
                                        <p:tgtEl>
                                          <p:spTgt spid="471"/>
                                        </p:tgtEl>
                                      </p:cBhvr>
                                    </p:animEffect>
                                  </p:childTnLst>
                                </p:cTn>
                              </p:par>
                              <p:par>
                                <p:cTn id="21" presetID="1" presetClass="entr" presetSubtype="0" fill="hold" grpId="0" nodeType="withEffect">
                                  <p:stCondLst>
                                    <p:cond delay="0"/>
                                  </p:stCondLst>
                                  <p:childTnLst>
                                    <p:set>
                                      <p:cBhvr>
                                        <p:cTn id="22" dur="1" fill="hold">
                                          <p:stCondLst>
                                            <p:cond delay="0"/>
                                          </p:stCondLst>
                                        </p:cTn>
                                        <p:tgtEl>
                                          <p:spTgt spid="379">
                                            <p:txEl>
                                              <p:pRg st="0" end="0"/>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474"/>
                                        </p:tgtEl>
                                        <p:attrNameLst>
                                          <p:attrName>style.visibility</p:attrName>
                                        </p:attrNameLst>
                                      </p:cBhvr>
                                      <p:to>
                                        <p:strVal val="visible"/>
                                      </p:to>
                                    </p:set>
                                    <p:animEffect transition="in" filter="wipe(up)">
                                      <p:cBhvr>
                                        <p:cTn id="27" dur="500"/>
                                        <p:tgtEl>
                                          <p:spTgt spid="474"/>
                                        </p:tgtEl>
                                      </p:cBhvr>
                                    </p:animEffect>
                                  </p:childTnLst>
                                </p:cTn>
                              </p:par>
                              <p:par>
                                <p:cTn id="28" presetID="1" presetClass="entr" presetSubtype="0" fill="hold" grpId="0" nodeType="withEffect">
                                  <p:stCondLst>
                                    <p:cond delay="0"/>
                                  </p:stCondLst>
                                  <p:childTnLst>
                                    <p:set>
                                      <p:cBhvr>
                                        <p:cTn id="29" dur="1" fill="hold">
                                          <p:stCondLst>
                                            <p:cond delay="0"/>
                                          </p:stCondLst>
                                        </p:cTn>
                                        <p:tgtEl>
                                          <p:spTgt spid="386"/>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1" presetClass="exit" presetSubtype="0" fill="hold" nodeType="clickEffect">
                                  <p:stCondLst>
                                    <p:cond delay="0"/>
                                  </p:stCondLst>
                                  <p:childTnLst>
                                    <p:set>
                                      <p:cBhvr>
                                        <p:cTn id="33" dur="1" fill="hold">
                                          <p:stCondLst>
                                            <p:cond delay="0"/>
                                          </p:stCondLst>
                                        </p:cTn>
                                        <p:tgtEl>
                                          <p:spTgt spid="471"/>
                                        </p:tgtEl>
                                        <p:attrNameLst>
                                          <p:attrName>style.visibility</p:attrName>
                                        </p:attrNameLst>
                                      </p:cBhvr>
                                      <p:to>
                                        <p:strVal val="hidden"/>
                                      </p:to>
                                    </p:set>
                                  </p:childTnLst>
                                </p:cTn>
                              </p:par>
                              <p:par>
                                <p:cTn id="34" presetID="1" presetClass="exit" presetSubtype="0" fill="hold" nodeType="withEffect">
                                  <p:stCondLst>
                                    <p:cond delay="0"/>
                                  </p:stCondLst>
                                  <p:childTnLst>
                                    <p:set>
                                      <p:cBhvr>
                                        <p:cTn id="35" dur="1" fill="hold">
                                          <p:stCondLst>
                                            <p:cond delay="0"/>
                                          </p:stCondLst>
                                        </p:cTn>
                                        <p:tgtEl>
                                          <p:spTgt spid="474"/>
                                        </p:tgtEl>
                                        <p:attrNameLst>
                                          <p:attrName>style.visibility</p:attrName>
                                        </p:attrNameLst>
                                      </p:cBhvr>
                                      <p:to>
                                        <p:strVal val="hidden"/>
                                      </p:to>
                                    </p:set>
                                  </p:childTnLst>
                                </p:cTn>
                              </p:par>
                            </p:childTnLst>
                          </p:cTn>
                        </p:par>
                        <p:par>
                          <p:cTn id="36" fill="hold">
                            <p:stCondLst>
                              <p:cond delay="0"/>
                            </p:stCondLst>
                            <p:childTnLst>
                              <p:par>
                                <p:cTn id="37" presetID="1" presetClass="entr" presetSubtype="0" fill="hold" nodeType="afterEffect">
                                  <p:stCondLst>
                                    <p:cond delay="0"/>
                                  </p:stCondLst>
                                  <p:childTnLst>
                                    <p:set>
                                      <p:cBhvr>
                                        <p:cTn id="38" dur="1" fill="hold">
                                          <p:stCondLst>
                                            <p:cond delay="0"/>
                                          </p:stCondLst>
                                        </p:cTn>
                                        <p:tgtEl>
                                          <p:spTgt spid="507"/>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387"/>
                                        </p:tgtEl>
                                        <p:attrNameLst>
                                          <p:attrName>style.visibility</p:attrName>
                                        </p:attrNameLst>
                                      </p:cBhvr>
                                      <p:to>
                                        <p:strVal val="visible"/>
                                      </p:to>
                                    </p:set>
                                  </p:childTnLst>
                                </p:cTn>
                              </p:par>
                            </p:childTnLst>
                          </p:cTn>
                        </p:par>
                        <p:par>
                          <p:cTn id="41" fill="hold">
                            <p:stCondLst>
                              <p:cond delay="0"/>
                            </p:stCondLst>
                            <p:childTnLst>
                              <p:par>
                                <p:cTn id="42" presetID="0" presetClass="path" presetSubtype="0" accel="50000" decel="50000" fill="hold" nodeType="afterEffect">
                                  <p:stCondLst>
                                    <p:cond delay="0"/>
                                  </p:stCondLst>
                                  <p:childTnLst>
                                    <p:animMotion origin="layout" path="M -0.04831 -0.00046 L 0.22604 -0.00139 L 0.09076 0.25787 L -0.02708 0.25625 " pathEditMode="relative" rAng="0" ptsTypes="AAAA">
                                      <p:cBhvr>
                                        <p:cTn id="43" dur="2000" fill="hold"/>
                                        <p:tgtEl>
                                          <p:spTgt spid="507"/>
                                        </p:tgtEl>
                                        <p:attrNameLst>
                                          <p:attrName>ppt_x</p:attrName>
                                          <p:attrName>ppt_y</p:attrName>
                                        </p:attrNameLst>
                                      </p:cBhvr>
                                      <p:rCtr x="13724" y="12870"/>
                                    </p:animMotion>
                                  </p:childTnLst>
                                </p:cTn>
                              </p:par>
                            </p:childTnLst>
                          </p:cTn>
                        </p:par>
                        <p:par>
                          <p:cTn id="44" fill="hold">
                            <p:stCondLst>
                              <p:cond delay="2000"/>
                            </p:stCondLst>
                            <p:childTnLst>
                              <p:par>
                                <p:cTn id="45" presetID="22" presetClass="entr" presetSubtype="2" fill="hold" nodeType="afterEffect">
                                  <p:stCondLst>
                                    <p:cond delay="0"/>
                                  </p:stCondLst>
                                  <p:childTnLst>
                                    <p:set>
                                      <p:cBhvr>
                                        <p:cTn id="46" dur="1" fill="hold">
                                          <p:stCondLst>
                                            <p:cond delay="0"/>
                                          </p:stCondLst>
                                        </p:cTn>
                                        <p:tgtEl>
                                          <p:spTgt spid="521"/>
                                        </p:tgtEl>
                                        <p:attrNameLst>
                                          <p:attrName>style.visibility</p:attrName>
                                        </p:attrNameLst>
                                      </p:cBhvr>
                                      <p:to>
                                        <p:strVal val="visible"/>
                                      </p:to>
                                    </p:set>
                                    <p:animEffect transition="in" filter="wipe(right)">
                                      <p:cBhvr>
                                        <p:cTn id="47" dur="500"/>
                                        <p:tgtEl>
                                          <p:spTgt spid="521"/>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4" fill="hold" nodeType="clickEffect">
                                  <p:stCondLst>
                                    <p:cond delay="0"/>
                                  </p:stCondLst>
                                  <p:childTnLst>
                                    <p:set>
                                      <p:cBhvr>
                                        <p:cTn id="51" dur="1" fill="hold">
                                          <p:stCondLst>
                                            <p:cond delay="0"/>
                                          </p:stCondLst>
                                        </p:cTn>
                                        <p:tgtEl>
                                          <p:spTgt spid="530"/>
                                        </p:tgtEl>
                                        <p:attrNameLst>
                                          <p:attrName>style.visibility</p:attrName>
                                        </p:attrNameLst>
                                      </p:cBhvr>
                                      <p:to>
                                        <p:strVal val="visible"/>
                                      </p:to>
                                    </p:set>
                                    <p:animEffect transition="in" filter="wipe(down)">
                                      <p:cBhvr>
                                        <p:cTn id="52" dur="1000"/>
                                        <p:tgtEl>
                                          <p:spTgt spid="530"/>
                                        </p:tgtEl>
                                      </p:cBhvr>
                                    </p:animEffect>
                                  </p:childTnLst>
                                </p:cTn>
                              </p:par>
                              <p:par>
                                <p:cTn id="53" presetID="1" presetClass="exit" presetSubtype="0" fill="hold" nodeType="withEffect">
                                  <p:stCondLst>
                                    <p:cond delay="0"/>
                                  </p:stCondLst>
                                  <p:childTnLst>
                                    <p:set>
                                      <p:cBhvr>
                                        <p:cTn id="54" dur="1" fill="hold">
                                          <p:stCondLst>
                                            <p:cond delay="0"/>
                                          </p:stCondLst>
                                        </p:cTn>
                                        <p:tgtEl>
                                          <p:spTgt spid="507"/>
                                        </p:tgtEl>
                                        <p:attrNameLst>
                                          <p:attrName>style.visibility</p:attrName>
                                        </p:attrNameLst>
                                      </p:cBhvr>
                                      <p:to>
                                        <p:strVal val="hidden"/>
                                      </p:to>
                                    </p:set>
                                  </p:childTnLst>
                                </p:cTn>
                              </p:par>
                            </p:childTnLst>
                          </p:cTn>
                        </p:par>
                        <p:par>
                          <p:cTn id="55" fill="hold">
                            <p:stCondLst>
                              <p:cond delay="1000"/>
                            </p:stCondLst>
                            <p:childTnLst>
                              <p:par>
                                <p:cTn id="56" presetID="1" presetClass="exit" presetSubtype="0" fill="hold" nodeType="afterEffect">
                                  <p:stCondLst>
                                    <p:cond delay="1000"/>
                                  </p:stCondLst>
                                  <p:childTnLst>
                                    <p:set>
                                      <p:cBhvr>
                                        <p:cTn id="57" dur="1" fill="hold">
                                          <p:stCondLst>
                                            <p:cond delay="0"/>
                                          </p:stCondLst>
                                        </p:cTn>
                                        <p:tgtEl>
                                          <p:spTgt spid="530"/>
                                        </p:tgtEl>
                                        <p:attrNameLst>
                                          <p:attrName>style.visibility</p:attrName>
                                        </p:attrNameLst>
                                      </p:cBhvr>
                                      <p:to>
                                        <p:strVal val="hidden"/>
                                      </p:to>
                                    </p:set>
                                  </p:childTnLst>
                                </p:cTn>
                              </p:par>
                              <p:par>
                                <p:cTn id="58" presetID="1" presetClass="entr" presetSubtype="0" fill="hold" grpId="0" nodeType="withEffect">
                                  <p:stCondLst>
                                    <p:cond delay="0"/>
                                  </p:stCondLst>
                                  <p:childTnLst>
                                    <p:set>
                                      <p:cBhvr>
                                        <p:cTn id="59" dur="1" fill="hold">
                                          <p:stCondLst>
                                            <p:cond delay="0"/>
                                          </p:stCondLst>
                                        </p:cTn>
                                        <p:tgtEl>
                                          <p:spTgt spid="388"/>
                                        </p:tgtEl>
                                        <p:attrNameLst>
                                          <p:attrName>style.visibility</p:attrName>
                                        </p:attrNameLst>
                                      </p:cBhvr>
                                      <p:to>
                                        <p:strVal val="visible"/>
                                      </p:to>
                                    </p:set>
                                  </p:childTnLst>
                                </p:cTn>
                              </p:par>
                              <p:par>
                                <p:cTn id="60" presetID="1" presetClass="entr" presetSubtype="0" fill="hold" nodeType="withEffect">
                                  <p:stCondLst>
                                    <p:cond delay="1000"/>
                                  </p:stCondLst>
                                  <p:childTnLst>
                                    <p:set>
                                      <p:cBhvr>
                                        <p:cTn id="61" dur="1" fill="hold">
                                          <p:stCondLst>
                                            <p:cond delay="0"/>
                                          </p:stCondLst>
                                        </p:cTn>
                                        <p:tgtEl>
                                          <p:spTgt spid="56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 grpId="0" build="p"/>
      <p:bldP spid="386" grpId="0"/>
      <p:bldP spid="387" grpId="0"/>
      <p:bldP spid="388"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2" name="Freeform 3">
            <a:extLst>
              <a:ext uri="{FF2B5EF4-FFF2-40B4-BE49-F238E27FC236}">
                <a16:creationId xmlns:a16="http://schemas.microsoft.com/office/drawing/2014/main" id="{42214F0C-3946-2842-9FE2-86D791CF7CDE}"/>
              </a:ext>
            </a:extLst>
          </p:cNvPr>
          <p:cNvSpPr>
            <a:spLocks/>
          </p:cNvSpPr>
          <p:nvPr/>
        </p:nvSpPr>
        <p:spPr bwMode="auto">
          <a:xfrm>
            <a:off x="1867395" y="1818495"/>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95" name="Group 1494">
            <a:extLst>
              <a:ext uri="{FF2B5EF4-FFF2-40B4-BE49-F238E27FC236}">
                <a16:creationId xmlns:a16="http://schemas.microsoft.com/office/drawing/2014/main" id="{90E651B2-5767-254D-BFFF-F98A2DA290D7}"/>
              </a:ext>
            </a:extLst>
          </p:cNvPr>
          <p:cNvGrpSpPr/>
          <p:nvPr/>
        </p:nvGrpSpPr>
        <p:grpSpPr>
          <a:xfrm>
            <a:off x="4283172" y="2940116"/>
            <a:ext cx="918415" cy="390629"/>
            <a:chOff x="3668110" y="2448910"/>
            <a:chExt cx="3794234" cy="2165130"/>
          </a:xfrm>
        </p:grpSpPr>
        <p:sp>
          <p:nvSpPr>
            <p:cNvPr id="1496" name="Rectangle 1495">
              <a:extLst>
                <a:ext uri="{FF2B5EF4-FFF2-40B4-BE49-F238E27FC236}">
                  <a16:creationId xmlns:a16="http://schemas.microsoft.com/office/drawing/2014/main" id="{D9809221-7CE0-8046-8E91-B6753569FB97}"/>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97" name="Freeform 1496">
              <a:extLst>
                <a:ext uri="{FF2B5EF4-FFF2-40B4-BE49-F238E27FC236}">
                  <a16:creationId xmlns:a16="http://schemas.microsoft.com/office/drawing/2014/main" id="{9DC472C6-9721-C642-93DD-6200DE2D95B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498" name="Group 1497">
              <a:extLst>
                <a:ext uri="{FF2B5EF4-FFF2-40B4-BE49-F238E27FC236}">
                  <a16:creationId xmlns:a16="http://schemas.microsoft.com/office/drawing/2014/main" id="{52AE91E4-7763-A049-AFCC-EB7B96F0955B}"/>
                </a:ext>
              </a:extLst>
            </p:cNvPr>
            <p:cNvGrpSpPr/>
            <p:nvPr/>
          </p:nvGrpSpPr>
          <p:grpSpPr>
            <a:xfrm>
              <a:off x="3941378" y="2603243"/>
              <a:ext cx="3202061" cy="1066110"/>
              <a:chOff x="7939341" y="3037317"/>
              <a:chExt cx="897649" cy="353919"/>
            </a:xfrm>
          </p:grpSpPr>
          <p:sp>
            <p:nvSpPr>
              <p:cNvPr id="1499" name="Freeform 1498">
                <a:extLst>
                  <a:ext uri="{FF2B5EF4-FFF2-40B4-BE49-F238E27FC236}">
                    <a16:creationId xmlns:a16="http://schemas.microsoft.com/office/drawing/2014/main" id="{A273E984-8C3A-0740-82A8-2E2599CD381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0" name="Freeform 1499">
                <a:extLst>
                  <a:ext uri="{FF2B5EF4-FFF2-40B4-BE49-F238E27FC236}">
                    <a16:creationId xmlns:a16="http://schemas.microsoft.com/office/drawing/2014/main" id="{7EA2290B-2BC3-5547-860F-F85A175C8589}"/>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1" name="Freeform 1500">
                <a:extLst>
                  <a:ext uri="{FF2B5EF4-FFF2-40B4-BE49-F238E27FC236}">
                    <a16:creationId xmlns:a16="http://schemas.microsoft.com/office/drawing/2014/main" id="{03CB962D-CD9C-CF49-8299-D8B735987FF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2" name="Freeform 1501">
                <a:extLst>
                  <a:ext uri="{FF2B5EF4-FFF2-40B4-BE49-F238E27FC236}">
                    <a16:creationId xmlns:a16="http://schemas.microsoft.com/office/drawing/2014/main" id="{F22BB5F1-324C-684A-BA10-14C9DC6D152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03" name="Group 1502">
            <a:extLst>
              <a:ext uri="{FF2B5EF4-FFF2-40B4-BE49-F238E27FC236}">
                <a16:creationId xmlns:a16="http://schemas.microsoft.com/office/drawing/2014/main" id="{C77F0771-5BFA-4F46-B018-EA1196B5BD33}"/>
              </a:ext>
            </a:extLst>
          </p:cNvPr>
          <p:cNvGrpSpPr/>
          <p:nvPr/>
        </p:nvGrpSpPr>
        <p:grpSpPr>
          <a:xfrm>
            <a:off x="3772175" y="3890885"/>
            <a:ext cx="1040553" cy="431082"/>
            <a:chOff x="7493876" y="2774731"/>
            <a:chExt cx="1481958" cy="894622"/>
          </a:xfrm>
        </p:grpSpPr>
        <p:sp>
          <p:nvSpPr>
            <p:cNvPr id="1504" name="Freeform 1503">
              <a:extLst>
                <a:ext uri="{FF2B5EF4-FFF2-40B4-BE49-F238E27FC236}">
                  <a16:creationId xmlns:a16="http://schemas.microsoft.com/office/drawing/2014/main" id="{DC02F35E-586D-4D43-9F82-AA3C523EF1C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05" name="Oval 1504">
              <a:extLst>
                <a:ext uri="{FF2B5EF4-FFF2-40B4-BE49-F238E27FC236}">
                  <a16:creationId xmlns:a16="http://schemas.microsoft.com/office/drawing/2014/main" id="{FC2CB17F-DB64-1D42-8E09-1FB27CCC86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06" name="Group 1505">
              <a:extLst>
                <a:ext uri="{FF2B5EF4-FFF2-40B4-BE49-F238E27FC236}">
                  <a16:creationId xmlns:a16="http://schemas.microsoft.com/office/drawing/2014/main" id="{C4991A85-0B3F-E04D-B5FE-9ED876C292C5}"/>
                </a:ext>
              </a:extLst>
            </p:cNvPr>
            <p:cNvGrpSpPr/>
            <p:nvPr/>
          </p:nvGrpSpPr>
          <p:grpSpPr>
            <a:xfrm>
              <a:off x="7713663" y="2848339"/>
              <a:ext cx="1042107" cy="425543"/>
              <a:chOff x="7786941" y="2884917"/>
              <a:chExt cx="897649" cy="353919"/>
            </a:xfrm>
          </p:grpSpPr>
          <p:sp>
            <p:nvSpPr>
              <p:cNvPr id="1507" name="Freeform 1506">
                <a:extLst>
                  <a:ext uri="{FF2B5EF4-FFF2-40B4-BE49-F238E27FC236}">
                    <a16:creationId xmlns:a16="http://schemas.microsoft.com/office/drawing/2014/main" id="{D2147E93-7F10-5E4E-82A7-CD68E9613AB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8" name="Freeform 1507">
                <a:extLst>
                  <a:ext uri="{FF2B5EF4-FFF2-40B4-BE49-F238E27FC236}">
                    <a16:creationId xmlns:a16="http://schemas.microsoft.com/office/drawing/2014/main" id="{0E82B1F7-64A2-4B47-8098-6B78F006CB6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9" name="Freeform 1508">
                <a:extLst>
                  <a:ext uri="{FF2B5EF4-FFF2-40B4-BE49-F238E27FC236}">
                    <a16:creationId xmlns:a16="http://schemas.microsoft.com/office/drawing/2014/main" id="{2DAD4026-07D9-B348-8472-FAF792A031D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0" name="Freeform 1509">
                <a:extLst>
                  <a:ext uri="{FF2B5EF4-FFF2-40B4-BE49-F238E27FC236}">
                    <a16:creationId xmlns:a16="http://schemas.microsoft.com/office/drawing/2014/main" id="{97502A9C-2CE0-384A-BFF7-5DC0740BEC8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example</a:t>
            </a:r>
          </a:p>
        </p:txBody>
      </p:sp>
      <p:sp>
        <p:nvSpPr>
          <p:cNvPr id="1301" name="Rectangle 3">
            <a:extLst>
              <a:ext uri="{FF2B5EF4-FFF2-40B4-BE49-F238E27FC236}">
                <a16:creationId xmlns:a16="http://schemas.microsoft.com/office/drawing/2014/main" id="{B0905C97-5D6E-7249-9E37-7FCBF705EA8C}"/>
              </a:ext>
            </a:extLst>
          </p:cNvPr>
          <p:cNvSpPr txBox="1">
            <a:spLocks noChangeArrowheads="1"/>
          </p:cNvSpPr>
          <p:nvPr/>
        </p:nvSpPr>
        <p:spPr bwMode="auto">
          <a:xfrm>
            <a:off x="6131420" y="1548620"/>
            <a:ext cx="5216134" cy="157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DCP server formulates DHCP ACK containing client</a:t>
            </a:r>
            <a:r>
              <a:rPr kumimoji="0" lang="ja-JP" altLang="en-US" sz="2400" b="0" i="0" u="none" strike="noStrike" kern="0" cap="none" spc="0" normalizeH="0" baseline="0" noProof="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t>
            </a:r>
            <a:r>
              <a:rPr kumimoji="0" lang="en-US" altLang="ja-JP"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s IP address, IP address of first-hop router for client, name &amp; IP address of DNS server</a:t>
            </a:r>
          </a:p>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endParaRPr kumimoji="0" lang="en-US" altLang="en-US" sz="20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sp>
        <p:nvSpPr>
          <p:cNvPr id="1304" name="Line 43">
            <a:extLst>
              <a:ext uri="{FF2B5EF4-FFF2-40B4-BE49-F238E27FC236}">
                <a16:creationId xmlns:a16="http://schemas.microsoft.com/office/drawing/2014/main" id="{8A0432BD-BA0C-F849-9871-F783C094E73F}"/>
              </a:ext>
            </a:extLst>
          </p:cNvPr>
          <p:cNvSpPr>
            <a:spLocks noChangeShapeType="1"/>
          </p:cNvSpPr>
          <p:nvPr/>
        </p:nvSpPr>
        <p:spPr bwMode="auto">
          <a:xfrm>
            <a:off x="3759695" y="3063094"/>
            <a:ext cx="555747" cy="244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6" name="Line 48">
            <a:extLst>
              <a:ext uri="{FF2B5EF4-FFF2-40B4-BE49-F238E27FC236}">
                <a16:creationId xmlns:a16="http://schemas.microsoft.com/office/drawing/2014/main" id="{1446ABBB-605F-0348-9C54-5F67A0839129}"/>
              </a:ext>
            </a:extLst>
          </p:cNvPr>
          <p:cNvSpPr>
            <a:spLocks noChangeShapeType="1"/>
          </p:cNvSpPr>
          <p:nvPr/>
        </p:nvSpPr>
        <p:spPr bwMode="auto">
          <a:xfrm flipV="1">
            <a:off x="4391025" y="3324223"/>
            <a:ext cx="460375" cy="57150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7" name="Rectangle 148">
            <a:extLst>
              <a:ext uri="{FF2B5EF4-FFF2-40B4-BE49-F238E27FC236}">
                <a16:creationId xmlns:a16="http://schemas.microsoft.com/office/drawing/2014/main" id="{9158E87B-EE7D-8B47-8629-18353FFAA079}"/>
              </a:ext>
            </a:extLst>
          </p:cNvPr>
          <p:cNvSpPr>
            <a:spLocks noChangeArrowheads="1"/>
          </p:cNvSpPr>
          <p:nvPr/>
        </p:nvSpPr>
        <p:spPr bwMode="auto">
          <a:xfrm>
            <a:off x="6125069" y="3320270"/>
            <a:ext cx="5201651" cy="1362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encapsulated DHCP server reply forwarded to client, de-muxing up to DHCP at client</a:t>
            </a:r>
          </a:p>
        </p:txBody>
      </p:sp>
      <p:grpSp>
        <p:nvGrpSpPr>
          <p:cNvPr id="1308" name="Group 153">
            <a:extLst>
              <a:ext uri="{FF2B5EF4-FFF2-40B4-BE49-F238E27FC236}">
                <a16:creationId xmlns:a16="http://schemas.microsoft.com/office/drawing/2014/main" id="{500FCBF7-4DEA-BA4D-8711-636C42019B46}"/>
              </a:ext>
            </a:extLst>
          </p:cNvPr>
          <p:cNvGrpSpPr>
            <a:grpSpLocks/>
          </p:cNvGrpSpPr>
          <p:nvPr/>
        </p:nvGrpSpPr>
        <p:grpSpPr bwMode="auto">
          <a:xfrm>
            <a:off x="3072307" y="2685270"/>
            <a:ext cx="850900" cy="615950"/>
            <a:chOff x="4420" y="878"/>
            <a:chExt cx="614" cy="458"/>
          </a:xfrm>
        </p:grpSpPr>
        <p:pic>
          <p:nvPicPr>
            <p:cNvPr id="1309" name="Picture 154" descr="laptop_keyboard">
              <a:extLst>
                <a:ext uri="{FF2B5EF4-FFF2-40B4-BE49-F238E27FC236}">
                  <a16:creationId xmlns:a16="http://schemas.microsoft.com/office/drawing/2014/main" id="{3868FFB9-BDAC-204F-B090-572CFF232D5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4420" y="1108"/>
              <a:ext cx="52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10" name="Freeform 155">
              <a:extLst>
                <a:ext uri="{FF2B5EF4-FFF2-40B4-BE49-F238E27FC236}">
                  <a16:creationId xmlns:a16="http://schemas.microsoft.com/office/drawing/2014/main" id="{5B3F7275-C1A2-854F-BF4E-9F9DD573C246}"/>
                </a:ext>
              </a:extLst>
            </p:cNvPr>
            <p:cNvSpPr>
              <a:spLocks/>
            </p:cNvSpPr>
            <p:nvPr/>
          </p:nvSpPr>
          <p:spPr bwMode="auto">
            <a:xfrm>
              <a:off x="4595" y="888"/>
              <a:ext cx="424" cy="297"/>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1311" name="Picture 156" descr="screen">
              <a:extLst>
                <a:ext uri="{FF2B5EF4-FFF2-40B4-BE49-F238E27FC236}">
                  <a16:creationId xmlns:a16="http://schemas.microsoft.com/office/drawing/2014/main" id="{82F23E43-540B-434A-87AB-A64D933878D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16" y="895"/>
              <a:ext cx="38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12" name="Freeform 157">
              <a:extLst>
                <a:ext uri="{FF2B5EF4-FFF2-40B4-BE49-F238E27FC236}">
                  <a16:creationId xmlns:a16="http://schemas.microsoft.com/office/drawing/2014/main" id="{A23F1653-971F-4247-B468-CAF7D647693B}"/>
                </a:ext>
              </a:extLst>
            </p:cNvPr>
            <p:cNvSpPr>
              <a:spLocks/>
            </p:cNvSpPr>
            <p:nvPr/>
          </p:nvSpPr>
          <p:spPr bwMode="auto">
            <a:xfrm>
              <a:off x="4672" y="879"/>
              <a:ext cx="359" cy="5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3" name="Freeform 158">
              <a:extLst>
                <a:ext uri="{FF2B5EF4-FFF2-40B4-BE49-F238E27FC236}">
                  <a16:creationId xmlns:a16="http://schemas.microsoft.com/office/drawing/2014/main" id="{D9EC5F36-5E09-7C4C-8B4E-8DAF3F4D8DFE}"/>
                </a:ext>
              </a:extLst>
            </p:cNvPr>
            <p:cNvSpPr>
              <a:spLocks/>
            </p:cNvSpPr>
            <p:nvPr/>
          </p:nvSpPr>
          <p:spPr bwMode="auto">
            <a:xfrm>
              <a:off x="4591" y="878"/>
              <a:ext cx="100" cy="230"/>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4" name="Freeform 159">
              <a:extLst>
                <a:ext uri="{FF2B5EF4-FFF2-40B4-BE49-F238E27FC236}">
                  <a16:creationId xmlns:a16="http://schemas.microsoft.com/office/drawing/2014/main" id="{01712AF2-06FB-1449-BF57-9F872CAC3DDE}"/>
                </a:ext>
              </a:extLst>
            </p:cNvPr>
            <p:cNvSpPr>
              <a:spLocks/>
            </p:cNvSpPr>
            <p:nvPr/>
          </p:nvSpPr>
          <p:spPr bwMode="auto">
            <a:xfrm>
              <a:off x="4921" y="920"/>
              <a:ext cx="108" cy="265"/>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5" name="Freeform 160">
              <a:extLst>
                <a:ext uri="{FF2B5EF4-FFF2-40B4-BE49-F238E27FC236}">
                  <a16:creationId xmlns:a16="http://schemas.microsoft.com/office/drawing/2014/main" id="{AD274FB9-59F2-B843-83F1-3A45B5E61BAE}"/>
                </a:ext>
              </a:extLst>
            </p:cNvPr>
            <p:cNvSpPr>
              <a:spLocks/>
            </p:cNvSpPr>
            <p:nvPr/>
          </p:nvSpPr>
          <p:spPr bwMode="auto">
            <a:xfrm>
              <a:off x="4590" y="1097"/>
              <a:ext cx="394" cy="89"/>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6" name="Freeform 161">
              <a:extLst>
                <a:ext uri="{FF2B5EF4-FFF2-40B4-BE49-F238E27FC236}">
                  <a16:creationId xmlns:a16="http://schemas.microsoft.com/office/drawing/2014/main" id="{FD303974-7F87-0A4E-B5B4-44C379AFBE94}"/>
                </a:ext>
              </a:extLst>
            </p:cNvPr>
            <p:cNvSpPr>
              <a:spLocks/>
            </p:cNvSpPr>
            <p:nvPr/>
          </p:nvSpPr>
          <p:spPr bwMode="auto">
            <a:xfrm>
              <a:off x="4933" y="922"/>
              <a:ext cx="101" cy="266"/>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7" name="Freeform 162">
              <a:extLst>
                <a:ext uri="{FF2B5EF4-FFF2-40B4-BE49-F238E27FC236}">
                  <a16:creationId xmlns:a16="http://schemas.microsoft.com/office/drawing/2014/main" id="{7FE2E5A3-CD19-A546-AB4B-0EA1E8829B87}"/>
                </a:ext>
              </a:extLst>
            </p:cNvPr>
            <p:cNvSpPr>
              <a:spLocks/>
            </p:cNvSpPr>
            <p:nvPr/>
          </p:nvSpPr>
          <p:spPr bwMode="auto">
            <a:xfrm>
              <a:off x="4590" y="1109"/>
              <a:ext cx="351" cy="88"/>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18" name="Group 163">
              <a:extLst>
                <a:ext uri="{FF2B5EF4-FFF2-40B4-BE49-F238E27FC236}">
                  <a16:creationId xmlns:a16="http://schemas.microsoft.com/office/drawing/2014/main" id="{7C6E99EF-2B63-CA4C-A5DE-9FD3B5342716}"/>
                </a:ext>
              </a:extLst>
            </p:cNvPr>
            <p:cNvGrpSpPr>
              <a:grpSpLocks/>
            </p:cNvGrpSpPr>
            <p:nvPr/>
          </p:nvGrpSpPr>
          <p:grpSpPr bwMode="auto">
            <a:xfrm>
              <a:off x="4584" y="1203"/>
              <a:ext cx="119" cy="53"/>
              <a:chOff x="1740" y="2642"/>
              <a:chExt cx="752" cy="327"/>
            </a:xfrm>
          </p:grpSpPr>
          <p:sp>
            <p:nvSpPr>
              <p:cNvPr id="1325" name="Freeform 164">
                <a:extLst>
                  <a:ext uri="{FF2B5EF4-FFF2-40B4-BE49-F238E27FC236}">
                    <a16:creationId xmlns:a16="http://schemas.microsoft.com/office/drawing/2014/main" id="{6E12DE36-0A64-834A-BBAD-E04C44B20D71}"/>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6" name="Freeform 165">
                <a:extLst>
                  <a:ext uri="{FF2B5EF4-FFF2-40B4-BE49-F238E27FC236}">
                    <a16:creationId xmlns:a16="http://schemas.microsoft.com/office/drawing/2014/main" id="{1FBE48EE-8299-0C48-AA7E-067EF21501A1}"/>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7" name="Freeform 166">
                <a:extLst>
                  <a:ext uri="{FF2B5EF4-FFF2-40B4-BE49-F238E27FC236}">
                    <a16:creationId xmlns:a16="http://schemas.microsoft.com/office/drawing/2014/main" id="{5B9E5CB6-217A-FE41-ADE1-6C272A96DA7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8" name="Freeform 167">
                <a:extLst>
                  <a:ext uri="{FF2B5EF4-FFF2-40B4-BE49-F238E27FC236}">
                    <a16:creationId xmlns:a16="http://schemas.microsoft.com/office/drawing/2014/main" id="{92CD83EB-B4AF-A548-A5D7-EBCD60E8A36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9" name="Freeform 168">
                <a:extLst>
                  <a:ext uri="{FF2B5EF4-FFF2-40B4-BE49-F238E27FC236}">
                    <a16:creationId xmlns:a16="http://schemas.microsoft.com/office/drawing/2014/main" id="{94C640D8-D8AA-CB46-A5DC-C4ED29645B82}"/>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30" name="Freeform 169">
                <a:extLst>
                  <a:ext uri="{FF2B5EF4-FFF2-40B4-BE49-F238E27FC236}">
                    <a16:creationId xmlns:a16="http://schemas.microsoft.com/office/drawing/2014/main" id="{48296531-4D47-1C43-883A-FCB34D0E7669}"/>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19" name="Freeform 170">
              <a:extLst>
                <a:ext uri="{FF2B5EF4-FFF2-40B4-BE49-F238E27FC236}">
                  <a16:creationId xmlns:a16="http://schemas.microsoft.com/office/drawing/2014/main" id="{B3B79E68-20B5-D540-9C6C-F5B052950A85}"/>
                </a:ext>
              </a:extLst>
            </p:cNvPr>
            <p:cNvSpPr>
              <a:spLocks/>
            </p:cNvSpPr>
            <p:nvPr/>
          </p:nvSpPr>
          <p:spPr bwMode="auto">
            <a:xfrm>
              <a:off x="4788" y="1211"/>
              <a:ext cx="144" cy="116"/>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0" name="Freeform 171">
              <a:extLst>
                <a:ext uri="{FF2B5EF4-FFF2-40B4-BE49-F238E27FC236}">
                  <a16:creationId xmlns:a16="http://schemas.microsoft.com/office/drawing/2014/main" id="{A0BC90D7-6F1C-D743-B1E1-E6AA5880C74F}"/>
                </a:ext>
              </a:extLst>
            </p:cNvPr>
            <p:cNvSpPr>
              <a:spLocks/>
            </p:cNvSpPr>
            <p:nvPr/>
          </p:nvSpPr>
          <p:spPr bwMode="auto">
            <a:xfrm>
              <a:off x="4420" y="1220"/>
              <a:ext cx="369" cy="10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1" name="Freeform 172">
              <a:extLst>
                <a:ext uri="{FF2B5EF4-FFF2-40B4-BE49-F238E27FC236}">
                  <a16:creationId xmlns:a16="http://schemas.microsoft.com/office/drawing/2014/main" id="{67AB0043-2D4A-6C4B-A1C1-11D5C002F195}"/>
                </a:ext>
              </a:extLst>
            </p:cNvPr>
            <p:cNvSpPr>
              <a:spLocks/>
            </p:cNvSpPr>
            <p:nvPr/>
          </p:nvSpPr>
          <p:spPr bwMode="auto">
            <a:xfrm>
              <a:off x="4420" y="1201"/>
              <a:ext cx="4" cy="21"/>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2" name="Freeform 173">
              <a:extLst>
                <a:ext uri="{FF2B5EF4-FFF2-40B4-BE49-F238E27FC236}">
                  <a16:creationId xmlns:a16="http://schemas.microsoft.com/office/drawing/2014/main" id="{29336F87-5569-2B41-A813-4C77EA082620}"/>
                </a:ext>
              </a:extLst>
            </p:cNvPr>
            <p:cNvSpPr>
              <a:spLocks/>
            </p:cNvSpPr>
            <p:nvPr/>
          </p:nvSpPr>
          <p:spPr bwMode="auto">
            <a:xfrm>
              <a:off x="4421" y="1114"/>
              <a:ext cx="171" cy="88"/>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3" name="Freeform 174">
              <a:extLst>
                <a:ext uri="{FF2B5EF4-FFF2-40B4-BE49-F238E27FC236}">
                  <a16:creationId xmlns:a16="http://schemas.microsoft.com/office/drawing/2014/main" id="{14DC99A0-1B13-854A-AE94-D90A916E93B0}"/>
                </a:ext>
              </a:extLst>
            </p:cNvPr>
            <p:cNvSpPr>
              <a:spLocks/>
            </p:cNvSpPr>
            <p:nvPr/>
          </p:nvSpPr>
          <p:spPr bwMode="auto">
            <a:xfrm>
              <a:off x="4432" y="1205"/>
              <a:ext cx="350" cy="102"/>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4" name="Freeform 175">
              <a:extLst>
                <a:ext uri="{FF2B5EF4-FFF2-40B4-BE49-F238E27FC236}">
                  <a16:creationId xmlns:a16="http://schemas.microsoft.com/office/drawing/2014/main" id="{C99CA53A-FCB0-C843-A9FA-161EA99536C6}"/>
                </a:ext>
              </a:extLst>
            </p:cNvPr>
            <p:cNvSpPr>
              <a:spLocks/>
            </p:cNvSpPr>
            <p:nvPr/>
          </p:nvSpPr>
          <p:spPr bwMode="auto">
            <a:xfrm flipV="1">
              <a:off x="4782" y="1198"/>
              <a:ext cx="142" cy="10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31" name="Text Box 176">
            <a:extLst>
              <a:ext uri="{FF2B5EF4-FFF2-40B4-BE49-F238E27FC236}">
                <a16:creationId xmlns:a16="http://schemas.microsoft.com/office/drawing/2014/main" id="{353F74F6-1F17-C144-9E33-1C3CA4A126A4}"/>
              </a:ext>
            </a:extLst>
          </p:cNvPr>
          <p:cNvSpPr txBox="1">
            <a:spLocks noChangeArrowheads="1"/>
          </p:cNvSpPr>
          <p:nvPr/>
        </p:nvSpPr>
        <p:spPr bwMode="auto">
          <a:xfrm>
            <a:off x="3656507" y="4356908"/>
            <a:ext cx="2025650" cy="915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 with DHCP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 built into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a:t>
            </a:r>
          </a:p>
        </p:txBody>
      </p:sp>
      <p:grpSp>
        <p:nvGrpSpPr>
          <p:cNvPr id="1381" name="Group 53">
            <a:extLst>
              <a:ext uri="{FF2B5EF4-FFF2-40B4-BE49-F238E27FC236}">
                <a16:creationId xmlns:a16="http://schemas.microsoft.com/office/drawing/2014/main" id="{D881BBC4-DF18-094B-9377-D624EBDA50A4}"/>
              </a:ext>
            </a:extLst>
          </p:cNvPr>
          <p:cNvGrpSpPr>
            <a:grpSpLocks/>
          </p:cNvGrpSpPr>
          <p:nvPr/>
        </p:nvGrpSpPr>
        <p:grpSpPr bwMode="auto">
          <a:xfrm>
            <a:off x="1446707" y="3709208"/>
            <a:ext cx="1081088" cy="1166812"/>
            <a:chOff x="42" y="744"/>
            <a:chExt cx="681" cy="735"/>
          </a:xfrm>
        </p:grpSpPr>
        <p:grpSp>
          <p:nvGrpSpPr>
            <p:cNvPr id="1382" name="Group 54">
              <a:extLst>
                <a:ext uri="{FF2B5EF4-FFF2-40B4-BE49-F238E27FC236}">
                  <a16:creationId xmlns:a16="http://schemas.microsoft.com/office/drawing/2014/main" id="{170B4756-1C1B-FA4C-BE56-C5B53174E74B}"/>
                </a:ext>
              </a:extLst>
            </p:cNvPr>
            <p:cNvGrpSpPr>
              <a:grpSpLocks/>
            </p:cNvGrpSpPr>
            <p:nvPr/>
          </p:nvGrpSpPr>
          <p:grpSpPr bwMode="auto">
            <a:xfrm>
              <a:off x="42" y="886"/>
              <a:ext cx="681" cy="468"/>
              <a:chOff x="42" y="886"/>
              <a:chExt cx="681" cy="468"/>
            </a:xfrm>
          </p:grpSpPr>
          <p:grpSp>
            <p:nvGrpSpPr>
              <p:cNvPr id="1384" name="Group 55">
                <a:extLst>
                  <a:ext uri="{FF2B5EF4-FFF2-40B4-BE49-F238E27FC236}">
                    <a16:creationId xmlns:a16="http://schemas.microsoft.com/office/drawing/2014/main" id="{158AD155-91D9-8746-B26B-44DF570C833E}"/>
                  </a:ext>
                </a:extLst>
              </p:cNvPr>
              <p:cNvGrpSpPr>
                <a:grpSpLocks/>
              </p:cNvGrpSpPr>
              <p:nvPr/>
            </p:nvGrpSpPr>
            <p:grpSpPr bwMode="auto">
              <a:xfrm>
                <a:off x="278" y="886"/>
                <a:ext cx="397" cy="154"/>
                <a:chOff x="740" y="3209"/>
                <a:chExt cx="397" cy="154"/>
              </a:xfrm>
            </p:grpSpPr>
            <p:grpSp>
              <p:nvGrpSpPr>
                <p:cNvPr id="1409" name="Group 56">
                  <a:extLst>
                    <a:ext uri="{FF2B5EF4-FFF2-40B4-BE49-F238E27FC236}">
                      <a16:creationId xmlns:a16="http://schemas.microsoft.com/office/drawing/2014/main" id="{022CBD0E-FD62-DF4F-918D-BEF120E07F5A}"/>
                    </a:ext>
                  </a:extLst>
                </p:cNvPr>
                <p:cNvGrpSpPr>
                  <a:grpSpLocks/>
                </p:cNvGrpSpPr>
                <p:nvPr/>
              </p:nvGrpSpPr>
              <p:grpSpPr bwMode="auto">
                <a:xfrm>
                  <a:off x="794" y="3209"/>
                  <a:ext cx="343" cy="154"/>
                  <a:chOff x="844" y="3337"/>
                  <a:chExt cx="343" cy="154"/>
                </a:xfrm>
              </p:grpSpPr>
              <p:sp>
                <p:nvSpPr>
                  <p:cNvPr id="1412" name="Rectangle 57">
                    <a:extLst>
                      <a:ext uri="{FF2B5EF4-FFF2-40B4-BE49-F238E27FC236}">
                        <a16:creationId xmlns:a16="http://schemas.microsoft.com/office/drawing/2014/main" id="{13FCEBF7-0D42-0047-B009-0CE916D9415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3" name="Text Box 58">
                    <a:extLst>
                      <a:ext uri="{FF2B5EF4-FFF2-40B4-BE49-F238E27FC236}">
                        <a16:creationId xmlns:a16="http://schemas.microsoft.com/office/drawing/2014/main" id="{5F0D413F-7D55-814C-931F-A524E4DB1FFD}"/>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1410" name="Rectangle 59">
                  <a:extLst>
                    <a:ext uri="{FF2B5EF4-FFF2-40B4-BE49-F238E27FC236}">
                      <a16:creationId xmlns:a16="http://schemas.microsoft.com/office/drawing/2014/main" id="{15D7051B-940C-384C-B172-5ABD896F7C38}"/>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1" name="Rectangle 60">
                  <a:extLst>
                    <a:ext uri="{FF2B5EF4-FFF2-40B4-BE49-F238E27FC236}">
                      <a16:creationId xmlns:a16="http://schemas.microsoft.com/office/drawing/2014/main" id="{3FE3CD03-0639-E04F-8E4A-4707678B3085}"/>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385" name="Group 61">
                <a:extLst>
                  <a:ext uri="{FF2B5EF4-FFF2-40B4-BE49-F238E27FC236}">
                    <a16:creationId xmlns:a16="http://schemas.microsoft.com/office/drawing/2014/main" id="{6013BA1D-3CD3-1F47-AD9B-3D59A9DDE8B6}"/>
                  </a:ext>
                </a:extLst>
              </p:cNvPr>
              <p:cNvGrpSpPr>
                <a:grpSpLocks/>
              </p:cNvGrpSpPr>
              <p:nvPr/>
            </p:nvGrpSpPr>
            <p:grpSpPr bwMode="auto">
              <a:xfrm>
                <a:off x="278" y="1034"/>
                <a:ext cx="397" cy="154"/>
                <a:chOff x="836" y="3305"/>
                <a:chExt cx="397" cy="154"/>
              </a:xfrm>
            </p:grpSpPr>
            <p:grpSp>
              <p:nvGrpSpPr>
                <p:cNvPr id="1403" name="Group 62">
                  <a:extLst>
                    <a:ext uri="{FF2B5EF4-FFF2-40B4-BE49-F238E27FC236}">
                      <a16:creationId xmlns:a16="http://schemas.microsoft.com/office/drawing/2014/main" id="{6CEF2A75-681B-8C4C-955C-38E74A0C84E1}"/>
                    </a:ext>
                  </a:extLst>
                </p:cNvPr>
                <p:cNvGrpSpPr>
                  <a:grpSpLocks/>
                </p:cNvGrpSpPr>
                <p:nvPr/>
              </p:nvGrpSpPr>
              <p:grpSpPr bwMode="auto">
                <a:xfrm>
                  <a:off x="890" y="3305"/>
                  <a:ext cx="343" cy="154"/>
                  <a:chOff x="844" y="3337"/>
                  <a:chExt cx="343" cy="154"/>
                </a:xfrm>
              </p:grpSpPr>
              <p:sp>
                <p:nvSpPr>
                  <p:cNvPr id="1407" name="Rectangle 63">
                    <a:extLst>
                      <a:ext uri="{FF2B5EF4-FFF2-40B4-BE49-F238E27FC236}">
                        <a16:creationId xmlns:a16="http://schemas.microsoft.com/office/drawing/2014/main" id="{DBE6CEFE-5986-FC41-BD88-53508D80B707}"/>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8" name="Text Box 64">
                    <a:extLst>
                      <a:ext uri="{FF2B5EF4-FFF2-40B4-BE49-F238E27FC236}">
                        <a16:creationId xmlns:a16="http://schemas.microsoft.com/office/drawing/2014/main" id="{F873FD65-9277-9F48-B366-2CA149BAA44B}"/>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04" name="Group 65">
                  <a:extLst>
                    <a:ext uri="{FF2B5EF4-FFF2-40B4-BE49-F238E27FC236}">
                      <a16:creationId xmlns:a16="http://schemas.microsoft.com/office/drawing/2014/main" id="{5F0D09C2-937B-BE4D-8632-466777C6F956}"/>
                    </a:ext>
                  </a:extLst>
                </p:cNvPr>
                <p:cNvGrpSpPr>
                  <a:grpSpLocks/>
                </p:cNvGrpSpPr>
                <p:nvPr/>
              </p:nvGrpSpPr>
              <p:grpSpPr bwMode="auto">
                <a:xfrm>
                  <a:off x="836" y="3334"/>
                  <a:ext cx="354" cy="94"/>
                  <a:chOff x="836" y="3334"/>
                  <a:chExt cx="354" cy="94"/>
                </a:xfrm>
              </p:grpSpPr>
              <p:sp>
                <p:nvSpPr>
                  <p:cNvPr id="1405" name="Rectangle 66">
                    <a:extLst>
                      <a:ext uri="{FF2B5EF4-FFF2-40B4-BE49-F238E27FC236}">
                        <a16:creationId xmlns:a16="http://schemas.microsoft.com/office/drawing/2014/main" id="{A234A500-4F4E-8347-BC11-C205D6D42648}"/>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6" name="Rectangle 67">
                    <a:extLst>
                      <a:ext uri="{FF2B5EF4-FFF2-40B4-BE49-F238E27FC236}">
                        <a16:creationId xmlns:a16="http://schemas.microsoft.com/office/drawing/2014/main" id="{34061CA1-83C1-0845-AC89-87EDF10EADCA}"/>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386" name="Group 68">
                <a:extLst>
                  <a:ext uri="{FF2B5EF4-FFF2-40B4-BE49-F238E27FC236}">
                    <a16:creationId xmlns:a16="http://schemas.microsoft.com/office/drawing/2014/main" id="{C84BC621-1C3C-0B4B-853A-68B80390C1C5}"/>
                  </a:ext>
                </a:extLst>
              </p:cNvPr>
              <p:cNvGrpSpPr>
                <a:grpSpLocks/>
              </p:cNvGrpSpPr>
              <p:nvPr/>
            </p:nvGrpSpPr>
            <p:grpSpPr bwMode="auto">
              <a:xfrm>
                <a:off x="165" y="1054"/>
                <a:ext cx="480" cy="112"/>
                <a:chOff x="627" y="3377"/>
                <a:chExt cx="480" cy="112"/>
              </a:xfrm>
            </p:grpSpPr>
            <p:sp>
              <p:nvSpPr>
                <p:cNvPr id="1401" name="Rectangle 69">
                  <a:extLst>
                    <a:ext uri="{FF2B5EF4-FFF2-40B4-BE49-F238E27FC236}">
                      <a16:creationId xmlns:a16="http://schemas.microsoft.com/office/drawing/2014/main" id="{D7F39EAB-B71F-7A48-AD96-C7BBDD18C31E}"/>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2" name="Rectangle 70">
                  <a:extLst>
                    <a:ext uri="{FF2B5EF4-FFF2-40B4-BE49-F238E27FC236}">
                      <a16:creationId xmlns:a16="http://schemas.microsoft.com/office/drawing/2014/main" id="{F08D33AF-49EF-434E-A68B-C96EC0C0005A}"/>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387" name="Group 71">
                <a:extLst>
                  <a:ext uri="{FF2B5EF4-FFF2-40B4-BE49-F238E27FC236}">
                    <a16:creationId xmlns:a16="http://schemas.microsoft.com/office/drawing/2014/main" id="{04899703-36DD-3748-90C7-050D5E980277}"/>
                  </a:ext>
                </a:extLst>
              </p:cNvPr>
              <p:cNvGrpSpPr>
                <a:grpSpLocks/>
              </p:cNvGrpSpPr>
              <p:nvPr/>
            </p:nvGrpSpPr>
            <p:grpSpPr bwMode="auto">
              <a:xfrm>
                <a:off x="42" y="1200"/>
                <a:ext cx="681" cy="154"/>
                <a:chOff x="504" y="3523"/>
                <a:chExt cx="681" cy="154"/>
              </a:xfrm>
            </p:grpSpPr>
            <p:grpSp>
              <p:nvGrpSpPr>
                <p:cNvPr id="1388" name="Group 72">
                  <a:extLst>
                    <a:ext uri="{FF2B5EF4-FFF2-40B4-BE49-F238E27FC236}">
                      <a16:creationId xmlns:a16="http://schemas.microsoft.com/office/drawing/2014/main" id="{7E58F00D-1CE7-8A4D-B79A-554376609030}"/>
                    </a:ext>
                  </a:extLst>
                </p:cNvPr>
                <p:cNvGrpSpPr>
                  <a:grpSpLocks/>
                </p:cNvGrpSpPr>
                <p:nvPr/>
              </p:nvGrpSpPr>
              <p:grpSpPr bwMode="auto">
                <a:xfrm>
                  <a:off x="623" y="3523"/>
                  <a:ext cx="510" cy="154"/>
                  <a:chOff x="723" y="3453"/>
                  <a:chExt cx="510" cy="154"/>
                </a:xfrm>
              </p:grpSpPr>
              <p:grpSp>
                <p:nvGrpSpPr>
                  <p:cNvPr id="1392" name="Group 73">
                    <a:extLst>
                      <a:ext uri="{FF2B5EF4-FFF2-40B4-BE49-F238E27FC236}">
                        <a16:creationId xmlns:a16="http://schemas.microsoft.com/office/drawing/2014/main" id="{47FB9C51-9E8B-C54D-8BC2-06F3F7531D23}"/>
                      </a:ext>
                    </a:extLst>
                  </p:cNvPr>
                  <p:cNvGrpSpPr>
                    <a:grpSpLocks/>
                  </p:cNvGrpSpPr>
                  <p:nvPr/>
                </p:nvGrpSpPr>
                <p:grpSpPr bwMode="auto">
                  <a:xfrm>
                    <a:off x="836" y="3453"/>
                    <a:ext cx="397" cy="154"/>
                    <a:chOff x="836" y="3305"/>
                    <a:chExt cx="397" cy="154"/>
                  </a:xfrm>
                </p:grpSpPr>
                <p:grpSp>
                  <p:nvGrpSpPr>
                    <p:cNvPr id="1395" name="Group 74">
                      <a:extLst>
                        <a:ext uri="{FF2B5EF4-FFF2-40B4-BE49-F238E27FC236}">
                          <a16:creationId xmlns:a16="http://schemas.microsoft.com/office/drawing/2014/main" id="{48D2FA83-60D9-974D-AE72-512FA05C5F12}"/>
                        </a:ext>
                      </a:extLst>
                    </p:cNvPr>
                    <p:cNvGrpSpPr>
                      <a:grpSpLocks/>
                    </p:cNvGrpSpPr>
                    <p:nvPr/>
                  </p:nvGrpSpPr>
                  <p:grpSpPr bwMode="auto">
                    <a:xfrm>
                      <a:off x="890" y="3305"/>
                      <a:ext cx="343" cy="154"/>
                      <a:chOff x="844" y="3337"/>
                      <a:chExt cx="343" cy="154"/>
                    </a:xfrm>
                  </p:grpSpPr>
                  <p:sp>
                    <p:nvSpPr>
                      <p:cNvPr id="1399" name="Rectangle 75">
                        <a:extLst>
                          <a:ext uri="{FF2B5EF4-FFF2-40B4-BE49-F238E27FC236}">
                            <a16:creationId xmlns:a16="http://schemas.microsoft.com/office/drawing/2014/main" id="{C706B9B5-94D1-6A44-BF66-EAAFDF0847F3}"/>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0" name="Text Box 76">
                        <a:extLst>
                          <a:ext uri="{FF2B5EF4-FFF2-40B4-BE49-F238E27FC236}">
                            <a16:creationId xmlns:a16="http://schemas.microsoft.com/office/drawing/2014/main" id="{8E295886-4BD5-BF47-9ED6-1EEA0855CE3B}"/>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396" name="Group 77">
                      <a:extLst>
                        <a:ext uri="{FF2B5EF4-FFF2-40B4-BE49-F238E27FC236}">
                          <a16:creationId xmlns:a16="http://schemas.microsoft.com/office/drawing/2014/main" id="{85E5888E-ACDE-A048-AB52-2E52B5C83246}"/>
                        </a:ext>
                      </a:extLst>
                    </p:cNvPr>
                    <p:cNvGrpSpPr>
                      <a:grpSpLocks/>
                    </p:cNvGrpSpPr>
                    <p:nvPr/>
                  </p:nvGrpSpPr>
                  <p:grpSpPr bwMode="auto">
                    <a:xfrm>
                      <a:off x="836" y="3334"/>
                      <a:ext cx="354" cy="94"/>
                      <a:chOff x="836" y="3334"/>
                      <a:chExt cx="354" cy="94"/>
                    </a:xfrm>
                  </p:grpSpPr>
                  <p:sp>
                    <p:nvSpPr>
                      <p:cNvPr id="1397" name="Rectangle 78">
                        <a:extLst>
                          <a:ext uri="{FF2B5EF4-FFF2-40B4-BE49-F238E27FC236}">
                            <a16:creationId xmlns:a16="http://schemas.microsoft.com/office/drawing/2014/main" id="{82615A2A-BF17-5548-83C3-E32578EFC52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8" name="Rectangle 79">
                        <a:extLst>
                          <a:ext uri="{FF2B5EF4-FFF2-40B4-BE49-F238E27FC236}">
                            <a16:creationId xmlns:a16="http://schemas.microsoft.com/office/drawing/2014/main" id="{ABFA8DCD-5499-B64E-8686-262B4971AC6B}"/>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393" name="Rectangle 80">
                    <a:extLst>
                      <a:ext uri="{FF2B5EF4-FFF2-40B4-BE49-F238E27FC236}">
                        <a16:creationId xmlns:a16="http://schemas.microsoft.com/office/drawing/2014/main" id="{015FD140-4F4A-084B-9FD6-3D1462B6F259}"/>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4" name="Rectangle 81">
                    <a:extLst>
                      <a:ext uri="{FF2B5EF4-FFF2-40B4-BE49-F238E27FC236}">
                        <a16:creationId xmlns:a16="http://schemas.microsoft.com/office/drawing/2014/main" id="{CD85327C-6314-844B-BBE0-5A87CB5E5DEE}"/>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89" name="Rectangle 82">
                  <a:extLst>
                    <a:ext uri="{FF2B5EF4-FFF2-40B4-BE49-F238E27FC236}">
                      <a16:creationId xmlns:a16="http://schemas.microsoft.com/office/drawing/2014/main" id="{9F39B614-10F1-774F-B244-ABEBE76703B0}"/>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0" name="Rectangle 83">
                  <a:extLst>
                    <a:ext uri="{FF2B5EF4-FFF2-40B4-BE49-F238E27FC236}">
                      <a16:creationId xmlns:a16="http://schemas.microsoft.com/office/drawing/2014/main" id="{BAC1E200-588A-7740-8C26-1A0629345FFA}"/>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1" name="Rectangle 84">
                  <a:extLst>
                    <a:ext uri="{FF2B5EF4-FFF2-40B4-BE49-F238E27FC236}">
                      <a16:creationId xmlns:a16="http://schemas.microsoft.com/office/drawing/2014/main" id="{35F06EAB-82D2-C44A-A22C-E5918BD89C2B}"/>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383" name="AutoShape 85">
              <a:extLst>
                <a:ext uri="{FF2B5EF4-FFF2-40B4-BE49-F238E27FC236}">
                  <a16:creationId xmlns:a16="http://schemas.microsoft.com/office/drawing/2014/main" id="{18F6CCEB-1F89-1545-BB6F-0DB94AEE141F}"/>
                </a:ext>
              </a:extLst>
            </p:cNvPr>
            <p:cNvSpPr>
              <a:spLocks noChangeArrowheads="1"/>
            </p:cNvSpPr>
            <p:nvPr/>
          </p:nvSpPr>
          <p:spPr bwMode="auto">
            <a:xfrm>
              <a:off x="384" y="744"/>
              <a:ext cx="240" cy="735"/>
            </a:xfrm>
            <a:prstGeom prst="downArrow">
              <a:avLst>
                <a:gd name="adj1" fmla="val 54167"/>
                <a:gd name="adj2" fmla="val 49170"/>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14" name="Group 86">
            <a:extLst>
              <a:ext uri="{FF2B5EF4-FFF2-40B4-BE49-F238E27FC236}">
                <a16:creationId xmlns:a16="http://schemas.microsoft.com/office/drawing/2014/main" id="{1121707D-6A2B-FD4D-8EA2-98FA9D7539B1}"/>
              </a:ext>
            </a:extLst>
          </p:cNvPr>
          <p:cNvGrpSpPr>
            <a:grpSpLocks/>
          </p:cNvGrpSpPr>
          <p:nvPr/>
        </p:nvGrpSpPr>
        <p:grpSpPr bwMode="auto">
          <a:xfrm>
            <a:off x="1543545" y="4795058"/>
            <a:ext cx="1081087" cy="244475"/>
            <a:chOff x="504" y="3523"/>
            <a:chExt cx="681" cy="154"/>
          </a:xfrm>
        </p:grpSpPr>
        <p:grpSp>
          <p:nvGrpSpPr>
            <p:cNvPr id="1415" name="Group 87">
              <a:extLst>
                <a:ext uri="{FF2B5EF4-FFF2-40B4-BE49-F238E27FC236}">
                  <a16:creationId xmlns:a16="http://schemas.microsoft.com/office/drawing/2014/main" id="{A2C1DB06-344A-F84A-8733-AFC4DAEEE2B6}"/>
                </a:ext>
              </a:extLst>
            </p:cNvPr>
            <p:cNvGrpSpPr>
              <a:grpSpLocks/>
            </p:cNvGrpSpPr>
            <p:nvPr/>
          </p:nvGrpSpPr>
          <p:grpSpPr bwMode="auto">
            <a:xfrm>
              <a:off x="623" y="3523"/>
              <a:ext cx="510" cy="154"/>
              <a:chOff x="723" y="3453"/>
              <a:chExt cx="510" cy="154"/>
            </a:xfrm>
          </p:grpSpPr>
          <p:grpSp>
            <p:nvGrpSpPr>
              <p:cNvPr id="1419" name="Group 88">
                <a:extLst>
                  <a:ext uri="{FF2B5EF4-FFF2-40B4-BE49-F238E27FC236}">
                    <a16:creationId xmlns:a16="http://schemas.microsoft.com/office/drawing/2014/main" id="{1312DEFD-37D9-EE4B-A6D8-BD394BBA836C}"/>
                  </a:ext>
                </a:extLst>
              </p:cNvPr>
              <p:cNvGrpSpPr>
                <a:grpSpLocks/>
              </p:cNvGrpSpPr>
              <p:nvPr/>
            </p:nvGrpSpPr>
            <p:grpSpPr bwMode="auto">
              <a:xfrm>
                <a:off x="836" y="3453"/>
                <a:ext cx="397" cy="154"/>
                <a:chOff x="836" y="3305"/>
                <a:chExt cx="397" cy="154"/>
              </a:xfrm>
            </p:grpSpPr>
            <p:grpSp>
              <p:nvGrpSpPr>
                <p:cNvPr id="1422" name="Group 89">
                  <a:extLst>
                    <a:ext uri="{FF2B5EF4-FFF2-40B4-BE49-F238E27FC236}">
                      <a16:creationId xmlns:a16="http://schemas.microsoft.com/office/drawing/2014/main" id="{AEB25500-68E5-0242-9D77-3AB457942928}"/>
                    </a:ext>
                  </a:extLst>
                </p:cNvPr>
                <p:cNvGrpSpPr>
                  <a:grpSpLocks/>
                </p:cNvGrpSpPr>
                <p:nvPr/>
              </p:nvGrpSpPr>
              <p:grpSpPr bwMode="auto">
                <a:xfrm>
                  <a:off x="890" y="3305"/>
                  <a:ext cx="343" cy="154"/>
                  <a:chOff x="844" y="3337"/>
                  <a:chExt cx="343" cy="154"/>
                </a:xfrm>
              </p:grpSpPr>
              <p:sp>
                <p:nvSpPr>
                  <p:cNvPr id="1426" name="Rectangle 90">
                    <a:extLst>
                      <a:ext uri="{FF2B5EF4-FFF2-40B4-BE49-F238E27FC236}">
                        <a16:creationId xmlns:a16="http://schemas.microsoft.com/office/drawing/2014/main" id="{CB0F42B1-EC5C-574D-9996-8915E9E894EA}"/>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7" name="Text Box 91">
                    <a:extLst>
                      <a:ext uri="{FF2B5EF4-FFF2-40B4-BE49-F238E27FC236}">
                        <a16:creationId xmlns:a16="http://schemas.microsoft.com/office/drawing/2014/main" id="{6165BC0B-3830-4148-A011-D65290E5C6BF}"/>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23" name="Group 92">
                  <a:extLst>
                    <a:ext uri="{FF2B5EF4-FFF2-40B4-BE49-F238E27FC236}">
                      <a16:creationId xmlns:a16="http://schemas.microsoft.com/office/drawing/2014/main" id="{B01FA0AD-A461-A44D-B4B2-0EDADF7B1DA4}"/>
                    </a:ext>
                  </a:extLst>
                </p:cNvPr>
                <p:cNvGrpSpPr>
                  <a:grpSpLocks/>
                </p:cNvGrpSpPr>
                <p:nvPr/>
              </p:nvGrpSpPr>
              <p:grpSpPr bwMode="auto">
                <a:xfrm>
                  <a:off x="836" y="3334"/>
                  <a:ext cx="354" cy="94"/>
                  <a:chOff x="836" y="3334"/>
                  <a:chExt cx="354" cy="94"/>
                </a:xfrm>
              </p:grpSpPr>
              <p:sp>
                <p:nvSpPr>
                  <p:cNvPr id="1424" name="Rectangle 93">
                    <a:extLst>
                      <a:ext uri="{FF2B5EF4-FFF2-40B4-BE49-F238E27FC236}">
                        <a16:creationId xmlns:a16="http://schemas.microsoft.com/office/drawing/2014/main" id="{4D064722-2CBE-3641-B55B-92EDAA8C22B2}"/>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5" name="Rectangle 94">
                    <a:extLst>
                      <a:ext uri="{FF2B5EF4-FFF2-40B4-BE49-F238E27FC236}">
                        <a16:creationId xmlns:a16="http://schemas.microsoft.com/office/drawing/2014/main" id="{F1511B9F-2E7C-3340-9B5D-715334B1E142}"/>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420" name="Rectangle 95">
                <a:extLst>
                  <a:ext uri="{FF2B5EF4-FFF2-40B4-BE49-F238E27FC236}">
                    <a16:creationId xmlns:a16="http://schemas.microsoft.com/office/drawing/2014/main" id="{41BCDDA4-7173-A74D-8FA7-8C15DAE22791}"/>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1" name="Rectangle 96">
                <a:extLst>
                  <a:ext uri="{FF2B5EF4-FFF2-40B4-BE49-F238E27FC236}">
                    <a16:creationId xmlns:a16="http://schemas.microsoft.com/office/drawing/2014/main" id="{A5C31A2B-EA68-F74D-B78C-D518F2DD9D45}"/>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416" name="Rectangle 97">
              <a:extLst>
                <a:ext uri="{FF2B5EF4-FFF2-40B4-BE49-F238E27FC236}">
                  <a16:creationId xmlns:a16="http://schemas.microsoft.com/office/drawing/2014/main" id="{45277660-2427-0E41-B8FB-470007D3DDCC}"/>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7" name="Rectangle 98">
              <a:extLst>
                <a:ext uri="{FF2B5EF4-FFF2-40B4-BE49-F238E27FC236}">
                  <a16:creationId xmlns:a16="http://schemas.microsoft.com/office/drawing/2014/main" id="{A8CCFB6D-51C0-524A-A7B0-AA5FCE9A99BE}"/>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8" name="Rectangle 99">
              <a:extLst>
                <a:ext uri="{FF2B5EF4-FFF2-40B4-BE49-F238E27FC236}">
                  <a16:creationId xmlns:a16="http://schemas.microsoft.com/office/drawing/2014/main" id="{7F631B2E-9741-3944-A05C-0F55FF830640}"/>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28" name="Group 100">
            <a:extLst>
              <a:ext uri="{FF2B5EF4-FFF2-40B4-BE49-F238E27FC236}">
                <a16:creationId xmlns:a16="http://schemas.microsoft.com/office/drawing/2014/main" id="{ADC383E7-C8CF-9D44-A628-045BE938429B}"/>
              </a:ext>
            </a:extLst>
          </p:cNvPr>
          <p:cNvGrpSpPr>
            <a:grpSpLocks/>
          </p:cNvGrpSpPr>
          <p:nvPr/>
        </p:nvGrpSpPr>
        <p:grpSpPr bwMode="auto">
          <a:xfrm>
            <a:off x="2572245" y="3626658"/>
            <a:ext cx="1316037" cy="1314450"/>
            <a:chOff x="931" y="1941"/>
            <a:chExt cx="829" cy="828"/>
          </a:xfrm>
        </p:grpSpPr>
        <p:sp>
          <p:nvSpPr>
            <p:cNvPr id="1429" name="Freeform 101">
              <a:extLst>
                <a:ext uri="{FF2B5EF4-FFF2-40B4-BE49-F238E27FC236}">
                  <a16:creationId xmlns:a16="http://schemas.microsoft.com/office/drawing/2014/main" id="{25A378C0-55B4-C94D-A623-59A8EB7F0073}"/>
                </a:ext>
              </a:extLst>
            </p:cNvPr>
            <p:cNvSpPr>
              <a:spLocks/>
            </p:cNvSpPr>
            <p:nvPr/>
          </p:nvSpPr>
          <p:spPr bwMode="auto">
            <a:xfrm>
              <a:off x="1424" y="1965"/>
              <a:ext cx="336" cy="801"/>
            </a:xfrm>
            <a:custGeom>
              <a:avLst/>
              <a:gdLst>
                <a:gd name="T0" fmla="*/ 1 w 551"/>
                <a:gd name="T1" fmla="*/ 0 h 801"/>
                <a:gd name="T2" fmla="*/ 1 w 551"/>
                <a:gd name="T3" fmla="*/ 402 h 801"/>
                <a:gd name="T4" fmla="*/ 1 w 551"/>
                <a:gd name="T5" fmla="*/ 801 h 801"/>
                <a:gd name="T6" fmla="*/ 1 w 551"/>
                <a:gd name="T7" fmla="*/ 535 h 801"/>
                <a:gd name="T8" fmla="*/ 0 w 551"/>
                <a:gd name="T9" fmla="*/ 371 h 801"/>
                <a:gd name="T10" fmla="*/ 1 w 551"/>
                <a:gd name="T11" fmla="*/ 0 h 801"/>
                <a:gd name="T12" fmla="*/ 0 60000 65536"/>
                <a:gd name="T13" fmla="*/ 0 60000 65536"/>
                <a:gd name="T14" fmla="*/ 0 60000 65536"/>
                <a:gd name="T15" fmla="*/ 0 60000 65536"/>
                <a:gd name="T16" fmla="*/ 0 60000 65536"/>
                <a:gd name="T17" fmla="*/ 0 60000 65536"/>
                <a:gd name="T18" fmla="*/ 0 w 551"/>
                <a:gd name="T19" fmla="*/ 0 h 801"/>
                <a:gd name="T20" fmla="*/ 551 w 551"/>
                <a:gd name="T21" fmla="*/ 801 h 801"/>
              </a:gdLst>
              <a:ahLst/>
              <a:cxnLst>
                <a:cxn ang="T12">
                  <a:pos x="T0" y="T1"/>
                </a:cxn>
                <a:cxn ang="T13">
                  <a:pos x="T2" y="T3"/>
                </a:cxn>
                <a:cxn ang="T14">
                  <a:pos x="T4" y="T5"/>
                </a:cxn>
                <a:cxn ang="T15">
                  <a:pos x="T6" y="T7"/>
                </a:cxn>
                <a:cxn ang="T16">
                  <a:pos x="T8" y="T9"/>
                </a:cxn>
                <a:cxn ang="T17">
                  <a:pos x="T10" y="T11"/>
                </a:cxn>
              </a:cxnLst>
              <a:rect l="T18" t="T19" r="T20" b="T21"/>
              <a:pathLst>
                <a:path w="551" h="801">
                  <a:moveTo>
                    <a:pt x="14" y="0"/>
                  </a:moveTo>
                  <a:lnTo>
                    <a:pt x="551" y="402"/>
                  </a:lnTo>
                  <a:lnTo>
                    <a:pt x="6" y="801"/>
                  </a:lnTo>
                  <a:lnTo>
                    <a:pt x="13" y="535"/>
                  </a:lnTo>
                  <a:lnTo>
                    <a:pt x="0" y="371"/>
                  </a:lnTo>
                  <a:lnTo>
                    <a:pt x="14" y="0"/>
                  </a:lnTo>
                  <a:close/>
                </a:path>
              </a:pathLst>
            </a:custGeom>
            <a:gradFill rotWithShape="1">
              <a:gsLst>
                <a:gs pos="0">
                  <a:srgbClr val="FFFFFF">
                    <a:alpha val="65999"/>
                  </a:srgbClr>
                </a:gs>
                <a:gs pos="100000">
                  <a:srgbClr val="000099">
                    <a:alpha val="65999"/>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30" name="Group 102">
              <a:extLst>
                <a:ext uri="{FF2B5EF4-FFF2-40B4-BE49-F238E27FC236}">
                  <a16:creationId xmlns:a16="http://schemas.microsoft.com/office/drawing/2014/main" id="{9F804CDB-1EC2-BD48-82BF-534976C2A4BE}"/>
                </a:ext>
              </a:extLst>
            </p:cNvPr>
            <p:cNvGrpSpPr>
              <a:grpSpLocks/>
            </p:cNvGrpSpPr>
            <p:nvPr/>
          </p:nvGrpSpPr>
          <p:grpSpPr bwMode="auto">
            <a:xfrm>
              <a:off x="931" y="1941"/>
              <a:ext cx="501" cy="828"/>
              <a:chOff x="569" y="2954"/>
              <a:chExt cx="501" cy="828"/>
            </a:xfrm>
          </p:grpSpPr>
          <p:sp>
            <p:nvSpPr>
              <p:cNvPr id="1431" name="Rectangle 103">
                <a:extLst>
                  <a:ext uri="{FF2B5EF4-FFF2-40B4-BE49-F238E27FC236}">
                    <a16:creationId xmlns:a16="http://schemas.microsoft.com/office/drawing/2014/main" id="{F5FF0A09-50BB-5A47-BC95-9E36D622C934}"/>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2" name="Text Box 104">
                <a:extLst>
                  <a:ext uri="{FF2B5EF4-FFF2-40B4-BE49-F238E27FC236}">
                    <a16:creationId xmlns:a16="http://schemas.microsoft.com/office/drawing/2014/main" id="{983732BD-F5E1-A040-B8D1-C73DABEAF53B}"/>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1433" name="Line 105">
                <a:extLst>
                  <a:ext uri="{FF2B5EF4-FFF2-40B4-BE49-F238E27FC236}">
                    <a16:creationId xmlns:a16="http://schemas.microsoft.com/office/drawing/2014/main" id="{ABFD8491-C1C6-2548-A702-B2F9CB59E807}"/>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4" name="Line 106">
                <a:extLst>
                  <a:ext uri="{FF2B5EF4-FFF2-40B4-BE49-F238E27FC236}">
                    <a16:creationId xmlns:a16="http://schemas.microsoft.com/office/drawing/2014/main" id="{21CDF7E2-6761-3C43-9832-7D888CA6E260}"/>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5" name="Line 107">
                <a:extLst>
                  <a:ext uri="{FF2B5EF4-FFF2-40B4-BE49-F238E27FC236}">
                    <a16:creationId xmlns:a16="http://schemas.microsoft.com/office/drawing/2014/main" id="{D7B9C5E9-14E3-B44B-841F-C2912C7A4ACA}"/>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6" name="Line 108">
                <a:extLst>
                  <a:ext uri="{FF2B5EF4-FFF2-40B4-BE49-F238E27FC236}">
                    <a16:creationId xmlns:a16="http://schemas.microsoft.com/office/drawing/2014/main" id="{47E7EAA2-A0DE-5D4C-8841-CCE69E254183}"/>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437" name="Group 145">
            <a:extLst>
              <a:ext uri="{FF2B5EF4-FFF2-40B4-BE49-F238E27FC236}">
                <a16:creationId xmlns:a16="http://schemas.microsoft.com/office/drawing/2014/main" id="{EB3EB365-6337-534D-85A9-F5BF2F50279A}"/>
              </a:ext>
            </a:extLst>
          </p:cNvPr>
          <p:cNvGrpSpPr>
            <a:grpSpLocks/>
          </p:cNvGrpSpPr>
          <p:nvPr/>
        </p:nvGrpSpPr>
        <p:grpSpPr bwMode="auto">
          <a:xfrm>
            <a:off x="1897557" y="3734608"/>
            <a:ext cx="544513" cy="244475"/>
            <a:chOff x="844" y="3337"/>
            <a:chExt cx="343" cy="154"/>
          </a:xfrm>
        </p:grpSpPr>
        <p:sp>
          <p:nvSpPr>
            <p:cNvPr id="1438" name="Rectangle 146">
              <a:extLst>
                <a:ext uri="{FF2B5EF4-FFF2-40B4-BE49-F238E27FC236}">
                  <a16:creationId xmlns:a16="http://schemas.microsoft.com/office/drawing/2014/main" id="{C1EDFB31-2B54-7F4B-B7B3-2B74EB1F1B4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9" name="Text Box 147">
              <a:extLst>
                <a:ext uri="{FF2B5EF4-FFF2-40B4-BE49-F238E27FC236}">
                  <a16:creationId xmlns:a16="http://schemas.microsoft.com/office/drawing/2014/main" id="{26739997-45D8-6E4B-A423-C6DCAC5970FB}"/>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40" name="Group 44">
            <a:extLst>
              <a:ext uri="{FF2B5EF4-FFF2-40B4-BE49-F238E27FC236}">
                <a16:creationId xmlns:a16="http://schemas.microsoft.com/office/drawing/2014/main" id="{5E864C9E-2FFD-CA43-B79D-BEBA724A7561}"/>
              </a:ext>
            </a:extLst>
          </p:cNvPr>
          <p:cNvGrpSpPr>
            <a:grpSpLocks/>
          </p:cNvGrpSpPr>
          <p:nvPr/>
        </p:nvGrpSpPr>
        <p:grpSpPr bwMode="auto">
          <a:xfrm>
            <a:off x="2289670" y="1637520"/>
            <a:ext cx="976312" cy="1460500"/>
            <a:chOff x="651" y="681"/>
            <a:chExt cx="615" cy="920"/>
          </a:xfrm>
        </p:grpSpPr>
        <p:sp>
          <p:nvSpPr>
            <p:cNvPr id="1441" name="Freeform 45">
              <a:extLst>
                <a:ext uri="{FF2B5EF4-FFF2-40B4-BE49-F238E27FC236}">
                  <a16:creationId xmlns:a16="http://schemas.microsoft.com/office/drawing/2014/main" id="{3296C3CB-ADF7-C543-8BF9-E52EC508CB9C}"/>
                </a:ext>
              </a:extLst>
            </p:cNvPr>
            <p:cNvSpPr>
              <a:spLocks/>
            </p:cNvSpPr>
            <p:nvPr/>
          </p:nvSpPr>
          <p:spPr bwMode="auto">
            <a:xfrm>
              <a:off x="662" y="698"/>
              <a:ext cx="604" cy="903"/>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T15" fmla="*/ 0 w 604"/>
                <a:gd name="T16" fmla="*/ 0 h 903"/>
                <a:gd name="T17" fmla="*/ 604 w 604"/>
                <a:gd name="T18" fmla="*/ 903 h 903"/>
              </a:gdLst>
              <a:ahLst/>
              <a:cxnLst>
                <a:cxn ang="T10">
                  <a:pos x="T0" y="T1"/>
                </a:cxn>
                <a:cxn ang="T11">
                  <a:pos x="T2" y="T3"/>
                </a:cxn>
                <a:cxn ang="T12">
                  <a:pos x="T4" y="T5"/>
                </a:cxn>
                <a:cxn ang="T13">
                  <a:pos x="T6" y="T7"/>
                </a:cxn>
                <a:cxn ang="T14">
                  <a:pos x="T8" y="T9"/>
                </a:cxn>
              </a:cxnLst>
              <a:rect l="T15" t="T16" r="T17" b="T18"/>
              <a:pathLst>
                <a:path w="604" h="903">
                  <a:moveTo>
                    <a:pt x="496" y="0"/>
                  </a:moveTo>
                  <a:lnTo>
                    <a:pt x="604" y="903"/>
                  </a:lnTo>
                  <a:lnTo>
                    <a:pt x="0" y="788"/>
                  </a:lnTo>
                  <a:lnTo>
                    <a:pt x="456" y="750"/>
                  </a:lnTo>
                  <a:lnTo>
                    <a:pt x="496" y="0"/>
                  </a:lnTo>
                  <a:close/>
                </a:path>
              </a:pathLst>
            </a:custGeom>
            <a:gradFill rotWithShape="1">
              <a:gsLst>
                <a:gs pos="0">
                  <a:srgbClr val="FFFFFF">
                    <a:alpha val="65999"/>
                  </a:srgbClr>
                </a:gs>
                <a:gs pos="100000">
                  <a:srgbClr val="000099">
                    <a:alpha val="65999"/>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42" name="Group 46">
              <a:extLst>
                <a:ext uri="{FF2B5EF4-FFF2-40B4-BE49-F238E27FC236}">
                  <a16:creationId xmlns:a16="http://schemas.microsoft.com/office/drawing/2014/main" id="{C9BF4AA6-9994-8F41-A05D-CBC5A1C1712B}"/>
                </a:ext>
              </a:extLst>
            </p:cNvPr>
            <p:cNvGrpSpPr>
              <a:grpSpLocks/>
            </p:cNvGrpSpPr>
            <p:nvPr/>
          </p:nvGrpSpPr>
          <p:grpSpPr bwMode="auto">
            <a:xfrm>
              <a:off x="651" y="681"/>
              <a:ext cx="501" cy="828"/>
              <a:chOff x="569" y="2954"/>
              <a:chExt cx="501" cy="828"/>
            </a:xfrm>
          </p:grpSpPr>
          <p:sp>
            <p:nvSpPr>
              <p:cNvPr id="1443" name="Rectangle 47">
                <a:extLst>
                  <a:ext uri="{FF2B5EF4-FFF2-40B4-BE49-F238E27FC236}">
                    <a16:creationId xmlns:a16="http://schemas.microsoft.com/office/drawing/2014/main" id="{44C90133-F644-3144-9C8C-A31E26B37699}"/>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algn="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4" name="Text Box 48">
                <a:extLst>
                  <a:ext uri="{FF2B5EF4-FFF2-40B4-BE49-F238E27FC236}">
                    <a16:creationId xmlns:a16="http://schemas.microsoft.com/office/drawing/2014/main" id="{D1000159-7078-524B-ABE3-6A5E79D44D1E}"/>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1445" name="Line 49">
                <a:extLst>
                  <a:ext uri="{FF2B5EF4-FFF2-40B4-BE49-F238E27FC236}">
                    <a16:creationId xmlns:a16="http://schemas.microsoft.com/office/drawing/2014/main" id="{D2C8C2BD-FE00-FA4A-A35B-038AF71B3EB1}"/>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6" name="Line 50">
                <a:extLst>
                  <a:ext uri="{FF2B5EF4-FFF2-40B4-BE49-F238E27FC236}">
                    <a16:creationId xmlns:a16="http://schemas.microsoft.com/office/drawing/2014/main" id="{D202699A-F155-FF4E-87CC-CF23F4517C5D}"/>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7" name="Line 51">
                <a:extLst>
                  <a:ext uri="{FF2B5EF4-FFF2-40B4-BE49-F238E27FC236}">
                    <a16:creationId xmlns:a16="http://schemas.microsoft.com/office/drawing/2014/main" id="{6E937A07-7E1F-304E-B1B7-8202278EFAE7}"/>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8" name="Line 52">
                <a:extLst>
                  <a:ext uri="{FF2B5EF4-FFF2-40B4-BE49-F238E27FC236}">
                    <a16:creationId xmlns:a16="http://schemas.microsoft.com/office/drawing/2014/main" id="{55F43419-46AF-8641-A8A6-FD4FF58142C2}"/>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449" name="Group 109">
            <a:extLst>
              <a:ext uri="{FF2B5EF4-FFF2-40B4-BE49-F238E27FC236}">
                <a16:creationId xmlns:a16="http://schemas.microsoft.com/office/drawing/2014/main" id="{58FE9FE4-9009-F540-9B98-9736A8E284E0}"/>
              </a:ext>
            </a:extLst>
          </p:cNvPr>
          <p:cNvGrpSpPr>
            <a:grpSpLocks/>
          </p:cNvGrpSpPr>
          <p:nvPr/>
        </p:nvGrpSpPr>
        <p:grpSpPr bwMode="auto">
          <a:xfrm>
            <a:off x="1165720" y="1526395"/>
            <a:ext cx="1081087" cy="1217613"/>
            <a:chOff x="1404" y="3105"/>
            <a:chExt cx="681" cy="767"/>
          </a:xfrm>
        </p:grpSpPr>
        <p:grpSp>
          <p:nvGrpSpPr>
            <p:cNvPr id="1450" name="Group 110">
              <a:extLst>
                <a:ext uri="{FF2B5EF4-FFF2-40B4-BE49-F238E27FC236}">
                  <a16:creationId xmlns:a16="http://schemas.microsoft.com/office/drawing/2014/main" id="{CDAA7254-E209-2444-9E44-2A311BC72FC2}"/>
                </a:ext>
              </a:extLst>
            </p:cNvPr>
            <p:cNvGrpSpPr>
              <a:grpSpLocks/>
            </p:cNvGrpSpPr>
            <p:nvPr/>
          </p:nvGrpSpPr>
          <p:grpSpPr bwMode="auto">
            <a:xfrm>
              <a:off x="1404" y="3355"/>
              <a:ext cx="681" cy="468"/>
              <a:chOff x="42" y="886"/>
              <a:chExt cx="681" cy="468"/>
            </a:xfrm>
          </p:grpSpPr>
          <p:grpSp>
            <p:nvGrpSpPr>
              <p:cNvPr id="1455" name="Group 111">
                <a:extLst>
                  <a:ext uri="{FF2B5EF4-FFF2-40B4-BE49-F238E27FC236}">
                    <a16:creationId xmlns:a16="http://schemas.microsoft.com/office/drawing/2014/main" id="{7AA66DC0-034B-A34B-AAEF-041ADBFE2FBD}"/>
                  </a:ext>
                </a:extLst>
              </p:cNvPr>
              <p:cNvGrpSpPr>
                <a:grpSpLocks/>
              </p:cNvGrpSpPr>
              <p:nvPr/>
            </p:nvGrpSpPr>
            <p:grpSpPr bwMode="auto">
              <a:xfrm>
                <a:off x="278" y="886"/>
                <a:ext cx="397" cy="154"/>
                <a:chOff x="740" y="3209"/>
                <a:chExt cx="397" cy="154"/>
              </a:xfrm>
            </p:grpSpPr>
            <p:grpSp>
              <p:nvGrpSpPr>
                <p:cNvPr id="1480" name="Group 112">
                  <a:extLst>
                    <a:ext uri="{FF2B5EF4-FFF2-40B4-BE49-F238E27FC236}">
                      <a16:creationId xmlns:a16="http://schemas.microsoft.com/office/drawing/2014/main" id="{7E6F218F-EDED-5B44-9422-ABABEC3B27AC}"/>
                    </a:ext>
                  </a:extLst>
                </p:cNvPr>
                <p:cNvGrpSpPr>
                  <a:grpSpLocks/>
                </p:cNvGrpSpPr>
                <p:nvPr/>
              </p:nvGrpSpPr>
              <p:grpSpPr bwMode="auto">
                <a:xfrm>
                  <a:off x="794" y="3209"/>
                  <a:ext cx="343" cy="154"/>
                  <a:chOff x="844" y="3337"/>
                  <a:chExt cx="343" cy="154"/>
                </a:xfrm>
              </p:grpSpPr>
              <p:sp>
                <p:nvSpPr>
                  <p:cNvPr id="1483" name="Rectangle 113">
                    <a:extLst>
                      <a:ext uri="{FF2B5EF4-FFF2-40B4-BE49-F238E27FC236}">
                        <a16:creationId xmlns:a16="http://schemas.microsoft.com/office/drawing/2014/main" id="{9A2696C2-7BF2-3240-8202-E6BBE2E2F1F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4" name="Text Box 114">
                    <a:extLst>
                      <a:ext uri="{FF2B5EF4-FFF2-40B4-BE49-F238E27FC236}">
                        <a16:creationId xmlns:a16="http://schemas.microsoft.com/office/drawing/2014/main" id="{58C83739-1CBA-E249-9B1C-C8916D8D79C9}"/>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1481" name="Rectangle 115">
                  <a:extLst>
                    <a:ext uri="{FF2B5EF4-FFF2-40B4-BE49-F238E27FC236}">
                      <a16:creationId xmlns:a16="http://schemas.microsoft.com/office/drawing/2014/main" id="{5387A33B-5D06-C046-9DCF-1C317563693B}"/>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2" name="Rectangle 116">
                  <a:extLst>
                    <a:ext uri="{FF2B5EF4-FFF2-40B4-BE49-F238E27FC236}">
                      <a16:creationId xmlns:a16="http://schemas.microsoft.com/office/drawing/2014/main" id="{08F8503E-3B0A-7A42-97B0-9FF42C53AF7D}"/>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56" name="Group 117">
                <a:extLst>
                  <a:ext uri="{FF2B5EF4-FFF2-40B4-BE49-F238E27FC236}">
                    <a16:creationId xmlns:a16="http://schemas.microsoft.com/office/drawing/2014/main" id="{C978DB29-8FB0-A943-8A79-68EEB5518149}"/>
                  </a:ext>
                </a:extLst>
              </p:cNvPr>
              <p:cNvGrpSpPr>
                <a:grpSpLocks/>
              </p:cNvGrpSpPr>
              <p:nvPr/>
            </p:nvGrpSpPr>
            <p:grpSpPr bwMode="auto">
              <a:xfrm>
                <a:off x="278" y="1034"/>
                <a:ext cx="397" cy="154"/>
                <a:chOff x="836" y="3305"/>
                <a:chExt cx="397" cy="154"/>
              </a:xfrm>
            </p:grpSpPr>
            <p:grpSp>
              <p:nvGrpSpPr>
                <p:cNvPr id="1474" name="Group 118">
                  <a:extLst>
                    <a:ext uri="{FF2B5EF4-FFF2-40B4-BE49-F238E27FC236}">
                      <a16:creationId xmlns:a16="http://schemas.microsoft.com/office/drawing/2014/main" id="{9397A90E-1E80-FB4E-9C4A-441A9CFE5304}"/>
                    </a:ext>
                  </a:extLst>
                </p:cNvPr>
                <p:cNvGrpSpPr>
                  <a:grpSpLocks/>
                </p:cNvGrpSpPr>
                <p:nvPr/>
              </p:nvGrpSpPr>
              <p:grpSpPr bwMode="auto">
                <a:xfrm>
                  <a:off x="890" y="3305"/>
                  <a:ext cx="343" cy="154"/>
                  <a:chOff x="844" y="3337"/>
                  <a:chExt cx="343" cy="154"/>
                </a:xfrm>
              </p:grpSpPr>
              <p:sp>
                <p:nvSpPr>
                  <p:cNvPr id="1478" name="Rectangle 119">
                    <a:extLst>
                      <a:ext uri="{FF2B5EF4-FFF2-40B4-BE49-F238E27FC236}">
                        <a16:creationId xmlns:a16="http://schemas.microsoft.com/office/drawing/2014/main" id="{0DB16A9C-A911-F74E-B0EC-2983F84CABC1}"/>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9" name="Text Box 120">
                    <a:extLst>
                      <a:ext uri="{FF2B5EF4-FFF2-40B4-BE49-F238E27FC236}">
                        <a16:creationId xmlns:a16="http://schemas.microsoft.com/office/drawing/2014/main" id="{92A60009-6700-4744-BC06-74E4E53DBF29}"/>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75" name="Group 121">
                  <a:extLst>
                    <a:ext uri="{FF2B5EF4-FFF2-40B4-BE49-F238E27FC236}">
                      <a16:creationId xmlns:a16="http://schemas.microsoft.com/office/drawing/2014/main" id="{EC28BAD4-51BE-9840-8F12-987638ECA02E}"/>
                    </a:ext>
                  </a:extLst>
                </p:cNvPr>
                <p:cNvGrpSpPr>
                  <a:grpSpLocks/>
                </p:cNvGrpSpPr>
                <p:nvPr/>
              </p:nvGrpSpPr>
              <p:grpSpPr bwMode="auto">
                <a:xfrm>
                  <a:off x="836" y="3334"/>
                  <a:ext cx="354" cy="94"/>
                  <a:chOff x="836" y="3334"/>
                  <a:chExt cx="354" cy="94"/>
                </a:xfrm>
              </p:grpSpPr>
              <p:sp>
                <p:nvSpPr>
                  <p:cNvPr id="1476" name="Rectangle 122">
                    <a:extLst>
                      <a:ext uri="{FF2B5EF4-FFF2-40B4-BE49-F238E27FC236}">
                        <a16:creationId xmlns:a16="http://schemas.microsoft.com/office/drawing/2014/main" id="{C525C5B2-D191-AA43-A272-09ADE5B6141E}"/>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7" name="Rectangle 123">
                    <a:extLst>
                      <a:ext uri="{FF2B5EF4-FFF2-40B4-BE49-F238E27FC236}">
                        <a16:creationId xmlns:a16="http://schemas.microsoft.com/office/drawing/2014/main" id="{E32D1144-95E0-244B-9A90-662C63157250}"/>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457" name="Group 124">
                <a:extLst>
                  <a:ext uri="{FF2B5EF4-FFF2-40B4-BE49-F238E27FC236}">
                    <a16:creationId xmlns:a16="http://schemas.microsoft.com/office/drawing/2014/main" id="{3A2BC2EA-7C10-2641-B88B-F885E6464C79}"/>
                  </a:ext>
                </a:extLst>
              </p:cNvPr>
              <p:cNvGrpSpPr>
                <a:grpSpLocks/>
              </p:cNvGrpSpPr>
              <p:nvPr/>
            </p:nvGrpSpPr>
            <p:grpSpPr bwMode="auto">
              <a:xfrm>
                <a:off x="165" y="1054"/>
                <a:ext cx="480" cy="112"/>
                <a:chOff x="627" y="3377"/>
                <a:chExt cx="480" cy="112"/>
              </a:xfrm>
            </p:grpSpPr>
            <p:sp>
              <p:nvSpPr>
                <p:cNvPr id="1472" name="Rectangle 125">
                  <a:extLst>
                    <a:ext uri="{FF2B5EF4-FFF2-40B4-BE49-F238E27FC236}">
                      <a16:creationId xmlns:a16="http://schemas.microsoft.com/office/drawing/2014/main" id="{8785FBBA-795C-CF44-B62B-D33FA9E618B7}"/>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3" name="Rectangle 126">
                  <a:extLst>
                    <a:ext uri="{FF2B5EF4-FFF2-40B4-BE49-F238E27FC236}">
                      <a16:creationId xmlns:a16="http://schemas.microsoft.com/office/drawing/2014/main" id="{76173DFA-C8EC-A843-B918-F2317BD0639D}"/>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58" name="Group 127">
                <a:extLst>
                  <a:ext uri="{FF2B5EF4-FFF2-40B4-BE49-F238E27FC236}">
                    <a16:creationId xmlns:a16="http://schemas.microsoft.com/office/drawing/2014/main" id="{A48B6F5A-E505-7448-B7A9-5579391534EF}"/>
                  </a:ext>
                </a:extLst>
              </p:cNvPr>
              <p:cNvGrpSpPr>
                <a:grpSpLocks/>
              </p:cNvGrpSpPr>
              <p:nvPr/>
            </p:nvGrpSpPr>
            <p:grpSpPr bwMode="auto">
              <a:xfrm>
                <a:off x="42" y="1200"/>
                <a:ext cx="681" cy="154"/>
                <a:chOff x="504" y="3523"/>
                <a:chExt cx="681" cy="154"/>
              </a:xfrm>
            </p:grpSpPr>
            <p:grpSp>
              <p:nvGrpSpPr>
                <p:cNvPr id="1459" name="Group 128">
                  <a:extLst>
                    <a:ext uri="{FF2B5EF4-FFF2-40B4-BE49-F238E27FC236}">
                      <a16:creationId xmlns:a16="http://schemas.microsoft.com/office/drawing/2014/main" id="{681DE71A-000E-8E42-B0E8-4482D6CFE482}"/>
                    </a:ext>
                  </a:extLst>
                </p:cNvPr>
                <p:cNvGrpSpPr>
                  <a:grpSpLocks/>
                </p:cNvGrpSpPr>
                <p:nvPr/>
              </p:nvGrpSpPr>
              <p:grpSpPr bwMode="auto">
                <a:xfrm>
                  <a:off x="623" y="3523"/>
                  <a:ext cx="510" cy="154"/>
                  <a:chOff x="723" y="3453"/>
                  <a:chExt cx="510" cy="154"/>
                </a:xfrm>
              </p:grpSpPr>
              <p:grpSp>
                <p:nvGrpSpPr>
                  <p:cNvPr id="1463" name="Group 129">
                    <a:extLst>
                      <a:ext uri="{FF2B5EF4-FFF2-40B4-BE49-F238E27FC236}">
                        <a16:creationId xmlns:a16="http://schemas.microsoft.com/office/drawing/2014/main" id="{B6375359-6706-9C45-BC6D-18579F2035FD}"/>
                      </a:ext>
                    </a:extLst>
                  </p:cNvPr>
                  <p:cNvGrpSpPr>
                    <a:grpSpLocks/>
                  </p:cNvGrpSpPr>
                  <p:nvPr/>
                </p:nvGrpSpPr>
                <p:grpSpPr bwMode="auto">
                  <a:xfrm>
                    <a:off x="836" y="3453"/>
                    <a:ext cx="397" cy="154"/>
                    <a:chOff x="836" y="3305"/>
                    <a:chExt cx="397" cy="154"/>
                  </a:xfrm>
                </p:grpSpPr>
                <p:grpSp>
                  <p:nvGrpSpPr>
                    <p:cNvPr id="1466" name="Group 130">
                      <a:extLst>
                        <a:ext uri="{FF2B5EF4-FFF2-40B4-BE49-F238E27FC236}">
                          <a16:creationId xmlns:a16="http://schemas.microsoft.com/office/drawing/2014/main" id="{F84ECF8C-F8FC-E34C-9F1C-13FC2FCCD187}"/>
                        </a:ext>
                      </a:extLst>
                    </p:cNvPr>
                    <p:cNvGrpSpPr>
                      <a:grpSpLocks/>
                    </p:cNvGrpSpPr>
                    <p:nvPr/>
                  </p:nvGrpSpPr>
                  <p:grpSpPr bwMode="auto">
                    <a:xfrm>
                      <a:off x="890" y="3305"/>
                      <a:ext cx="343" cy="154"/>
                      <a:chOff x="844" y="3337"/>
                      <a:chExt cx="343" cy="154"/>
                    </a:xfrm>
                  </p:grpSpPr>
                  <p:sp>
                    <p:nvSpPr>
                      <p:cNvPr id="1470" name="Rectangle 131">
                        <a:extLst>
                          <a:ext uri="{FF2B5EF4-FFF2-40B4-BE49-F238E27FC236}">
                            <a16:creationId xmlns:a16="http://schemas.microsoft.com/office/drawing/2014/main" id="{56A648A7-A050-F44E-9D3A-14E1D0E85DC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1" name="Text Box 132">
                        <a:extLst>
                          <a:ext uri="{FF2B5EF4-FFF2-40B4-BE49-F238E27FC236}">
                            <a16:creationId xmlns:a16="http://schemas.microsoft.com/office/drawing/2014/main" id="{32C1EAAF-FBA4-124C-9646-AEC31F2D4AE0}"/>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67" name="Group 133">
                      <a:extLst>
                        <a:ext uri="{FF2B5EF4-FFF2-40B4-BE49-F238E27FC236}">
                          <a16:creationId xmlns:a16="http://schemas.microsoft.com/office/drawing/2014/main" id="{95189338-B5FB-BB41-85DD-B07304A918F9}"/>
                        </a:ext>
                      </a:extLst>
                    </p:cNvPr>
                    <p:cNvGrpSpPr>
                      <a:grpSpLocks/>
                    </p:cNvGrpSpPr>
                    <p:nvPr/>
                  </p:nvGrpSpPr>
                  <p:grpSpPr bwMode="auto">
                    <a:xfrm>
                      <a:off x="836" y="3334"/>
                      <a:ext cx="354" cy="94"/>
                      <a:chOff x="836" y="3334"/>
                      <a:chExt cx="354" cy="94"/>
                    </a:xfrm>
                  </p:grpSpPr>
                  <p:sp>
                    <p:nvSpPr>
                      <p:cNvPr id="1468" name="Rectangle 134">
                        <a:extLst>
                          <a:ext uri="{FF2B5EF4-FFF2-40B4-BE49-F238E27FC236}">
                            <a16:creationId xmlns:a16="http://schemas.microsoft.com/office/drawing/2014/main" id="{3CBF0518-5037-F648-9BCF-79DD7705E2AC}"/>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9" name="Rectangle 135">
                        <a:extLst>
                          <a:ext uri="{FF2B5EF4-FFF2-40B4-BE49-F238E27FC236}">
                            <a16:creationId xmlns:a16="http://schemas.microsoft.com/office/drawing/2014/main" id="{BED42D69-973B-654F-9215-49EDA6426F98}"/>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464" name="Rectangle 136">
                    <a:extLst>
                      <a:ext uri="{FF2B5EF4-FFF2-40B4-BE49-F238E27FC236}">
                        <a16:creationId xmlns:a16="http://schemas.microsoft.com/office/drawing/2014/main" id="{DA6797DB-1AFF-FF42-A09B-6871FEC345F8}"/>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5" name="Rectangle 137">
                    <a:extLst>
                      <a:ext uri="{FF2B5EF4-FFF2-40B4-BE49-F238E27FC236}">
                        <a16:creationId xmlns:a16="http://schemas.microsoft.com/office/drawing/2014/main" id="{686420C8-7F0D-A049-B975-D1A1C472439D}"/>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460" name="Rectangle 138">
                  <a:extLst>
                    <a:ext uri="{FF2B5EF4-FFF2-40B4-BE49-F238E27FC236}">
                      <a16:creationId xmlns:a16="http://schemas.microsoft.com/office/drawing/2014/main" id="{BF847ED3-F2FA-214E-9C6C-0926FFCA7682}"/>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1" name="Rectangle 139">
                  <a:extLst>
                    <a:ext uri="{FF2B5EF4-FFF2-40B4-BE49-F238E27FC236}">
                      <a16:creationId xmlns:a16="http://schemas.microsoft.com/office/drawing/2014/main" id="{E6D859BD-B53E-BB4C-9782-B7FDD5506A2F}"/>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2" name="Rectangle 140">
                  <a:extLst>
                    <a:ext uri="{FF2B5EF4-FFF2-40B4-BE49-F238E27FC236}">
                      <a16:creationId xmlns:a16="http://schemas.microsoft.com/office/drawing/2014/main" id="{9790991B-D844-4241-B85A-CA1259965DC7}"/>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451" name="AutoShape 141">
              <a:extLst>
                <a:ext uri="{FF2B5EF4-FFF2-40B4-BE49-F238E27FC236}">
                  <a16:creationId xmlns:a16="http://schemas.microsoft.com/office/drawing/2014/main" id="{B068294F-E14C-F445-92F1-F5484E910043}"/>
                </a:ext>
              </a:extLst>
            </p:cNvPr>
            <p:cNvSpPr>
              <a:spLocks noChangeArrowheads="1"/>
            </p:cNvSpPr>
            <p:nvPr/>
          </p:nvSpPr>
          <p:spPr bwMode="auto">
            <a:xfrm rot="10800000">
              <a:off x="1727" y="3105"/>
              <a:ext cx="240" cy="767"/>
            </a:xfrm>
            <a:prstGeom prst="downArrow">
              <a:avLst>
                <a:gd name="adj1" fmla="val 54167"/>
                <a:gd name="adj2" fmla="val 51311"/>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52" name="Group 142">
              <a:extLst>
                <a:ext uri="{FF2B5EF4-FFF2-40B4-BE49-F238E27FC236}">
                  <a16:creationId xmlns:a16="http://schemas.microsoft.com/office/drawing/2014/main" id="{A7BC1A01-56FC-D641-A01F-791A195CDC3F}"/>
                </a:ext>
              </a:extLst>
            </p:cNvPr>
            <p:cNvGrpSpPr>
              <a:grpSpLocks/>
            </p:cNvGrpSpPr>
            <p:nvPr/>
          </p:nvGrpSpPr>
          <p:grpSpPr bwMode="auto">
            <a:xfrm>
              <a:off x="1695" y="3227"/>
              <a:ext cx="343" cy="154"/>
              <a:chOff x="844" y="3337"/>
              <a:chExt cx="343" cy="154"/>
            </a:xfrm>
          </p:grpSpPr>
          <p:sp>
            <p:nvSpPr>
              <p:cNvPr id="1453" name="Rectangle 143">
                <a:extLst>
                  <a:ext uri="{FF2B5EF4-FFF2-40B4-BE49-F238E27FC236}">
                    <a16:creationId xmlns:a16="http://schemas.microsoft.com/office/drawing/2014/main" id="{D94FBB29-8E0E-1A4D-B09C-73D936E62BBA}"/>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54" name="Text Box 144">
                <a:extLst>
                  <a:ext uri="{FF2B5EF4-FFF2-40B4-BE49-F238E27FC236}">
                    <a16:creationId xmlns:a16="http://schemas.microsoft.com/office/drawing/2014/main" id="{C82973EC-B8F3-E842-8A88-D895358A3F46}"/>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sp>
        <p:nvSpPr>
          <p:cNvPr id="1485" name="Rectangle 226">
            <a:extLst>
              <a:ext uri="{FF2B5EF4-FFF2-40B4-BE49-F238E27FC236}">
                <a16:creationId xmlns:a16="http://schemas.microsoft.com/office/drawing/2014/main" id="{5DF70C14-A16A-3E4C-982B-58F5DD4F5DE9}"/>
              </a:ext>
            </a:extLst>
          </p:cNvPr>
          <p:cNvSpPr>
            <a:spLocks noChangeArrowheads="1"/>
          </p:cNvSpPr>
          <p:nvPr/>
        </p:nvSpPr>
        <p:spPr bwMode="auto">
          <a:xfrm>
            <a:off x="6120307" y="4620433"/>
            <a:ext cx="5201653" cy="13620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client now knows its IP address, name and IP address of DNS server, IP address of its first-hop router</a:t>
            </a:r>
          </a:p>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Char char="v"/>
              <a:tabLst/>
              <a:defRPr/>
            </a:pP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endParaRPr>
          </a:p>
        </p:txBody>
      </p:sp>
      <p:grpSp>
        <p:nvGrpSpPr>
          <p:cNvPr id="1341" name="Group 186">
            <a:extLst>
              <a:ext uri="{FF2B5EF4-FFF2-40B4-BE49-F238E27FC236}">
                <a16:creationId xmlns:a16="http://schemas.microsoft.com/office/drawing/2014/main" id="{0827A38F-76E7-194D-BDA6-1A605B355FB7}"/>
              </a:ext>
            </a:extLst>
          </p:cNvPr>
          <p:cNvGrpSpPr>
            <a:grpSpLocks/>
          </p:cNvGrpSpPr>
          <p:nvPr/>
        </p:nvGrpSpPr>
        <p:grpSpPr bwMode="auto">
          <a:xfrm>
            <a:off x="3800970" y="3720320"/>
            <a:ext cx="423862" cy="647700"/>
            <a:chOff x="4140" y="429"/>
            <a:chExt cx="1425" cy="2396"/>
          </a:xfrm>
        </p:grpSpPr>
        <p:sp>
          <p:nvSpPr>
            <p:cNvPr id="1342" name="Freeform 187">
              <a:extLst>
                <a:ext uri="{FF2B5EF4-FFF2-40B4-BE49-F238E27FC236}">
                  <a16:creationId xmlns:a16="http://schemas.microsoft.com/office/drawing/2014/main" id="{D46F6DF5-01A2-1849-A3BB-030EF6344BC8}"/>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3" name="Rectangle 188">
              <a:extLst>
                <a:ext uri="{FF2B5EF4-FFF2-40B4-BE49-F238E27FC236}">
                  <a16:creationId xmlns:a16="http://schemas.microsoft.com/office/drawing/2014/main" id="{E1E80B19-9CDE-FB4C-AC77-EFE0782CC823}"/>
                </a:ext>
              </a:extLst>
            </p:cNvPr>
            <p:cNvSpPr>
              <a:spLocks noChangeArrowheads="1"/>
            </p:cNvSpPr>
            <p:nvPr/>
          </p:nvSpPr>
          <p:spPr bwMode="auto">
            <a:xfrm>
              <a:off x="4204" y="429"/>
              <a:ext cx="1051"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4" name="Freeform 189">
              <a:extLst>
                <a:ext uri="{FF2B5EF4-FFF2-40B4-BE49-F238E27FC236}">
                  <a16:creationId xmlns:a16="http://schemas.microsoft.com/office/drawing/2014/main" id="{7E3264C2-51DE-F54E-9A1B-76045D0A25F4}"/>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5" name="Freeform 190">
              <a:extLst>
                <a:ext uri="{FF2B5EF4-FFF2-40B4-BE49-F238E27FC236}">
                  <a16:creationId xmlns:a16="http://schemas.microsoft.com/office/drawing/2014/main" id="{747CB78A-D52C-CE42-AC7E-25B8998929BB}"/>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6" name="Rectangle 191">
              <a:extLst>
                <a:ext uri="{FF2B5EF4-FFF2-40B4-BE49-F238E27FC236}">
                  <a16:creationId xmlns:a16="http://schemas.microsoft.com/office/drawing/2014/main" id="{4140DAEF-666D-DA47-BDAF-E2CB84851395}"/>
                </a:ext>
              </a:extLst>
            </p:cNvPr>
            <p:cNvSpPr>
              <a:spLocks noChangeArrowheads="1"/>
            </p:cNvSpPr>
            <p:nvPr/>
          </p:nvSpPr>
          <p:spPr bwMode="auto">
            <a:xfrm>
              <a:off x="4209" y="693"/>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47" name="Group 192">
              <a:extLst>
                <a:ext uri="{FF2B5EF4-FFF2-40B4-BE49-F238E27FC236}">
                  <a16:creationId xmlns:a16="http://schemas.microsoft.com/office/drawing/2014/main" id="{299117A0-29F3-E34B-B8B3-2F87D3986129}"/>
                </a:ext>
              </a:extLst>
            </p:cNvPr>
            <p:cNvGrpSpPr>
              <a:grpSpLocks/>
            </p:cNvGrpSpPr>
            <p:nvPr/>
          </p:nvGrpSpPr>
          <p:grpSpPr bwMode="auto">
            <a:xfrm>
              <a:off x="4749" y="668"/>
              <a:ext cx="581" cy="145"/>
              <a:chOff x="614" y="2568"/>
              <a:chExt cx="725" cy="139"/>
            </a:xfrm>
          </p:grpSpPr>
          <p:sp>
            <p:nvSpPr>
              <p:cNvPr id="1372" name="AutoShape 193">
                <a:extLst>
                  <a:ext uri="{FF2B5EF4-FFF2-40B4-BE49-F238E27FC236}">
                    <a16:creationId xmlns:a16="http://schemas.microsoft.com/office/drawing/2014/main" id="{0C5A74EE-A7D5-BA47-BFF6-F3C788C5CF29}"/>
                  </a:ext>
                </a:extLst>
              </p:cNvPr>
              <p:cNvSpPr>
                <a:spLocks noChangeArrowheads="1"/>
              </p:cNvSpPr>
              <p:nvPr/>
            </p:nvSpPr>
            <p:spPr bwMode="auto">
              <a:xfrm>
                <a:off x="613" y="2570"/>
                <a:ext cx="726" cy="135"/>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3" name="AutoShape 194">
                <a:extLst>
                  <a:ext uri="{FF2B5EF4-FFF2-40B4-BE49-F238E27FC236}">
                    <a16:creationId xmlns:a16="http://schemas.microsoft.com/office/drawing/2014/main" id="{15763F6D-F30B-604C-B1A4-B9E2BB00F6B7}"/>
                  </a:ext>
                </a:extLst>
              </p:cNvPr>
              <p:cNvSpPr>
                <a:spLocks noChangeArrowheads="1"/>
              </p:cNvSpPr>
              <p:nvPr/>
            </p:nvSpPr>
            <p:spPr bwMode="auto">
              <a:xfrm>
                <a:off x="627" y="2587"/>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48" name="Rectangle 195">
              <a:extLst>
                <a:ext uri="{FF2B5EF4-FFF2-40B4-BE49-F238E27FC236}">
                  <a16:creationId xmlns:a16="http://schemas.microsoft.com/office/drawing/2014/main" id="{E273AD4D-3F24-F44B-A734-2486970524D4}"/>
                </a:ext>
              </a:extLst>
            </p:cNvPr>
            <p:cNvSpPr>
              <a:spLocks noChangeArrowheads="1"/>
            </p:cNvSpPr>
            <p:nvPr/>
          </p:nvSpPr>
          <p:spPr bwMode="auto">
            <a:xfrm>
              <a:off x="4225" y="1016"/>
              <a:ext cx="592"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49" name="Group 196">
              <a:extLst>
                <a:ext uri="{FF2B5EF4-FFF2-40B4-BE49-F238E27FC236}">
                  <a16:creationId xmlns:a16="http://schemas.microsoft.com/office/drawing/2014/main" id="{59BCC23F-6EFF-E446-B163-095673448F7F}"/>
                </a:ext>
              </a:extLst>
            </p:cNvPr>
            <p:cNvGrpSpPr>
              <a:grpSpLocks/>
            </p:cNvGrpSpPr>
            <p:nvPr/>
          </p:nvGrpSpPr>
          <p:grpSpPr bwMode="auto">
            <a:xfrm>
              <a:off x="4747" y="994"/>
              <a:ext cx="581" cy="134"/>
              <a:chOff x="614" y="2568"/>
              <a:chExt cx="725" cy="139"/>
            </a:xfrm>
          </p:grpSpPr>
          <p:sp>
            <p:nvSpPr>
              <p:cNvPr id="1370" name="AutoShape 197">
                <a:extLst>
                  <a:ext uri="{FF2B5EF4-FFF2-40B4-BE49-F238E27FC236}">
                    <a16:creationId xmlns:a16="http://schemas.microsoft.com/office/drawing/2014/main" id="{12542AF1-426D-DF40-94A4-FC77464DBADC}"/>
                  </a:ext>
                </a:extLst>
              </p:cNvPr>
              <p:cNvSpPr>
                <a:spLocks noChangeArrowheads="1"/>
              </p:cNvSpPr>
              <p:nvPr/>
            </p:nvSpPr>
            <p:spPr bwMode="auto">
              <a:xfrm>
                <a:off x="616" y="2567"/>
                <a:ext cx="726"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1" name="AutoShape 198">
                <a:extLst>
                  <a:ext uri="{FF2B5EF4-FFF2-40B4-BE49-F238E27FC236}">
                    <a16:creationId xmlns:a16="http://schemas.microsoft.com/office/drawing/2014/main" id="{5FF08725-A026-3F4F-AD7F-272FADC253CA}"/>
                  </a:ext>
                </a:extLst>
              </p:cNvPr>
              <p:cNvSpPr>
                <a:spLocks noChangeArrowheads="1"/>
              </p:cNvSpPr>
              <p:nvPr/>
            </p:nvSpPr>
            <p:spPr bwMode="auto">
              <a:xfrm>
                <a:off x="629" y="2585"/>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50" name="Rectangle 199">
              <a:extLst>
                <a:ext uri="{FF2B5EF4-FFF2-40B4-BE49-F238E27FC236}">
                  <a16:creationId xmlns:a16="http://schemas.microsoft.com/office/drawing/2014/main" id="{8AA7B66A-2CBB-2E47-80EB-79369D65AB83}"/>
                </a:ext>
              </a:extLst>
            </p:cNvPr>
            <p:cNvSpPr>
              <a:spLocks noChangeArrowheads="1"/>
            </p:cNvSpPr>
            <p:nvPr/>
          </p:nvSpPr>
          <p:spPr bwMode="auto">
            <a:xfrm>
              <a:off x="4215" y="1357"/>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1" name="Rectangle 200">
              <a:extLst>
                <a:ext uri="{FF2B5EF4-FFF2-40B4-BE49-F238E27FC236}">
                  <a16:creationId xmlns:a16="http://schemas.microsoft.com/office/drawing/2014/main" id="{018E5E89-C605-0C48-BE5E-A34A24009241}"/>
                </a:ext>
              </a:extLst>
            </p:cNvPr>
            <p:cNvSpPr>
              <a:spLocks noChangeArrowheads="1"/>
            </p:cNvSpPr>
            <p:nvPr/>
          </p:nvSpPr>
          <p:spPr bwMode="auto">
            <a:xfrm>
              <a:off x="4225" y="1656"/>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52" name="Group 201">
              <a:extLst>
                <a:ext uri="{FF2B5EF4-FFF2-40B4-BE49-F238E27FC236}">
                  <a16:creationId xmlns:a16="http://schemas.microsoft.com/office/drawing/2014/main" id="{0966AC81-07B8-E14A-BAA7-22C95C7F847C}"/>
                </a:ext>
              </a:extLst>
            </p:cNvPr>
            <p:cNvGrpSpPr>
              <a:grpSpLocks/>
            </p:cNvGrpSpPr>
            <p:nvPr/>
          </p:nvGrpSpPr>
          <p:grpSpPr bwMode="auto">
            <a:xfrm>
              <a:off x="4735" y="1627"/>
              <a:ext cx="582" cy="151"/>
              <a:chOff x="614" y="2568"/>
              <a:chExt cx="725" cy="139"/>
            </a:xfrm>
          </p:grpSpPr>
          <p:sp>
            <p:nvSpPr>
              <p:cNvPr id="1368" name="AutoShape 202">
                <a:extLst>
                  <a:ext uri="{FF2B5EF4-FFF2-40B4-BE49-F238E27FC236}">
                    <a16:creationId xmlns:a16="http://schemas.microsoft.com/office/drawing/2014/main" id="{5F819351-A69B-9941-940C-349769D3699D}"/>
                  </a:ext>
                </a:extLst>
              </p:cNvPr>
              <p:cNvSpPr>
                <a:spLocks noChangeArrowheads="1"/>
              </p:cNvSpPr>
              <p:nvPr/>
            </p:nvSpPr>
            <p:spPr bwMode="auto">
              <a:xfrm>
                <a:off x="611" y="2568"/>
                <a:ext cx="731"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9" name="AutoShape 203">
                <a:extLst>
                  <a:ext uri="{FF2B5EF4-FFF2-40B4-BE49-F238E27FC236}">
                    <a16:creationId xmlns:a16="http://schemas.microsoft.com/office/drawing/2014/main" id="{BFA9F2AA-7AE3-FF4B-967C-B9E2CADA8F5F}"/>
                  </a:ext>
                </a:extLst>
              </p:cNvPr>
              <p:cNvSpPr>
                <a:spLocks noChangeArrowheads="1"/>
              </p:cNvSpPr>
              <p:nvPr/>
            </p:nvSpPr>
            <p:spPr bwMode="auto">
              <a:xfrm>
                <a:off x="624" y="2584"/>
                <a:ext cx="698"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53" name="Freeform 204">
              <a:extLst>
                <a:ext uri="{FF2B5EF4-FFF2-40B4-BE49-F238E27FC236}">
                  <a16:creationId xmlns:a16="http://schemas.microsoft.com/office/drawing/2014/main" id="{8591C078-367E-8846-AE18-57822035D75C}"/>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54" name="Group 205">
              <a:extLst>
                <a:ext uri="{FF2B5EF4-FFF2-40B4-BE49-F238E27FC236}">
                  <a16:creationId xmlns:a16="http://schemas.microsoft.com/office/drawing/2014/main" id="{5FBF9D2A-7073-3241-B1BE-80315AD67F38}"/>
                </a:ext>
              </a:extLst>
            </p:cNvPr>
            <p:cNvGrpSpPr>
              <a:grpSpLocks/>
            </p:cNvGrpSpPr>
            <p:nvPr/>
          </p:nvGrpSpPr>
          <p:grpSpPr bwMode="auto">
            <a:xfrm>
              <a:off x="4739" y="1327"/>
              <a:ext cx="582" cy="139"/>
              <a:chOff x="614" y="2568"/>
              <a:chExt cx="725" cy="139"/>
            </a:xfrm>
          </p:grpSpPr>
          <p:sp>
            <p:nvSpPr>
              <p:cNvPr id="1366" name="AutoShape 206">
                <a:extLst>
                  <a:ext uri="{FF2B5EF4-FFF2-40B4-BE49-F238E27FC236}">
                    <a16:creationId xmlns:a16="http://schemas.microsoft.com/office/drawing/2014/main" id="{50A69CAB-1A9D-764D-A301-38CB4AB50107}"/>
                  </a:ext>
                </a:extLst>
              </p:cNvPr>
              <p:cNvSpPr>
                <a:spLocks noChangeArrowheads="1"/>
              </p:cNvSpPr>
              <p:nvPr/>
            </p:nvSpPr>
            <p:spPr bwMode="auto">
              <a:xfrm>
                <a:off x="612" y="2569"/>
                <a:ext cx="725" cy="14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7" name="AutoShape 207">
                <a:extLst>
                  <a:ext uri="{FF2B5EF4-FFF2-40B4-BE49-F238E27FC236}">
                    <a16:creationId xmlns:a16="http://schemas.microsoft.com/office/drawing/2014/main" id="{A40FFDE9-6F48-8D40-9ACC-0075A43FDA1B}"/>
                  </a:ext>
                </a:extLst>
              </p:cNvPr>
              <p:cNvSpPr>
                <a:spLocks noChangeArrowheads="1"/>
              </p:cNvSpPr>
              <p:nvPr/>
            </p:nvSpPr>
            <p:spPr bwMode="auto">
              <a:xfrm>
                <a:off x="626" y="2586"/>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55" name="Rectangle 208">
              <a:extLst>
                <a:ext uri="{FF2B5EF4-FFF2-40B4-BE49-F238E27FC236}">
                  <a16:creationId xmlns:a16="http://schemas.microsoft.com/office/drawing/2014/main" id="{4939E403-BAAF-7740-9D06-F85AF207ABEC}"/>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6" name="Freeform 209">
              <a:extLst>
                <a:ext uri="{FF2B5EF4-FFF2-40B4-BE49-F238E27FC236}">
                  <a16:creationId xmlns:a16="http://schemas.microsoft.com/office/drawing/2014/main" id="{9CFAF5A6-0089-3A4D-A737-EB7943AF5860}"/>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7" name="Freeform 210">
              <a:extLst>
                <a:ext uri="{FF2B5EF4-FFF2-40B4-BE49-F238E27FC236}">
                  <a16:creationId xmlns:a16="http://schemas.microsoft.com/office/drawing/2014/main" id="{BB6D7824-538E-7242-AAF3-ED996B971EF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8" name="Oval 211">
              <a:extLst>
                <a:ext uri="{FF2B5EF4-FFF2-40B4-BE49-F238E27FC236}">
                  <a16:creationId xmlns:a16="http://schemas.microsoft.com/office/drawing/2014/main" id="{3E4397CD-C96C-0B4E-BD03-383F30EF4E6A}"/>
                </a:ext>
              </a:extLst>
            </p:cNvPr>
            <p:cNvSpPr>
              <a:spLocks noChangeArrowheads="1"/>
            </p:cNvSpPr>
            <p:nvPr/>
          </p:nvSpPr>
          <p:spPr bwMode="auto">
            <a:xfrm>
              <a:off x="5517" y="2614"/>
              <a:ext cx="48" cy="94"/>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9" name="Freeform 212">
              <a:extLst>
                <a:ext uri="{FF2B5EF4-FFF2-40B4-BE49-F238E27FC236}">
                  <a16:creationId xmlns:a16="http://schemas.microsoft.com/office/drawing/2014/main" id="{277A6DC5-F29C-DC40-9896-6B2D357AC886}"/>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0" name="AutoShape 213">
              <a:extLst>
                <a:ext uri="{FF2B5EF4-FFF2-40B4-BE49-F238E27FC236}">
                  <a16:creationId xmlns:a16="http://schemas.microsoft.com/office/drawing/2014/main" id="{E3FA15CF-EFC6-FD4E-9002-2CF1C1E13990}"/>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1" name="AutoShape 214">
              <a:extLst>
                <a:ext uri="{FF2B5EF4-FFF2-40B4-BE49-F238E27FC236}">
                  <a16:creationId xmlns:a16="http://schemas.microsoft.com/office/drawing/2014/main" id="{CCECAEDD-8237-794F-9E2D-46763A7A221F}"/>
                </a:ext>
              </a:extLst>
            </p:cNvPr>
            <p:cNvSpPr>
              <a:spLocks noChangeArrowheads="1"/>
            </p:cNvSpPr>
            <p:nvPr/>
          </p:nvSpPr>
          <p:spPr bwMode="auto">
            <a:xfrm>
              <a:off x="4204" y="2713"/>
              <a:ext cx="1073"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2" name="Oval 215">
              <a:extLst>
                <a:ext uri="{FF2B5EF4-FFF2-40B4-BE49-F238E27FC236}">
                  <a16:creationId xmlns:a16="http://schemas.microsoft.com/office/drawing/2014/main" id="{AE6B1F3E-B8FB-7547-9217-F09ADBEA75A9}"/>
                </a:ext>
              </a:extLst>
            </p:cNvPr>
            <p:cNvSpPr>
              <a:spLocks noChangeArrowheads="1"/>
            </p:cNvSpPr>
            <p:nvPr/>
          </p:nvSpPr>
          <p:spPr bwMode="auto">
            <a:xfrm>
              <a:off x="4305" y="2385"/>
              <a:ext cx="160"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3" name="Oval 216">
              <a:extLst>
                <a:ext uri="{FF2B5EF4-FFF2-40B4-BE49-F238E27FC236}">
                  <a16:creationId xmlns:a16="http://schemas.microsoft.com/office/drawing/2014/main" id="{4319B324-32C6-F449-A18D-0F337E57534F}"/>
                </a:ext>
              </a:extLst>
            </p:cNvPr>
            <p:cNvSpPr>
              <a:spLocks noChangeArrowheads="1"/>
            </p:cNvSpPr>
            <p:nvPr/>
          </p:nvSpPr>
          <p:spPr bwMode="auto">
            <a:xfrm>
              <a:off x="4487" y="2385"/>
              <a:ext cx="160" cy="141"/>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1364" name="Oval 217">
              <a:extLst>
                <a:ext uri="{FF2B5EF4-FFF2-40B4-BE49-F238E27FC236}">
                  <a16:creationId xmlns:a16="http://schemas.microsoft.com/office/drawing/2014/main" id="{F5225836-0C76-B346-8701-A331322937EC}"/>
                </a:ext>
              </a:extLst>
            </p:cNvPr>
            <p:cNvSpPr>
              <a:spLocks noChangeArrowheads="1"/>
            </p:cNvSpPr>
            <p:nvPr/>
          </p:nvSpPr>
          <p:spPr bwMode="auto">
            <a:xfrm>
              <a:off x="4663" y="2379"/>
              <a:ext cx="155"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5" name="Rectangle 218">
              <a:extLst>
                <a:ext uri="{FF2B5EF4-FFF2-40B4-BE49-F238E27FC236}">
                  <a16:creationId xmlns:a16="http://schemas.microsoft.com/office/drawing/2014/main" id="{52D4ECE6-91B2-404C-88C9-04B5ABAB0562}"/>
                </a:ext>
              </a:extLst>
            </p:cNvPr>
            <p:cNvSpPr>
              <a:spLocks noChangeArrowheads="1"/>
            </p:cNvSpPr>
            <p:nvPr/>
          </p:nvSpPr>
          <p:spPr bwMode="auto">
            <a:xfrm>
              <a:off x="5063" y="1833"/>
              <a:ext cx="85" cy="763"/>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86" name="Slide Number Placeholder 3">
            <a:extLst>
              <a:ext uri="{FF2B5EF4-FFF2-40B4-BE49-F238E27FC236}">
                <a16:creationId xmlns:a16="http://schemas.microsoft.com/office/drawing/2014/main" id="{FEF1B6EF-B8A5-2041-9C60-52DC336233C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40</a:t>
            </a:fld>
            <a:endParaRPr lang="en-US" dirty="0"/>
          </a:p>
        </p:txBody>
      </p:sp>
    </p:spTree>
    <p:extLst>
      <p:ext uri="{BB962C8B-B14F-4D97-AF65-F5344CB8AC3E}">
        <p14:creationId xmlns:p14="http://schemas.microsoft.com/office/powerpoint/2010/main" val="31269545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143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301">
                                            <p:txEl>
                                              <p:pRg st="0" end="0"/>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22" presetClass="entr" presetSubtype="1" fill="hold" nodeType="clickEffect">
                                  <p:stCondLst>
                                    <p:cond delay="0"/>
                                  </p:stCondLst>
                                  <p:childTnLst>
                                    <p:set>
                                      <p:cBhvr>
                                        <p:cTn id="12" dur="1" fill="hold">
                                          <p:stCondLst>
                                            <p:cond delay="0"/>
                                          </p:stCondLst>
                                        </p:cTn>
                                        <p:tgtEl>
                                          <p:spTgt spid="1381"/>
                                        </p:tgtEl>
                                        <p:attrNameLst>
                                          <p:attrName>style.visibility</p:attrName>
                                        </p:attrNameLst>
                                      </p:cBhvr>
                                      <p:to>
                                        <p:strVal val="visible"/>
                                      </p:to>
                                    </p:set>
                                    <p:animEffect transition="in" filter="wipe(up)">
                                      <p:cBhvr>
                                        <p:cTn id="13" dur="500"/>
                                        <p:tgtEl>
                                          <p:spTgt spid="1381"/>
                                        </p:tgtEl>
                                      </p:cBhvr>
                                    </p:animEffect>
                                  </p:childTnLst>
                                </p:cTn>
                              </p:par>
                              <p:par>
                                <p:cTn id="14" presetID="1" presetClass="entr" presetSubtype="0" fill="hold" grpId="0" nodeType="withEffect">
                                  <p:stCondLst>
                                    <p:cond delay="0"/>
                                  </p:stCondLst>
                                  <p:childTnLst>
                                    <p:set>
                                      <p:cBhvr>
                                        <p:cTn id="15" dur="1" fill="hold">
                                          <p:stCondLst>
                                            <p:cond delay="0"/>
                                          </p:stCondLst>
                                        </p:cTn>
                                        <p:tgtEl>
                                          <p:spTgt spid="1307">
                                            <p:txEl>
                                              <p:pRg st="0" end="0"/>
                                            </p:txEl>
                                          </p:spTgt>
                                        </p:tgtEl>
                                        <p:attrNameLst>
                                          <p:attrName>style.visibility</p:attrName>
                                        </p:attrNameLst>
                                      </p:cBhvr>
                                      <p:to>
                                        <p:strVal val="visible"/>
                                      </p:to>
                                    </p:set>
                                  </p:childTnLst>
                                </p:cTn>
                              </p:par>
                            </p:childTnLst>
                          </p:cTn>
                        </p:par>
                        <p:par>
                          <p:cTn id="16" fill="hold">
                            <p:stCondLst>
                              <p:cond delay="500"/>
                            </p:stCondLst>
                            <p:childTnLst>
                              <p:par>
                                <p:cTn id="17" presetID="1" presetClass="entr" presetSubtype="0" fill="hold" nodeType="afterEffect">
                                  <p:stCondLst>
                                    <p:cond delay="0"/>
                                  </p:stCondLst>
                                  <p:childTnLst>
                                    <p:set>
                                      <p:cBhvr>
                                        <p:cTn id="18" dur="1" fill="hold">
                                          <p:stCondLst>
                                            <p:cond delay="0"/>
                                          </p:stCondLst>
                                        </p:cTn>
                                        <p:tgtEl>
                                          <p:spTgt spid="1414"/>
                                        </p:tgtEl>
                                        <p:attrNameLst>
                                          <p:attrName>style.visibility</p:attrName>
                                        </p:attrNameLst>
                                      </p:cBhvr>
                                      <p:to>
                                        <p:strVal val="visible"/>
                                      </p:to>
                                    </p:set>
                                  </p:childTnLst>
                                </p:cTn>
                              </p:par>
                            </p:childTnLst>
                          </p:cTn>
                        </p:par>
                        <p:par>
                          <p:cTn id="19" fill="hold">
                            <p:stCondLst>
                              <p:cond delay="500"/>
                            </p:stCondLst>
                            <p:childTnLst>
                              <p:par>
                                <p:cTn id="20" presetID="0" presetClass="path" presetSubtype="0" accel="50000" decel="50000" fill="hold" nodeType="afterEffect">
                                  <p:stCondLst>
                                    <p:cond delay="0"/>
                                  </p:stCondLst>
                                  <p:childTnLst>
                                    <p:animMotion origin="layout" path="M -0.01354 -0.01412 L 0.13802 -0.01343 L 0.28946 -0.30648 L -0.0306 -0.30949 " pathEditMode="relative" rAng="0" ptsTypes="AAAA">
                                      <p:cBhvr>
                                        <p:cTn id="21" dur="2000" fill="hold"/>
                                        <p:tgtEl>
                                          <p:spTgt spid="1414"/>
                                        </p:tgtEl>
                                        <p:attrNameLst>
                                          <p:attrName>ppt_x</p:attrName>
                                          <p:attrName>ppt_y</p:attrName>
                                        </p:attrNameLst>
                                      </p:cBhvr>
                                      <p:rCtr x="14297" y="-14745"/>
                                    </p:animMotion>
                                  </p:childTnLst>
                                </p:cTn>
                              </p:par>
                            </p:childTnLst>
                          </p:cTn>
                        </p:par>
                        <p:par>
                          <p:cTn id="22" fill="hold">
                            <p:stCondLst>
                              <p:cond delay="2500"/>
                            </p:stCondLst>
                            <p:childTnLst>
                              <p:par>
                                <p:cTn id="23" presetID="1" presetClass="exit" presetSubtype="0" fill="hold" nodeType="afterEffect">
                                  <p:stCondLst>
                                    <p:cond delay="0"/>
                                  </p:stCondLst>
                                  <p:childTnLst>
                                    <p:set>
                                      <p:cBhvr>
                                        <p:cTn id="24" dur="1" fill="hold">
                                          <p:stCondLst>
                                            <p:cond delay="0"/>
                                          </p:stCondLst>
                                        </p:cTn>
                                        <p:tgtEl>
                                          <p:spTgt spid="1428"/>
                                        </p:tgtEl>
                                        <p:attrNameLst>
                                          <p:attrName>style.visibility</p:attrName>
                                        </p:attrNameLst>
                                      </p:cBhvr>
                                      <p:to>
                                        <p:strVal val="hidden"/>
                                      </p:to>
                                    </p:set>
                                  </p:childTnLst>
                                </p:cTn>
                              </p:par>
                              <p:par>
                                <p:cTn id="25" presetID="1" presetClass="exit" presetSubtype="0" fill="hold" nodeType="withEffect">
                                  <p:stCondLst>
                                    <p:cond delay="0"/>
                                  </p:stCondLst>
                                  <p:childTnLst>
                                    <p:set>
                                      <p:cBhvr>
                                        <p:cTn id="26" dur="1" fill="hold">
                                          <p:stCondLst>
                                            <p:cond delay="0"/>
                                          </p:stCondLst>
                                        </p:cTn>
                                        <p:tgtEl>
                                          <p:spTgt spid="1437"/>
                                        </p:tgtEl>
                                        <p:attrNameLst>
                                          <p:attrName>style.visibility</p:attrName>
                                        </p:attrNameLst>
                                      </p:cBhvr>
                                      <p:to>
                                        <p:strVal val="hidden"/>
                                      </p:to>
                                    </p:set>
                                  </p:childTnLst>
                                </p:cTn>
                              </p:par>
                              <p:par>
                                <p:cTn id="27" presetID="1" presetClass="exit" presetSubtype="0" fill="hold" nodeType="withEffect">
                                  <p:stCondLst>
                                    <p:cond delay="0"/>
                                  </p:stCondLst>
                                  <p:childTnLst>
                                    <p:set>
                                      <p:cBhvr>
                                        <p:cTn id="28" dur="1" fill="hold">
                                          <p:stCondLst>
                                            <p:cond delay="0"/>
                                          </p:stCondLst>
                                        </p:cTn>
                                        <p:tgtEl>
                                          <p:spTgt spid="1381"/>
                                        </p:tgtEl>
                                        <p:attrNameLst>
                                          <p:attrName>style.visibility</p:attrName>
                                        </p:attrNameLst>
                                      </p:cBhvr>
                                      <p:to>
                                        <p:strVal val="hidden"/>
                                      </p:to>
                                    </p:set>
                                  </p:childTnLst>
                                </p:cTn>
                              </p:par>
                            </p:childTnLst>
                          </p:cTn>
                        </p:par>
                        <p:par>
                          <p:cTn id="29" fill="hold">
                            <p:stCondLst>
                              <p:cond delay="2500"/>
                            </p:stCondLst>
                            <p:childTnLst>
                              <p:par>
                                <p:cTn id="30" presetID="22" presetClass="entr" presetSubtype="4" fill="hold" nodeType="afterEffect">
                                  <p:stCondLst>
                                    <p:cond delay="0"/>
                                  </p:stCondLst>
                                  <p:childTnLst>
                                    <p:set>
                                      <p:cBhvr>
                                        <p:cTn id="31" dur="1" fill="hold">
                                          <p:stCondLst>
                                            <p:cond delay="0"/>
                                          </p:stCondLst>
                                        </p:cTn>
                                        <p:tgtEl>
                                          <p:spTgt spid="1440"/>
                                        </p:tgtEl>
                                        <p:attrNameLst>
                                          <p:attrName>style.visibility</p:attrName>
                                        </p:attrNameLst>
                                      </p:cBhvr>
                                      <p:to>
                                        <p:strVal val="visible"/>
                                      </p:to>
                                    </p:set>
                                    <p:animEffect transition="in" filter="wipe(down)">
                                      <p:cBhvr>
                                        <p:cTn id="32" dur="500"/>
                                        <p:tgtEl>
                                          <p:spTgt spid="1440"/>
                                        </p:tgtEl>
                                      </p:cBhvr>
                                    </p:animEffect>
                                  </p:childTnLst>
                                </p:cTn>
                              </p:par>
                            </p:childTnLst>
                          </p:cTn>
                        </p:par>
                        <p:par>
                          <p:cTn id="33" fill="hold">
                            <p:stCondLst>
                              <p:cond delay="3000"/>
                            </p:stCondLst>
                            <p:childTnLst>
                              <p:par>
                                <p:cTn id="34" presetID="22" presetClass="entr" presetSubtype="4" fill="hold" nodeType="afterEffect">
                                  <p:stCondLst>
                                    <p:cond delay="0"/>
                                  </p:stCondLst>
                                  <p:childTnLst>
                                    <p:set>
                                      <p:cBhvr>
                                        <p:cTn id="35" dur="1" fill="hold">
                                          <p:stCondLst>
                                            <p:cond delay="0"/>
                                          </p:stCondLst>
                                        </p:cTn>
                                        <p:tgtEl>
                                          <p:spTgt spid="1449"/>
                                        </p:tgtEl>
                                        <p:attrNameLst>
                                          <p:attrName>style.visibility</p:attrName>
                                        </p:attrNameLst>
                                      </p:cBhvr>
                                      <p:to>
                                        <p:strVal val="visible"/>
                                      </p:to>
                                    </p:set>
                                    <p:animEffect transition="in" filter="wipe(down)">
                                      <p:cBhvr>
                                        <p:cTn id="36" dur="1000"/>
                                        <p:tgtEl>
                                          <p:spTgt spid="1449"/>
                                        </p:tgtEl>
                                      </p:cBhvr>
                                    </p:animEffect>
                                  </p:childTnLst>
                                </p:cTn>
                              </p:par>
                              <p:par>
                                <p:cTn id="37" presetID="1" presetClass="exit" presetSubtype="0" fill="hold" nodeType="withEffect">
                                  <p:stCondLst>
                                    <p:cond delay="0"/>
                                  </p:stCondLst>
                                  <p:childTnLst>
                                    <p:set>
                                      <p:cBhvr>
                                        <p:cTn id="38" dur="1" fill="hold">
                                          <p:stCondLst>
                                            <p:cond delay="0"/>
                                          </p:stCondLst>
                                        </p:cTn>
                                        <p:tgtEl>
                                          <p:spTgt spid="1414"/>
                                        </p:tgtEl>
                                        <p:attrNameLst>
                                          <p:attrName>style.visibility</p:attrName>
                                        </p:attrNameLst>
                                      </p:cBhvr>
                                      <p:to>
                                        <p:strVal val="hidden"/>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1485">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01" grpId="0" build="p"/>
      <p:bldP spid="1307" grpId="0" build="p"/>
      <p:bldP spid="1485" grpId="0" build="p"/>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addresses: how to get one?</a:t>
            </a:r>
            <a:endParaRPr lang="en-US" dirty="0"/>
          </a:p>
        </p:txBody>
      </p:sp>
      <p:sp>
        <p:nvSpPr>
          <p:cNvPr id="187" name="Rectangle 3">
            <a:extLst>
              <a:ext uri="{FF2B5EF4-FFF2-40B4-BE49-F238E27FC236}">
                <a16:creationId xmlns:a16="http://schemas.microsoft.com/office/drawing/2014/main" id="{2073622D-6F9C-D746-A469-197BF98377DD}"/>
              </a:ext>
            </a:extLst>
          </p:cNvPr>
          <p:cNvSpPr txBox="1">
            <a:spLocks noChangeArrowheads="1"/>
          </p:cNvSpPr>
          <p:nvPr/>
        </p:nvSpPr>
        <p:spPr>
          <a:xfrm>
            <a:off x="837133" y="1343025"/>
            <a:ext cx="11354867" cy="18097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Q:</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how does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network</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subnet part of IP address?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A:</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gets allocated portion of its provider ISP’</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s address space</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sp>
        <p:nvSpPr>
          <p:cNvPr id="188" name="Text Box 4">
            <a:extLst>
              <a:ext uri="{FF2B5EF4-FFF2-40B4-BE49-F238E27FC236}">
                <a16:creationId xmlns:a16="http://schemas.microsoft.com/office/drawing/2014/main" id="{BF69A025-ADD0-274A-BCF8-C6B01CCE25BF}"/>
              </a:ext>
            </a:extLst>
          </p:cNvPr>
          <p:cNvSpPr txBox="1">
            <a:spLocks noChangeArrowheads="1"/>
          </p:cNvSpPr>
          <p:nvPr/>
        </p:nvSpPr>
        <p:spPr bwMode="auto">
          <a:xfrm>
            <a:off x="1371628" y="2739402"/>
            <a:ext cx="10215770"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ISP's block          </a:t>
            </a:r>
            <a:r>
              <a:rPr kumimoji="0" lang="en-US" altLang="en-US" sz="2000" b="0" i="0" u="sng"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11001000  00010111  0001</a:t>
            </a: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0000  00000000    200.23.16.0/20</a:t>
            </a:r>
            <a:r>
              <a:rPr kumimoji="0" lang="en-US" altLang="en-US" sz="2000" b="0" i="0" u="none" strike="noStrike" kern="1200" cap="none" spc="0" normalizeH="0" baseline="0" noProof="0" dirty="0">
                <a:ln>
                  <a:noFill/>
                </a:ln>
                <a:solidFill>
                  <a:srgbClr val="ED7D31"/>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sp>
        <p:nvSpPr>
          <p:cNvPr id="6" name="Text Box 4">
            <a:extLst>
              <a:ext uri="{FF2B5EF4-FFF2-40B4-BE49-F238E27FC236}">
                <a16:creationId xmlns:a16="http://schemas.microsoft.com/office/drawing/2014/main" id="{36F5AF04-FCF6-9549-BBEA-D1CFFCEE090E}"/>
              </a:ext>
            </a:extLst>
          </p:cNvPr>
          <p:cNvSpPr txBox="1">
            <a:spLocks noChangeArrowheads="1"/>
          </p:cNvSpPr>
          <p:nvPr/>
        </p:nvSpPr>
        <p:spPr bwMode="auto">
          <a:xfrm>
            <a:off x="1371600" y="3687667"/>
            <a:ext cx="10215770" cy="28007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ISP can then allocate out its address space in 8 blocks: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0    </a:t>
            </a:r>
            <a:r>
              <a:rPr kumimoji="0" lang="en-US" altLang="en-US" sz="2000" b="0" i="0" u="sng"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11001000  00010111  0001000</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200.23.16.0/23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1    </a:t>
            </a:r>
            <a:r>
              <a:rPr kumimoji="0" lang="en-US" altLang="en-US" sz="2000" b="0" i="0" u="sng"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11001000  00010111  0001001</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200.23.18.0/23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2    </a:t>
            </a:r>
            <a:r>
              <a:rPr kumimoji="0" lang="en-US" altLang="en-US" sz="2000" b="0" i="0" u="sng"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11001000  00010111  0001010</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200.23.20.0/23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                                          …..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7    </a:t>
            </a:r>
            <a:r>
              <a:rPr kumimoji="0" lang="en-US" altLang="en-US" sz="2000" b="0" i="0" u="sng"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11001000  00010111  0001111</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200.23.30.0/23</a:t>
            </a:r>
            <a:r>
              <a:rPr kumimoji="0" lang="en-US" altLang="en-US" sz="28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sp>
        <p:nvSpPr>
          <p:cNvPr id="7" name="Slide Number Placeholder 3">
            <a:extLst>
              <a:ext uri="{FF2B5EF4-FFF2-40B4-BE49-F238E27FC236}">
                <a16:creationId xmlns:a16="http://schemas.microsoft.com/office/drawing/2014/main" id="{21B4E582-D8A2-B24B-AC16-BD79805CC58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41</a:t>
            </a:fld>
            <a:endParaRPr lang="en-US" dirty="0"/>
          </a:p>
        </p:txBody>
      </p:sp>
    </p:spTree>
    <p:extLst>
      <p:ext uri="{BB962C8B-B14F-4D97-AF65-F5344CB8AC3E}">
        <p14:creationId xmlns:p14="http://schemas.microsoft.com/office/powerpoint/2010/main" val="25353954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8" y="281163"/>
            <a:ext cx="10515600" cy="1067951"/>
          </a:xfrm>
        </p:spPr>
        <p:txBody>
          <a:bodyPr>
            <a:normAutofit/>
          </a:bodyPr>
          <a:lstStyle/>
          <a:p>
            <a:r>
              <a:rPr lang="en-US" altLang="en-US" sz="4800" dirty="0">
                <a:ea typeface="ＭＳ Ｐゴシック" panose="020B0600070205080204" pitchFamily="34" charset="-128"/>
              </a:rPr>
              <a:t>Hierarchical addressing: route aggregation</a:t>
            </a:r>
            <a:endParaRPr lang="en-US" sz="4800" dirty="0"/>
          </a:p>
        </p:txBody>
      </p:sp>
      <p:sp>
        <p:nvSpPr>
          <p:cNvPr id="47" name="Freeform 3">
            <a:extLst>
              <a:ext uri="{FF2B5EF4-FFF2-40B4-BE49-F238E27FC236}">
                <a16:creationId xmlns:a16="http://schemas.microsoft.com/office/drawing/2014/main" id="{ECD79FEE-92ED-364B-BADE-7317008B7D35}"/>
              </a:ext>
            </a:extLst>
          </p:cNvPr>
          <p:cNvSpPr>
            <a:spLocks/>
          </p:cNvSpPr>
          <p:nvPr/>
        </p:nvSpPr>
        <p:spPr bwMode="auto">
          <a:xfrm>
            <a:off x="6254542" y="421109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Line 4">
            <a:extLst>
              <a:ext uri="{FF2B5EF4-FFF2-40B4-BE49-F238E27FC236}">
                <a16:creationId xmlns:a16="http://schemas.microsoft.com/office/drawing/2014/main" id="{5660B4B5-3D1B-9942-A9F7-D7028E81C2F7}"/>
              </a:ext>
            </a:extLst>
          </p:cNvPr>
          <p:cNvSpPr>
            <a:spLocks noChangeShapeType="1"/>
          </p:cNvSpPr>
          <p:nvPr/>
        </p:nvSpPr>
        <p:spPr bwMode="auto">
          <a:xfrm flipV="1">
            <a:off x="3911392" y="4487316"/>
            <a:ext cx="895350" cy="4572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 name="Line 5">
            <a:extLst>
              <a:ext uri="{FF2B5EF4-FFF2-40B4-BE49-F238E27FC236}">
                <a16:creationId xmlns:a16="http://schemas.microsoft.com/office/drawing/2014/main" id="{87966B04-F6C0-A846-94E6-84FA0E62CFAA}"/>
              </a:ext>
            </a:extLst>
          </p:cNvPr>
          <p:cNvSpPr>
            <a:spLocks noChangeShapeType="1"/>
          </p:cNvSpPr>
          <p:nvPr/>
        </p:nvSpPr>
        <p:spPr bwMode="auto">
          <a:xfrm>
            <a:off x="3939967" y="3858666"/>
            <a:ext cx="7524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Line 6">
            <a:extLst>
              <a:ext uri="{FF2B5EF4-FFF2-40B4-BE49-F238E27FC236}">
                <a16:creationId xmlns:a16="http://schemas.microsoft.com/office/drawing/2014/main" id="{8855D4C4-647C-B14D-9922-08C03455DC78}"/>
              </a:ext>
            </a:extLst>
          </p:cNvPr>
          <p:cNvSpPr>
            <a:spLocks noChangeShapeType="1"/>
          </p:cNvSpPr>
          <p:nvPr/>
        </p:nvSpPr>
        <p:spPr bwMode="auto">
          <a:xfrm>
            <a:off x="4006642" y="3077616"/>
            <a:ext cx="847725" cy="7620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Freeform 7">
            <a:extLst>
              <a:ext uri="{FF2B5EF4-FFF2-40B4-BE49-F238E27FC236}">
                <a16:creationId xmlns:a16="http://schemas.microsoft.com/office/drawing/2014/main" id="{71312ED7-148A-0445-9371-61B4C77BD501}"/>
              </a:ext>
            </a:extLst>
          </p:cNvPr>
          <p:cNvSpPr>
            <a:spLocks/>
          </p:cNvSpPr>
          <p:nvPr/>
        </p:nvSpPr>
        <p:spPr bwMode="auto">
          <a:xfrm>
            <a:off x="4652755" y="365705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Text Box 8">
            <a:extLst>
              <a:ext uri="{FF2B5EF4-FFF2-40B4-BE49-F238E27FC236}">
                <a16:creationId xmlns:a16="http://schemas.microsoft.com/office/drawing/2014/main" id="{13F7F820-B18A-E847-AD7E-846731E21C81}"/>
              </a:ext>
            </a:extLst>
          </p:cNvPr>
          <p:cNvSpPr txBox="1">
            <a:spLocks noChangeArrowheads="1"/>
          </p:cNvSpPr>
          <p:nvPr/>
        </p:nvSpPr>
        <p:spPr bwMode="auto">
          <a:xfrm>
            <a:off x="6486317" y="3384004"/>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200.23.16.0/20</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3" name="Group 9">
            <a:extLst>
              <a:ext uri="{FF2B5EF4-FFF2-40B4-BE49-F238E27FC236}">
                <a16:creationId xmlns:a16="http://schemas.microsoft.com/office/drawing/2014/main" id="{23482FB4-0876-3946-8B6B-B6AAECACCC51}"/>
              </a:ext>
            </a:extLst>
          </p:cNvPr>
          <p:cNvGrpSpPr>
            <a:grpSpLocks/>
          </p:cNvGrpSpPr>
          <p:nvPr/>
        </p:nvGrpSpPr>
        <p:grpSpPr bwMode="auto">
          <a:xfrm>
            <a:off x="1838117" y="2850604"/>
            <a:ext cx="2338388" cy="404812"/>
            <a:chOff x="1004" y="1639"/>
            <a:chExt cx="1473" cy="255"/>
          </a:xfrm>
        </p:grpSpPr>
        <p:sp>
          <p:nvSpPr>
            <p:cNvPr id="54" name="Freeform 10">
              <a:extLst>
                <a:ext uri="{FF2B5EF4-FFF2-40B4-BE49-F238E27FC236}">
                  <a16:creationId xmlns:a16="http://schemas.microsoft.com/office/drawing/2014/main" id="{EFB98728-6781-274A-B657-95A102B214DD}"/>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Text Box 11">
              <a:extLst>
                <a:ext uri="{FF2B5EF4-FFF2-40B4-BE49-F238E27FC236}">
                  <a16:creationId xmlns:a16="http://schemas.microsoft.com/office/drawing/2014/main" id="{479C3E9A-D072-0A44-BFA8-7F41473A99D8}"/>
                </a:ext>
              </a:extLst>
            </p:cNvPr>
            <p:cNvSpPr txBox="1">
              <a:spLocks noChangeArrowheads="1"/>
            </p:cNvSpPr>
            <p:nvPr/>
          </p:nvSpPr>
          <p:spPr bwMode="auto">
            <a:xfrm>
              <a:off x="1226" y="1664"/>
              <a:ext cx="970" cy="21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6" name="Group 12">
            <a:extLst>
              <a:ext uri="{FF2B5EF4-FFF2-40B4-BE49-F238E27FC236}">
                <a16:creationId xmlns:a16="http://schemas.microsoft.com/office/drawing/2014/main" id="{B383951C-712F-5C42-96DB-910B055F2215}"/>
              </a:ext>
            </a:extLst>
          </p:cNvPr>
          <p:cNvGrpSpPr>
            <a:grpSpLocks/>
          </p:cNvGrpSpPr>
          <p:nvPr/>
        </p:nvGrpSpPr>
        <p:grpSpPr bwMode="auto">
          <a:xfrm>
            <a:off x="1866692" y="3441154"/>
            <a:ext cx="2338388" cy="404812"/>
            <a:chOff x="1004" y="1639"/>
            <a:chExt cx="1473" cy="255"/>
          </a:xfrm>
        </p:grpSpPr>
        <p:sp>
          <p:nvSpPr>
            <p:cNvPr id="57" name="Freeform 13">
              <a:extLst>
                <a:ext uri="{FF2B5EF4-FFF2-40B4-BE49-F238E27FC236}">
                  <a16:creationId xmlns:a16="http://schemas.microsoft.com/office/drawing/2014/main" id="{202E091A-FFE8-DE46-97F4-970D276247EB}"/>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Text Box 14">
              <a:extLst>
                <a:ext uri="{FF2B5EF4-FFF2-40B4-BE49-F238E27FC236}">
                  <a16:creationId xmlns:a16="http://schemas.microsoft.com/office/drawing/2014/main" id="{4F745438-67CC-D24F-9CC6-123745B86940}"/>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200.23.18.0/23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9" name="Group 15">
            <a:extLst>
              <a:ext uri="{FF2B5EF4-FFF2-40B4-BE49-F238E27FC236}">
                <a16:creationId xmlns:a16="http://schemas.microsoft.com/office/drawing/2014/main" id="{5057D694-4770-1E47-9F1B-BD44CF4E06D9}"/>
              </a:ext>
            </a:extLst>
          </p:cNvPr>
          <p:cNvGrpSpPr>
            <a:grpSpLocks/>
          </p:cNvGrpSpPr>
          <p:nvPr/>
        </p:nvGrpSpPr>
        <p:grpSpPr bwMode="auto">
          <a:xfrm>
            <a:off x="1780967" y="4860379"/>
            <a:ext cx="2338388" cy="404812"/>
            <a:chOff x="1004" y="1639"/>
            <a:chExt cx="1473" cy="255"/>
          </a:xfrm>
        </p:grpSpPr>
        <p:sp>
          <p:nvSpPr>
            <p:cNvPr id="60" name="Freeform 16">
              <a:extLst>
                <a:ext uri="{FF2B5EF4-FFF2-40B4-BE49-F238E27FC236}">
                  <a16:creationId xmlns:a16="http://schemas.microsoft.com/office/drawing/2014/main" id="{1AC34B6C-BC17-784D-A5E7-5AC4103C3EF7}"/>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1" name="Text Box 17">
              <a:extLst>
                <a:ext uri="{FF2B5EF4-FFF2-40B4-BE49-F238E27FC236}">
                  <a16:creationId xmlns:a16="http://schemas.microsoft.com/office/drawing/2014/main" id="{A065852F-7DDA-B44F-8E9C-52064BDFA91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200.23.30.0/23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2" name="Text Box 18">
            <a:extLst>
              <a:ext uri="{FF2B5EF4-FFF2-40B4-BE49-F238E27FC236}">
                <a16:creationId xmlns:a16="http://schemas.microsoft.com/office/drawing/2014/main" id="{B97CFD2D-9478-1F42-BD6D-A57188386EBA}"/>
              </a:ext>
            </a:extLst>
          </p:cNvPr>
          <p:cNvSpPr txBox="1">
            <a:spLocks noChangeArrowheads="1"/>
          </p:cNvSpPr>
          <p:nvPr/>
        </p:nvSpPr>
        <p:spPr bwMode="auto">
          <a:xfrm>
            <a:off x="4686092" y="4088854"/>
            <a:ext cx="15065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Fly-By-Night-ISP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 name="Freeform 19">
            <a:extLst>
              <a:ext uri="{FF2B5EF4-FFF2-40B4-BE49-F238E27FC236}">
                <a16:creationId xmlns:a16="http://schemas.microsoft.com/office/drawing/2014/main" id="{5B640850-7414-DA40-A0C3-62F09225F74C}"/>
              </a:ext>
            </a:extLst>
          </p:cNvPr>
          <p:cNvSpPr>
            <a:spLocks/>
          </p:cNvSpPr>
          <p:nvPr/>
        </p:nvSpPr>
        <p:spPr bwMode="auto">
          <a:xfrm>
            <a:off x="8248442" y="3185566"/>
            <a:ext cx="1444625" cy="2714625"/>
          </a:xfrm>
          <a:custGeom>
            <a:avLst/>
            <a:gdLst>
              <a:gd name="T0" fmla="*/ 2147483647 w 910"/>
              <a:gd name="T1" fmla="*/ 2147483647 h 1710"/>
              <a:gd name="T2" fmla="*/ 2147483647 w 910"/>
              <a:gd name="T3" fmla="*/ 2147483647 h 1710"/>
              <a:gd name="T4" fmla="*/ 2147483647 w 910"/>
              <a:gd name="T5" fmla="*/ 2147483647 h 1710"/>
              <a:gd name="T6" fmla="*/ 2147483647 w 910"/>
              <a:gd name="T7" fmla="*/ 2147483647 h 1710"/>
              <a:gd name="T8" fmla="*/ 2147483647 w 910"/>
              <a:gd name="T9" fmla="*/ 2147483647 h 1710"/>
              <a:gd name="T10" fmla="*/ 2147483647 w 910"/>
              <a:gd name="T11" fmla="*/ 2147483647 h 1710"/>
              <a:gd name="T12" fmla="*/ 2147483647 w 910"/>
              <a:gd name="T13" fmla="*/ 2147483647 h 1710"/>
              <a:gd name="T14" fmla="*/ 2147483647 w 910"/>
              <a:gd name="T15" fmla="*/ 2147483647 h 1710"/>
              <a:gd name="T16" fmla="*/ 2147483647 w 910"/>
              <a:gd name="T17" fmla="*/ 2147483647 h 1710"/>
              <a:gd name="T18" fmla="*/ 2147483647 w 910"/>
              <a:gd name="T19" fmla="*/ 2147483647 h 1710"/>
              <a:gd name="T20" fmla="*/ 2147483647 w 910"/>
              <a:gd name="T21" fmla="*/ 2147483647 h 1710"/>
              <a:gd name="T22" fmla="*/ 2147483647 w 910"/>
              <a:gd name="T23" fmla="*/ 2147483647 h 17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10"/>
              <a:gd name="T37" fmla="*/ 0 h 1710"/>
              <a:gd name="T38" fmla="*/ 910 w 910"/>
              <a:gd name="T39" fmla="*/ 1710 h 17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10" h="1710">
                <a:moveTo>
                  <a:pt x="766" y="38"/>
                </a:moveTo>
                <a:cubicBezTo>
                  <a:pt x="714" y="0"/>
                  <a:pt x="520" y="186"/>
                  <a:pt x="411" y="282"/>
                </a:cubicBezTo>
                <a:cubicBezTo>
                  <a:pt x="302" y="378"/>
                  <a:pt x="180" y="490"/>
                  <a:pt x="115" y="611"/>
                </a:cubicBezTo>
                <a:cubicBezTo>
                  <a:pt x="49" y="732"/>
                  <a:pt x="0" y="907"/>
                  <a:pt x="14" y="1008"/>
                </a:cubicBezTo>
                <a:cubicBezTo>
                  <a:pt x="28" y="1108"/>
                  <a:pt x="127" y="1139"/>
                  <a:pt x="198" y="1214"/>
                </a:cubicBezTo>
                <a:cubicBezTo>
                  <a:pt x="269" y="1288"/>
                  <a:pt x="328" y="1380"/>
                  <a:pt x="435" y="1456"/>
                </a:cubicBezTo>
                <a:cubicBezTo>
                  <a:pt x="542" y="1533"/>
                  <a:pt x="768" y="1710"/>
                  <a:pt x="839" y="1674"/>
                </a:cubicBezTo>
                <a:cubicBezTo>
                  <a:pt x="910" y="1638"/>
                  <a:pt x="863" y="1328"/>
                  <a:pt x="863" y="1239"/>
                </a:cubicBezTo>
                <a:cubicBezTo>
                  <a:pt x="863" y="1150"/>
                  <a:pt x="868" y="1189"/>
                  <a:pt x="839" y="1139"/>
                </a:cubicBezTo>
                <a:cubicBezTo>
                  <a:pt x="809" y="1090"/>
                  <a:pt x="703" y="1045"/>
                  <a:pt x="684" y="940"/>
                </a:cubicBezTo>
                <a:cubicBezTo>
                  <a:pt x="665" y="835"/>
                  <a:pt x="710" y="659"/>
                  <a:pt x="724" y="509"/>
                </a:cubicBezTo>
                <a:cubicBezTo>
                  <a:pt x="738" y="359"/>
                  <a:pt x="818" y="76"/>
                  <a:pt x="766" y="38"/>
                </a:cubicBezTo>
                <a:close/>
              </a:path>
            </a:pathLst>
          </a:custGeom>
          <a:gradFill rotWithShape="1">
            <a:gsLst>
              <a:gs pos="0">
                <a:srgbClr val="66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Text Box 20">
            <a:extLst>
              <a:ext uri="{FF2B5EF4-FFF2-40B4-BE49-F238E27FC236}">
                <a16:creationId xmlns:a16="http://schemas.microsoft.com/office/drawing/2014/main" id="{18E6B3A0-A9B2-6541-9755-03069812C8AA}"/>
              </a:ext>
            </a:extLst>
          </p:cNvPr>
          <p:cNvSpPr txBox="1">
            <a:spLocks noChangeArrowheads="1"/>
          </p:cNvSpPr>
          <p:nvPr/>
        </p:nvSpPr>
        <p:spPr bwMode="auto">
          <a:xfrm>
            <a:off x="1838117" y="25934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0</a:t>
            </a:r>
          </a:p>
        </p:txBody>
      </p:sp>
      <p:sp>
        <p:nvSpPr>
          <p:cNvPr id="65" name="Text Box 21">
            <a:extLst>
              <a:ext uri="{FF2B5EF4-FFF2-40B4-BE49-F238E27FC236}">
                <a16:creationId xmlns:a16="http://schemas.microsoft.com/office/drawing/2014/main" id="{7ED2E79C-4EA2-DF46-850E-87C1B539109F}"/>
              </a:ext>
            </a:extLst>
          </p:cNvPr>
          <p:cNvSpPr txBox="1">
            <a:spLocks noChangeArrowheads="1"/>
          </p:cNvSpPr>
          <p:nvPr/>
        </p:nvSpPr>
        <p:spPr bwMode="auto">
          <a:xfrm>
            <a:off x="1866692" y="460320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7</a:t>
            </a:r>
          </a:p>
        </p:txBody>
      </p:sp>
      <p:sp>
        <p:nvSpPr>
          <p:cNvPr id="66" name="Text Box 22">
            <a:extLst>
              <a:ext uri="{FF2B5EF4-FFF2-40B4-BE49-F238E27FC236}">
                <a16:creationId xmlns:a16="http://schemas.microsoft.com/office/drawing/2014/main" id="{5C4A224A-3B90-CE4F-80C5-151CE7A1FC32}"/>
              </a:ext>
            </a:extLst>
          </p:cNvPr>
          <p:cNvSpPr txBox="1">
            <a:spLocks noChangeArrowheads="1"/>
          </p:cNvSpPr>
          <p:nvPr/>
        </p:nvSpPr>
        <p:spPr bwMode="auto">
          <a:xfrm>
            <a:off x="8486567" y="4412704"/>
            <a:ext cx="7842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Internet</a:t>
            </a:r>
          </a:p>
        </p:txBody>
      </p:sp>
      <p:sp>
        <p:nvSpPr>
          <p:cNvPr id="67" name="Text Box 23">
            <a:extLst>
              <a:ext uri="{FF2B5EF4-FFF2-40B4-BE49-F238E27FC236}">
                <a16:creationId xmlns:a16="http://schemas.microsoft.com/office/drawing/2014/main" id="{7C75AA74-8B0F-8B4D-88CF-7C285E4A4295}"/>
              </a:ext>
            </a:extLst>
          </p:cNvPr>
          <p:cNvSpPr txBox="1">
            <a:spLocks noChangeArrowheads="1"/>
          </p:cNvSpPr>
          <p:nvPr/>
        </p:nvSpPr>
        <p:spPr bwMode="auto">
          <a:xfrm>
            <a:off x="1847642" y="32411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1</a:t>
            </a:r>
          </a:p>
        </p:txBody>
      </p:sp>
      <p:sp>
        <p:nvSpPr>
          <p:cNvPr id="68" name="Freeform 24">
            <a:extLst>
              <a:ext uri="{FF2B5EF4-FFF2-40B4-BE49-F238E27FC236}">
                <a16:creationId xmlns:a16="http://schemas.microsoft.com/office/drawing/2014/main" id="{DA50A5B2-8288-9D48-89B3-3CF0A9EE6426}"/>
              </a:ext>
            </a:extLst>
          </p:cNvPr>
          <p:cNvSpPr>
            <a:spLocks/>
          </p:cNvSpPr>
          <p:nvPr/>
        </p:nvSpPr>
        <p:spPr bwMode="auto">
          <a:xfrm>
            <a:off x="4595605" y="497150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 name="Text Box 25">
            <a:extLst>
              <a:ext uri="{FF2B5EF4-FFF2-40B4-BE49-F238E27FC236}">
                <a16:creationId xmlns:a16="http://schemas.microsoft.com/office/drawing/2014/main" id="{0E511D85-1643-734E-A204-E574E162FB3D}"/>
              </a:ext>
            </a:extLst>
          </p:cNvPr>
          <p:cNvSpPr txBox="1">
            <a:spLocks noChangeArrowheads="1"/>
          </p:cNvSpPr>
          <p:nvPr/>
        </p:nvSpPr>
        <p:spPr bwMode="auto">
          <a:xfrm>
            <a:off x="4895642" y="5346154"/>
            <a:ext cx="10239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ISPs-R-Us</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Freeform 26">
            <a:extLst>
              <a:ext uri="{FF2B5EF4-FFF2-40B4-BE49-F238E27FC236}">
                <a16:creationId xmlns:a16="http://schemas.microsoft.com/office/drawing/2014/main" id="{46DEEC4A-E4F9-0942-9D95-69D2C1DC1DCD}"/>
              </a:ext>
            </a:extLst>
          </p:cNvPr>
          <p:cNvSpPr>
            <a:spLocks/>
          </p:cNvSpPr>
          <p:nvPr/>
        </p:nvSpPr>
        <p:spPr bwMode="auto">
          <a:xfrm flipV="1">
            <a:off x="6321217" y="499214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Line 27">
            <a:extLst>
              <a:ext uri="{FF2B5EF4-FFF2-40B4-BE49-F238E27FC236}">
                <a16:creationId xmlns:a16="http://schemas.microsoft.com/office/drawing/2014/main" id="{BC947CB2-0DEF-E44D-BAA9-42758198740F}"/>
              </a:ext>
            </a:extLst>
          </p:cNvPr>
          <p:cNvSpPr>
            <a:spLocks noChangeShapeType="1"/>
          </p:cNvSpPr>
          <p:nvPr/>
        </p:nvSpPr>
        <p:spPr bwMode="auto">
          <a:xfrm>
            <a:off x="4111417" y="5535066"/>
            <a:ext cx="4857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2" name="Line 28">
            <a:extLst>
              <a:ext uri="{FF2B5EF4-FFF2-40B4-BE49-F238E27FC236}">
                <a16:creationId xmlns:a16="http://schemas.microsoft.com/office/drawing/2014/main" id="{3EA86D83-B0E4-D34A-A87C-4B28A721D097}"/>
              </a:ext>
            </a:extLst>
          </p:cNvPr>
          <p:cNvSpPr>
            <a:spLocks noChangeShapeType="1"/>
          </p:cNvSpPr>
          <p:nvPr/>
        </p:nvSpPr>
        <p:spPr bwMode="auto">
          <a:xfrm flipV="1">
            <a:off x="3959017" y="5601741"/>
            <a:ext cx="6381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Line 29">
            <a:extLst>
              <a:ext uri="{FF2B5EF4-FFF2-40B4-BE49-F238E27FC236}">
                <a16:creationId xmlns:a16="http://schemas.microsoft.com/office/drawing/2014/main" id="{2247A199-0E7A-4C47-AAF1-3B3EA90E97FE}"/>
              </a:ext>
            </a:extLst>
          </p:cNvPr>
          <p:cNvSpPr>
            <a:spLocks noChangeShapeType="1"/>
          </p:cNvSpPr>
          <p:nvPr/>
        </p:nvSpPr>
        <p:spPr bwMode="auto">
          <a:xfrm flipV="1">
            <a:off x="4397167" y="5849391"/>
            <a:ext cx="247650" cy="409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Text Box 30">
            <a:extLst>
              <a:ext uri="{FF2B5EF4-FFF2-40B4-BE49-F238E27FC236}">
                <a16:creationId xmlns:a16="http://schemas.microsoft.com/office/drawing/2014/main" id="{FDF4E109-9818-F749-8396-00CAAD03F8B7}"/>
              </a:ext>
            </a:extLst>
          </p:cNvPr>
          <p:cNvSpPr txBox="1">
            <a:spLocks noChangeArrowheads="1"/>
          </p:cNvSpPr>
          <p:nvPr/>
        </p:nvSpPr>
        <p:spPr bwMode="auto">
          <a:xfrm>
            <a:off x="6610142" y="5241379"/>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199.31.0.0/16</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75" name="Group 31">
            <a:extLst>
              <a:ext uri="{FF2B5EF4-FFF2-40B4-BE49-F238E27FC236}">
                <a16:creationId xmlns:a16="http://schemas.microsoft.com/office/drawing/2014/main" id="{4C6923DB-B2DC-034F-AE1A-78C3B8049E53}"/>
              </a:ext>
            </a:extLst>
          </p:cNvPr>
          <p:cNvGrpSpPr>
            <a:grpSpLocks/>
          </p:cNvGrpSpPr>
          <p:nvPr/>
        </p:nvGrpSpPr>
        <p:grpSpPr bwMode="auto">
          <a:xfrm>
            <a:off x="1885742" y="4031704"/>
            <a:ext cx="2338388" cy="404812"/>
            <a:chOff x="1004" y="1639"/>
            <a:chExt cx="1473" cy="255"/>
          </a:xfrm>
        </p:grpSpPr>
        <p:sp>
          <p:nvSpPr>
            <p:cNvPr id="76" name="Freeform 32">
              <a:extLst>
                <a:ext uri="{FF2B5EF4-FFF2-40B4-BE49-F238E27FC236}">
                  <a16:creationId xmlns:a16="http://schemas.microsoft.com/office/drawing/2014/main" id="{3599EB35-4339-C745-80AD-3353B688629C}"/>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Text Box 33">
              <a:extLst>
                <a:ext uri="{FF2B5EF4-FFF2-40B4-BE49-F238E27FC236}">
                  <a16:creationId xmlns:a16="http://schemas.microsoft.com/office/drawing/2014/main" id="{F6270561-036D-D141-A5B9-ABC52F684E6F}"/>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200.23.20.0/23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78" name="Text Box 34">
            <a:extLst>
              <a:ext uri="{FF2B5EF4-FFF2-40B4-BE49-F238E27FC236}">
                <a16:creationId xmlns:a16="http://schemas.microsoft.com/office/drawing/2014/main" id="{7BBF307D-51AE-C841-AD14-6D1FE73A0F18}"/>
              </a:ext>
            </a:extLst>
          </p:cNvPr>
          <p:cNvSpPr txBox="1">
            <a:spLocks noChangeArrowheads="1"/>
          </p:cNvSpPr>
          <p:nvPr/>
        </p:nvSpPr>
        <p:spPr bwMode="auto">
          <a:xfrm>
            <a:off x="1866692" y="383167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2</a:t>
            </a:r>
          </a:p>
        </p:txBody>
      </p:sp>
      <p:grpSp>
        <p:nvGrpSpPr>
          <p:cNvPr id="79" name="Group 35">
            <a:extLst>
              <a:ext uri="{FF2B5EF4-FFF2-40B4-BE49-F238E27FC236}">
                <a16:creationId xmlns:a16="http://schemas.microsoft.com/office/drawing/2014/main" id="{8A4F9659-D65C-7D45-9305-FE9BA9437E3A}"/>
              </a:ext>
            </a:extLst>
          </p:cNvPr>
          <p:cNvGrpSpPr>
            <a:grpSpLocks/>
          </p:cNvGrpSpPr>
          <p:nvPr/>
        </p:nvGrpSpPr>
        <p:grpSpPr bwMode="auto">
          <a:xfrm>
            <a:off x="3235117" y="4288879"/>
            <a:ext cx="257175" cy="663575"/>
            <a:chOff x="870" y="2941"/>
            <a:chExt cx="162" cy="418"/>
          </a:xfrm>
        </p:grpSpPr>
        <p:sp>
          <p:nvSpPr>
            <p:cNvPr id="80" name="Text Box 36">
              <a:extLst>
                <a:ext uri="{FF2B5EF4-FFF2-40B4-BE49-F238E27FC236}">
                  <a16:creationId xmlns:a16="http://schemas.microsoft.com/office/drawing/2014/main" id="{856ACC8E-1EAC-4B45-9687-D919315E528A}"/>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Text Box 37">
              <a:extLst>
                <a:ext uri="{FF2B5EF4-FFF2-40B4-BE49-F238E27FC236}">
                  <a16:creationId xmlns:a16="http://schemas.microsoft.com/office/drawing/2014/main" id="{E96A0D03-E033-D946-9D51-BCE9933B7941}"/>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Text Box 38">
              <a:extLst>
                <a:ext uri="{FF2B5EF4-FFF2-40B4-BE49-F238E27FC236}">
                  <a16:creationId xmlns:a16="http://schemas.microsoft.com/office/drawing/2014/main" id="{BD5D13DF-8C67-E648-8A1C-0F7207365CD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3" name="Group 39">
            <a:extLst>
              <a:ext uri="{FF2B5EF4-FFF2-40B4-BE49-F238E27FC236}">
                <a16:creationId xmlns:a16="http://schemas.microsoft.com/office/drawing/2014/main" id="{1CA732F1-4ED0-4F45-8CFF-255D799EAD25}"/>
              </a:ext>
            </a:extLst>
          </p:cNvPr>
          <p:cNvGrpSpPr>
            <a:grpSpLocks/>
          </p:cNvGrpSpPr>
          <p:nvPr/>
        </p:nvGrpSpPr>
        <p:grpSpPr bwMode="auto">
          <a:xfrm>
            <a:off x="4263817" y="3993604"/>
            <a:ext cx="257175" cy="663575"/>
            <a:chOff x="870" y="2941"/>
            <a:chExt cx="162" cy="418"/>
          </a:xfrm>
        </p:grpSpPr>
        <p:sp>
          <p:nvSpPr>
            <p:cNvPr id="84" name="Text Box 40">
              <a:extLst>
                <a:ext uri="{FF2B5EF4-FFF2-40B4-BE49-F238E27FC236}">
                  <a16:creationId xmlns:a16="http://schemas.microsoft.com/office/drawing/2014/main" id="{CA317B14-5E59-2749-93F3-DE759F1E87C2}"/>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 name="Text Box 41">
              <a:extLst>
                <a:ext uri="{FF2B5EF4-FFF2-40B4-BE49-F238E27FC236}">
                  <a16:creationId xmlns:a16="http://schemas.microsoft.com/office/drawing/2014/main" id="{0385CAA6-35F8-B54E-BEBB-87DBE85D705D}"/>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Text Box 42">
              <a:extLst>
                <a:ext uri="{FF2B5EF4-FFF2-40B4-BE49-F238E27FC236}">
                  <a16:creationId xmlns:a16="http://schemas.microsoft.com/office/drawing/2014/main" id="{D876D364-B8AB-884C-B605-DAF37D8F3F5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7" name="Text Box 43">
            <a:extLst>
              <a:ext uri="{FF2B5EF4-FFF2-40B4-BE49-F238E27FC236}">
                <a16:creationId xmlns:a16="http://schemas.microsoft.com/office/drawing/2014/main" id="{CEC375CB-DDD1-C54F-9D87-9C4EC7FCBCCD}"/>
              </a:ext>
            </a:extLst>
          </p:cNvPr>
          <p:cNvSpPr txBox="1">
            <a:spLocks noChangeArrowheads="1"/>
          </p:cNvSpPr>
          <p:nvPr/>
        </p:nvSpPr>
        <p:spPr bwMode="auto">
          <a:xfrm>
            <a:off x="794480" y="1297352"/>
            <a:ext cx="10717966" cy="9787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hierarchical addressing allows efficient advertisement of routing  information:</a:t>
            </a:r>
          </a:p>
        </p:txBody>
      </p:sp>
      <p:sp>
        <p:nvSpPr>
          <p:cNvPr id="44" name="Slide Number Placeholder 3">
            <a:extLst>
              <a:ext uri="{FF2B5EF4-FFF2-40B4-BE49-F238E27FC236}">
                <a16:creationId xmlns:a16="http://schemas.microsoft.com/office/drawing/2014/main" id="{23812E9A-EAB1-1144-8F29-25682639422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42</a:t>
            </a:fld>
            <a:endParaRPr lang="en-US" dirty="0"/>
          </a:p>
        </p:txBody>
      </p:sp>
    </p:spTree>
    <p:extLst>
      <p:ext uri="{BB962C8B-B14F-4D97-AF65-F5344CB8AC3E}">
        <p14:creationId xmlns:p14="http://schemas.microsoft.com/office/powerpoint/2010/main" val="1145374153"/>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7" y="281163"/>
            <a:ext cx="11078981" cy="1067951"/>
          </a:xfrm>
        </p:spPr>
        <p:txBody>
          <a:bodyPr>
            <a:normAutofit/>
          </a:bodyPr>
          <a:lstStyle/>
          <a:p>
            <a:r>
              <a:rPr lang="en-US" altLang="en-US" sz="4900" dirty="0">
                <a:ea typeface="ＭＳ Ｐゴシック" panose="020B0600070205080204" pitchFamily="34" charset="-128"/>
              </a:rPr>
              <a:t>Hierarchical addressing</a:t>
            </a:r>
            <a:r>
              <a:rPr lang="en-US" altLang="en-US" sz="4800" dirty="0">
                <a:ea typeface="ＭＳ Ｐゴシック" panose="020B0600070205080204" pitchFamily="34" charset="-128"/>
              </a:rPr>
              <a:t>: </a:t>
            </a:r>
            <a:r>
              <a:rPr lang="en-US" sz="4800" dirty="0"/>
              <a:t>more specific routes</a:t>
            </a:r>
          </a:p>
        </p:txBody>
      </p:sp>
      <p:sp>
        <p:nvSpPr>
          <p:cNvPr id="47" name="Freeform 3">
            <a:extLst>
              <a:ext uri="{FF2B5EF4-FFF2-40B4-BE49-F238E27FC236}">
                <a16:creationId xmlns:a16="http://schemas.microsoft.com/office/drawing/2014/main" id="{ECD79FEE-92ED-364B-BADE-7317008B7D35}"/>
              </a:ext>
            </a:extLst>
          </p:cNvPr>
          <p:cNvSpPr>
            <a:spLocks/>
          </p:cNvSpPr>
          <p:nvPr/>
        </p:nvSpPr>
        <p:spPr bwMode="auto">
          <a:xfrm>
            <a:off x="6254542" y="421109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Line 4">
            <a:extLst>
              <a:ext uri="{FF2B5EF4-FFF2-40B4-BE49-F238E27FC236}">
                <a16:creationId xmlns:a16="http://schemas.microsoft.com/office/drawing/2014/main" id="{5660B4B5-3D1B-9942-A9F7-D7028E81C2F7}"/>
              </a:ext>
            </a:extLst>
          </p:cNvPr>
          <p:cNvSpPr>
            <a:spLocks noChangeShapeType="1"/>
          </p:cNvSpPr>
          <p:nvPr/>
        </p:nvSpPr>
        <p:spPr bwMode="auto">
          <a:xfrm flipV="1">
            <a:off x="3911392" y="4487316"/>
            <a:ext cx="895350" cy="4572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Line 6">
            <a:extLst>
              <a:ext uri="{FF2B5EF4-FFF2-40B4-BE49-F238E27FC236}">
                <a16:creationId xmlns:a16="http://schemas.microsoft.com/office/drawing/2014/main" id="{8855D4C4-647C-B14D-9922-08C03455DC78}"/>
              </a:ext>
            </a:extLst>
          </p:cNvPr>
          <p:cNvSpPr>
            <a:spLocks noChangeShapeType="1"/>
          </p:cNvSpPr>
          <p:nvPr/>
        </p:nvSpPr>
        <p:spPr bwMode="auto">
          <a:xfrm>
            <a:off x="4006642" y="3077616"/>
            <a:ext cx="847725" cy="7620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Freeform 7">
            <a:extLst>
              <a:ext uri="{FF2B5EF4-FFF2-40B4-BE49-F238E27FC236}">
                <a16:creationId xmlns:a16="http://schemas.microsoft.com/office/drawing/2014/main" id="{71312ED7-148A-0445-9371-61B4C77BD501}"/>
              </a:ext>
            </a:extLst>
          </p:cNvPr>
          <p:cNvSpPr>
            <a:spLocks/>
          </p:cNvSpPr>
          <p:nvPr/>
        </p:nvSpPr>
        <p:spPr bwMode="auto">
          <a:xfrm>
            <a:off x="4652755" y="365705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Text Box 8">
            <a:extLst>
              <a:ext uri="{FF2B5EF4-FFF2-40B4-BE49-F238E27FC236}">
                <a16:creationId xmlns:a16="http://schemas.microsoft.com/office/drawing/2014/main" id="{13F7F820-B18A-E847-AD7E-846731E21C81}"/>
              </a:ext>
            </a:extLst>
          </p:cNvPr>
          <p:cNvSpPr txBox="1">
            <a:spLocks noChangeArrowheads="1"/>
          </p:cNvSpPr>
          <p:nvPr/>
        </p:nvSpPr>
        <p:spPr bwMode="auto">
          <a:xfrm>
            <a:off x="6486317" y="3384004"/>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200.23.16.0/20</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3" name="Group 9">
            <a:extLst>
              <a:ext uri="{FF2B5EF4-FFF2-40B4-BE49-F238E27FC236}">
                <a16:creationId xmlns:a16="http://schemas.microsoft.com/office/drawing/2014/main" id="{23482FB4-0876-3946-8B6B-B6AAECACCC51}"/>
              </a:ext>
            </a:extLst>
          </p:cNvPr>
          <p:cNvGrpSpPr>
            <a:grpSpLocks/>
          </p:cNvGrpSpPr>
          <p:nvPr/>
        </p:nvGrpSpPr>
        <p:grpSpPr bwMode="auto">
          <a:xfrm>
            <a:off x="1838117" y="2850604"/>
            <a:ext cx="2338388" cy="404812"/>
            <a:chOff x="1004" y="1639"/>
            <a:chExt cx="1473" cy="255"/>
          </a:xfrm>
        </p:grpSpPr>
        <p:sp>
          <p:nvSpPr>
            <p:cNvPr id="54" name="Freeform 10">
              <a:extLst>
                <a:ext uri="{FF2B5EF4-FFF2-40B4-BE49-F238E27FC236}">
                  <a16:creationId xmlns:a16="http://schemas.microsoft.com/office/drawing/2014/main" id="{EFB98728-6781-274A-B657-95A102B214DD}"/>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Text Box 11">
              <a:extLst>
                <a:ext uri="{FF2B5EF4-FFF2-40B4-BE49-F238E27FC236}">
                  <a16:creationId xmlns:a16="http://schemas.microsoft.com/office/drawing/2014/main" id="{479C3E9A-D072-0A44-BFA8-7F41473A99D8}"/>
                </a:ext>
              </a:extLst>
            </p:cNvPr>
            <p:cNvSpPr txBox="1">
              <a:spLocks noChangeArrowheads="1"/>
            </p:cNvSpPr>
            <p:nvPr/>
          </p:nvSpPr>
          <p:spPr bwMode="auto">
            <a:xfrm>
              <a:off x="1226" y="1664"/>
              <a:ext cx="970" cy="21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9" name="Group 15">
            <a:extLst>
              <a:ext uri="{FF2B5EF4-FFF2-40B4-BE49-F238E27FC236}">
                <a16:creationId xmlns:a16="http://schemas.microsoft.com/office/drawing/2014/main" id="{5057D694-4770-1E47-9F1B-BD44CF4E06D9}"/>
              </a:ext>
            </a:extLst>
          </p:cNvPr>
          <p:cNvGrpSpPr>
            <a:grpSpLocks/>
          </p:cNvGrpSpPr>
          <p:nvPr/>
        </p:nvGrpSpPr>
        <p:grpSpPr bwMode="auto">
          <a:xfrm>
            <a:off x="1780967" y="4860379"/>
            <a:ext cx="2338388" cy="404812"/>
            <a:chOff x="1004" y="1639"/>
            <a:chExt cx="1473" cy="255"/>
          </a:xfrm>
        </p:grpSpPr>
        <p:sp>
          <p:nvSpPr>
            <p:cNvPr id="60" name="Freeform 16">
              <a:extLst>
                <a:ext uri="{FF2B5EF4-FFF2-40B4-BE49-F238E27FC236}">
                  <a16:creationId xmlns:a16="http://schemas.microsoft.com/office/drawing/2014/main" id="{1AC34B6C-BC17-784D-A5E7-5AC4103C3EF7}"/>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1" name="Text Box 17">
              <a:extLst>
                <a:ext uri="{FF2B5EF4-FFF2-40B4-BE49-F238E27FC236}">
                  <a16:creationId xmlns:a16="http://schemas.microsoft.com/office/drawing/2014/main" id="{A065852F-7DDA-B44F-8E9C-52064BDFA91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200.23.30.0/23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2" name="Text Box 18">
            <a:extLst>
              <a:ext uri="{FF2B5EF4-FFF2-40B4-BE49-F238E27FC236}">
                <a16:creationId xmlns:a16="http://schemas.microsoft.com/office/drawing/2014/main" id="{B97CFD2D-9478-1F42-BD6D-A57188386EBA}"/>
              </a:ext>
            </a:extLst>
          </p:cNvPr>
          <p:cNvSpPr txBox="1">
            <a:spLocks noChangeArrowheads="1"/>
          </p:cNvSpPr>
          <p:nvPr/>
        </p:nvSpPr>
        <p:spPr bwMode="auto">
          <a:xfrm>
            <a:off x="4686092" y="4088854"/>
            <a:ext cx="15065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Fly-By-Night-ISP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 name="Freeform 19">
            <a:extLst>
              <a:ext uri="{FF2B5EF4-FFF2-40B4-BE49-F238E27FC236}">
                <a16:creationId xmlns:a16="http://schemas.microsoft.com/office/drawing/2014/main" id="{5B640850-7414-DA40-A0C3-62F09225F74C}"/>
              </a:ext>
            </a:extLst>
          </p:cNvPr>
          <p:cNvSpPr>
            <a:spLocks/>
          </p:cNvSpPr>
          <p:nvPr/>
        </p:nvSpPr>
        <p:spPr bwMode="auto">
          <a:xfrm>
            <a:off x="8248442" y="3185566"/>
            <a:ext cx="1444625" cy="2714625"/>
          </a:xfrm>
          <a:custGeom>
            <a:avLst/>
            <a:gdLst>
              <a:gd name="T0" fmla="*/ 2147483647 w 910"/>
              <a:gd name="T1" fmla="*/ 2147483647 h 1710"/>
              <a:gd name="T2" fmla="*/ 2147483647 w 910"/>
              <a:gd name="T3" fmla="*/ 2147483647 h 1710"/>
              <a:gd name="T4" fmla="*/ 2147483647 w 910"/>
              <a:gd name="T5" fmla="*/ 2147483647 h 1710"/>
              <a:gd name="T6" fmla="*/ 2147483647 w 910"/>
              <a:gd name="T7" fmla="*/ 2147483647 h 1710"/>
              <a:gd name="T8" fmla="*/ 2147483647 w 910"/>
              <a:gd name="T9" fmla="*/ 2147483647 h 1710"/>
              <a:gd name="T10" fmla="*/ 2147483647 w 910"/>
              <a:gd name="T11" fmla="*/ 2147483647 h 1710"/>
              <a:gd name="T12" fmla="*/ 2147483647 w 910"/>
              <a:gd name="T13" fmla="*/ 2147483647 h 1710"/>
              <a:gd name="T14" fmla="*/ 2147483647 w 910"/>
              <a:gd name="T15" fmla="*/ 2147483647 h 1710"/>
              <a:gd name="T16" fmla="*/ 2147483647 w 910"/>
              <a:gd name="T17" fmla="*/ 2147483647 h 1710"/>
              <a:gd name="T18" fmla="*/ 2147483647 w 910"/>
              <a:gd name="T19" fmla="*/ 2147483647 h 1710"/>
              <a:gd name="T20" fmla="*/ 2147483647 w 910"/>
              <a:gd name="T21" fmla="*/ 2147483647 h 1710"/>
              <a:gd name="T22" fmla="*/ 2147483647 w 910"/>
              <a:gd name="T23" fmla="*/ 2147483647 h 17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10"/>
              <a:gd name="T37" fmla="*/ 0 h 1710"/>
              <a:gd name="T38" fmla="*/ 910 w 910"/>
              <a:gd name="T39" fmla="*/ 1710 h 17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10" h="1710">
                <a:moveTo>
                  <a:pt x="766" y="38"/>
                </a:moveTo>
                <a:cubicBezTo>
                  <a:pt x="714" y="0"/>
                  <a:pt x="520" y="186"/>
                  <a:pt x="411" y="282"/>
                </a:cubicBezTo>
                <a:cubicBezTo>
                  <a:pt x="302" y="378"/>
                  <a:pt x="180" y="490"/>
                  <a:pt x="115" y="611"/>
                </a:cubicBezTo>
                <a:cubicBezTo>
                  <a:pt x="49" y="732"/>
                  <a:pt x="0" y="907"/>
                  <a:pt x="14" y="1008"/>
                </a:cubicBezTo>
                <a:cubicBezTo>
                  <a:pt x="28" y="1108"/>
                  <a:pt x="127" y="1139"/>
                  <a:pt x="198" y="1214"/>
                </a:cubicBezTo>
                <a:cubicBezTo>
                  <a:pt x="269" y="1288"/>
                  <a:pt x="328" y="1380"/>
                  <a:pt x="435" y="1456"/>
                </a:cubicBezTo>
                <a:cubicBezTo>
                  <a:pt x="542" y="1533"/>
                  <a:pt x="768" y="1710"/>
                  <a:pt x="839" y="1674"/>
                </a:cubicBezTo>
                <a:cubicBezTo>
                  <a:pt x="910" y="1638"/>
                  <a:pt x="863" y="1328"/>
                  <a:pt x="863" y="1239"/>
                </a:cubicBezTo>
                <a:cubicBezTo>
                  <a:pt x="863" y="1150"/>
                  <a:pt x="868" y="1189"/>
                  <a:pt x="839" y="1139"/>
                </a:cubicBezTo>
                <a:cubicBezTo>
                  <a:pt x="809" y="1090"/>
                  <a:pt x="703" y="1045"/>
                  <a:pt x="684" y="940"/>
                </a:cubicBezTo>
                <a:cubicBezTo>
                  <a:pt x="665" y="835"/>
                  <a:pt x="710" y="659"/>
                  <a:pt x="724" y="509"/>
                </a:cubicBezTo>
                <a:cubicBezTo>
                  <a:pt x="738" y="359"/>
                  <a:pt x="818" y="76"/>
                  <a:pt x="766" y="38"/>
                </a:cubicBezTo>
                <a:close/>
              </a:path>
            </a:pathLst>
          </a:custGeom>
          <a:gradFill rotWithShape="1">
            <a:gsLst>
              <a:gs pos="0">
                <a:srgbClr val="66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Text Box 20">
            <a:extLst>
              <a:ext uri="{FF2B5EF4-FFF2-40B4-BE49-F238E27FC236}">
                <a16:creationId xmlns:a16="http://schemas.microsoft.com/office/drawing/2014/main" id="{18E6B3A0-A9B2-6541-9755-03069812C8AA}"/>
              </a:ext>
            </a:extLst>
          </p:cNvPr>
          <p:cNvSpPr txBox="1">
            <a:spLocks noChangeArrowheads="1"/>
          </p:cNvSpPr>
          <p:nvPr/>
        </p:nvSpPr>
        <p:spPr bwMode="auto">
          <a:xfrm>
            <a:off x="1838117" y="25934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0</a:t>
            </a:r>
          </a:p>
        </p:txBody>
      </p:sp>
      <p:sp>
        <p:nvSpPr>
          <p:cNvPr id="65" name="Text Box 21">
            <a:extLst>
              <a:ext uri="{FF2B5EF4-FFF2-40B4-BE49-F238E27FC236}">
                <a16:creationId xmlns:a16="http://schemas.microsoft.com/office/drawing/2014/main" id="{7ED2E79C-4EA2-DF46-850E-87C1B539109F}"/>
              </a:ext>
            </a:extLst>
          </p:cNvPr>
          <p:cNvSpPr txBox="1">
            <a:spLocks noChangeArrowheads="1"/>
          </p:cNvSpPr>
          <p:nvPr/>
        </p:nvSpPr>
        <p:spPr bwMode="auto">
          <a:xfrm>
            <a:off x="1866692" y="460320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7</a:t>
            </a:r>
          </a:p>
        </p:txBody>
      </p:sp>
      <p:sp>
        <p:nvSpPr>
          <p:cNvPr id="66" name="Text Box 22">
            <a:extLst>
              <a:ext uri="{FF2B5EF4-FFF2-40B4-BE49-F238E27FC236}">
                <a16:creationId xmlns:a16="http://schemas.microsoft.com/office/drawing/2014/main" id="{5C4A224A-3B90-CE4F-80C5-151CE7A1FC32}"/>
              </a:ext>
            </a:extLst>
          </p:cNvPr>
          <p:cNvSpPr txBox="1">
            <a:spLocks noChangeArrowheads="1"/>
          </p:cNvSpPr>
          <p:nvPr/>
        </p:nvSpPr>
        <p:spPr bwMode="auto">
          <a:xfrm>
            <a:off x="8486567" y="4412704"/>
            <a:ext cx="7842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Internet</a:t>
            </a:r>
          </a:p>
        </p:txBody>
      </p:sp>
      <p:grpSp>
        <p:nvGrpSpPr>
          <p:cNvPr id="5" name="Group 4">
            <a:extLst>
              <a:ext uri="{FF2B5EF4-FFF2-40B4-BE49-F238E27FC236}">
                <a16:creationId xmlns:a16="http://schemas.microsoft.com/office/drawing/2014/main" id="{D14A2EA5-C052-4049-9286-557D45928AE4}"/>
              </a:ext>
            </a:extLst>
          </p:cNvPr>
          <p:cNvGrpSpPr/>
          <p:nvPr/>
        </p:nvGrpSpPr>
        <p:grpSpPr>
          <a:xfrm>
            <a:off x="1847642" y="3241129"/>
            <a:ext cx="2844800" cy="788987"/>
            <a:chOff x="1847642" y="3241129"/>
            <a:chExt cx="2844800" cy="788987"/>
          </a:xfrm>
        </p:grpSpPr>
        <p:sp>
          <p:nvSpPr>
            <p:cNvPr id="49" name="Line 5">
              <a:extLst>
                <a:ext uri="{FF2B5EF4-FFF2-40B4-BE49-F238E27FC236}">
                  <a16:creationId xmlns:a16="http://schemas.microsoft.com/office/drawing/2014/main" id="{87966B04-F6C0-A846-94E6-84FA0E62CFAA}"/>
                </a:ext>
              </a:extLst>
            </p:cNvPr>
            <p:cNvSpPr>
              <a:spLocks noChangeShapeType="1"/>
            </p:cNvSpPr>
            <p:nvPr/>
          </p:nvSpPr>
          <p:spPr bwMode="auto">
            <a:xfrm>
              <a:off x="3939967" y="3858666"/>
              <a:ext cx="7524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6" name="Group 12">
              <a:extLst>
                <a:ext uri="{FF2B5EF4-FFF2-40B4-BE49-F238E27FC236}">
                  <a16:creationId xmlns:a16="http://schemas.microsoft.com/office/drawing/2014/main" id="{B383951C-712F-5C42-96DB-910B055F2215}"/>
                </a:ext>
              </a:extLst>
            </p:cNvPr>
            <p:cNvGrpSpPr>
              <a:grpSpLocks/>
            </p:cNvGrpSpPr>
            <p:nvPr/>
          </p:nvGrpSpPr>
          <p:grpSpPr bwMode="auto">
            <a:xfrm>
              <a:off x="1866692" y="3441154"/>
              <a:ext cx="2338388" cy="404812"/>
              <a:chOff x="1004" y="1639"/>
              <a:chExt cx="1473" cy="255"/>
            </a:xfrm>
          </p:grpSpPr>
          <p:sp>
            <p:nvSpPr>
              <p:cNvPr id="57" name="Freeform 13">
                <a:extLst>
                  <a:ext uri="{FF2B5EF4-FFF2-40B4-BE49-F238E27FC236}">
                    <a16:creationId xmlns:a16="http://schemas.microsoft.com/office/drawing/2014/main" id="{202E091A-FFE8-DE46-97F4-970D276247EB}"/>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Text Box 14">
                <a:extLst>
                  <a:ext uri="{FF2B5EF4-FFF2-40B4-BE49-F238E27FC236}">
                    <a16:creationId xmlns:a16="http://schemas.microsoft.com/office/drawing/2014/main" id="{4F745438-67CC-D24F-9CC6-123745B86940}"/>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200.23.18.0/23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7" name="Text Box 23">
              <a:extLst>
                <a:ext uri="{FF2B5EF4-FFF2-40B4-BE49-F238E27FC236}">
                  <a16:creationId xmlns:a16="http://schemas.microsoft.com/office/drawing/2014/main" id="{7C75AA74-8B0F-8B4D-88CF-7C285E4A4295}"/>
                </a:ext>
              </a:extLst>
            </p:cNvPr>
            <p:cNvSpPr txBox="1">
              <a:spLocks noChangeArrowheads="1"/>
            </p:cNvSpPr>
            <p:nvPr/>
          </p:nvSpPr>
          <p:spPr bwMode="auto">
            <a:xfrm>
              <a:off x="1847642" y="32411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1</a:t>
              </a:r>
            </a:p>
          </p:txBody>
        </p:sp>
      </p:grpSp>
      <p:sp>
        <p:nvSpPr>
          <p:cNvPr id="68" name="Freeform 24">
            <a:extLst>
              <a:ext uri="{FF2B5EF4-FFF2-40B4-BE49-F238E27FC236}">
                <a16:creationId xmlns:a16="http://schemas.microsoft.com/office/drawing/2014/main" id="{DA50A5B2-8288-9D48-89B3-3CF0A9EE6426}"/>
              </a:ext>
            </a:extLst>
          </p:cNvPr>
          <p:cNvSpPr>
            <a:spLocks/>
          </p:cNvSpPr>
          <p:nvPr/>
        </p:nvSpPr>
        <p:spPr bwMode="auto">
          <a:xfrm>
            <a:off x="4595605" y="497150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 name="Text Box 25">
            <a:extLst>
              <a:ext uri="{FF2B5EF4-FFF2-40B4-BE49-F238E27FC236}">
                <a16:creationId xmlns:a16="http://schemas.microsoft.com/office/drawing/2014/main" id="{0E511D85-1643-734E-A204-E574E162FB3D}"/>
              </a:ext>
            </a:extLst>
          </p:cNvPr>
          <p:cNvSpPr txBox="1">
            <a:spLocks noChangeArrowheads="1"/>
          </p:cNvSpPr>
          <p:nvPr/>
        </p:nvSpPr>
        <p:spPr bwMode="auto">
          <a:xfrm>
            <a:off x="4895642" y="5346154"/>
            <a:ext cx="10239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ISPs-R-Us</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Freeform 26">
            <a:extLst>
              <a:ext uri="{FF2B5EF4-FFF2-40B4-BE49-F238E27FC236}">
                <a16:creationId xmlns:a16="http://schemas.microsoft.com/office/drawing/2014/main" id="{46DEEC4A-E4F9-0942-9D95-69D2C1DC1DCD}"/>
              </a:ext>
            </a:extLst>
          </p:cNvPr>
          <p:cNvSpPr>
            <a:spLocks/>
          </p:cNvSpPr>
          <p:nvPr/>
        </p:nvSpPr>
        <p:spPr bwMode="auto">
          <a:xfrm flipV="1">
            <a:off x="6321217" y="499214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Line 27">
            <a:extLst>
              <a:ext uri="{FF2B5EF4-FFF2-40B4-BE49-F238E27FC236}">
                <a16:creationId xmlns:a16="http://schemas.microsoft.com/office/drawing/2014/main" id="{BC947CB2-0DEF-E44D-BAA9-42758198740F}"/>
              </a:ext>
            </a:extLst>
          </p:cNvPr>
          <p:cNvSpPr>
            <a:spLocks noChangeShapeType="1"/>
          </p:cNvSpPr>
          <p:nvPr/>
        </p:nvSpPr>
        <p:spPr bwMode="auto">
          <a:xfrm>
            <a:off x="4111417" y="5535066"/>
            <a:ext cx="4857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2" name="Line 28">
            <a:extLst>
              <a:ext uri="{FF2B5EF4-FFF2-40B4-BE49-F238E27FC236}">
                <a16:creationId xmlns:a16="http://schemas.microsoft.com/office/drawing/2014/main" id="{3EA86D83-B0E4-D34A-A87C-4B28A721D097}"/>
              </a:ext>
            </a:extLst>
          </p:cNvPr>
          <p:cNvSpPr>
            <a:spLocks noChangeShapeType="1"/>
          </p:cNvSpPr>
          <p:nvPr/>
        </p:nvSpPr>
        <p:spPr bwMode="auto">
          <a:xfrm flipV="1">
            <a:off x="3959017" y="5601741"/>
            <a:ext cx="6381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Line 29">
            <a:extLst>
              <a:ext uri="{FF2B5EF4-FFF2-40B4-BE49-F238E27FC236}">
                <a16:creationId xmlns:a16="http://schemas.microsoft.com/office/drawing/2014/main" id="{2247A199-0E7A-4C47-AAF1-3B3EA90E97FE}"/>
              </a:ext>
            </a:extLst>
          </p:cNvPr>
          <p:cNvSpPr>
            <a:spLocks noChangeShapeType="1"/>
          </p:cNvSpPr>
          <p:nvPr/>
        </p:nvSpPr>
        <p:spPr bwMode="auto">
          <a:xfrm flipV="1">
            <a:off x="4397167" y="5849391"/>
            <a:ext cx="247650" cy="409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Text Box 30">
            <a:extLst>
              <a:ext uri="{FF2B5EF4-FFF2-40B4-BE49-F238E27FC236}">
                <a16:creationId xmlns:a16="http://schemas.microsoft.com/office/drawing/2014/main" id="{FDF4E109-9818-F749-8396-00CAAD03F8B7}"/>
              </a:ext>
            </a:extLst>
          </p:cNvPr>
          <p:cNvSpPr txBox="1">
            <a:spLocks noChangeArrowheads="1"/>
          </p:cNvSpPr>
          <p:nvPr/>
        </p:nvSpPr>
        <p:spPr bwMode="auto">
          <a:xfrm>
            <a:off x="6610142" y="5241379"/>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199.31.0.0/16</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75" name="Group 31">
            <a:extLst>
              <a:ext uri="{FF2B5EF4-FFF2-40B4-BE49-F238E27FC236}">
                <a16:creationId xmlns:a16="http://schemas.microsoft.com/office/drawing/2014/main" id="{4C6923DB-B2DC-034F-AE1A-78C3B8049E53}"/>
              </a:ext>
            </a:extLst>
          </p:cNvPr>
          <p:cNvGrpSpPr>
            <a:grpSpLocks/>
          </p:cNvGrpSpPr>
          <p:nvPr/>
        </p:nvGrpSpPr>
        <p:grpSpPr bwMode="auto">
          <a:xfrm>
            <a:off x="1885742" y="4031704"/>
            <a:ext cx="2338388" cy="404812"/>
            <a:chOff x="1004" y="1639"/>
            <a:chExt cx="1473" cy="255"/>
          </a:xfrm>
        </p:grpSpPr>
        <p:sp>
          <p:nvSpPr>
            <p:cNvPr id="76" name="Freeform 32">
              <a:extLst>
                <a:ext uri="{FF2B5EF4-FFF2-40B4-BE49-F238E27FC236}">
                  <a16:creationId xmlns:a16="http://schemas.microsoft.com/office/drawing/2014/main" id="{3599EB35-4339-C745-80AD-3353B688629C}"/>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Text Box 33">
              <a:extLst>
                <a:ext uri="{FF2B5EF4-FFF2-40B4-BE49-F238E27FC236}">
                  <a16:creationId xmlns:a16="http://schemas.microsoft.com/office/drawing/2014/main" id="{F6270561-036D-D141-A5B9-ABC52F684E6F}"/>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200.23.20.0/23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78" name="Text Box 34">
            <a:extLst>
              <a:ext uri="{FF2B5EF4-FFF2-40B4-BE49-F238E27FC236}">
                <a16:creationId xmlns:a16="http://schemas.microsoft.com/office/drawing/2014/main" id="{7BBF307D-51AE-C841-AD14-6D1FE73A0F18}"/>
              </a:ext>
            </a:extLst>
          </p:cNvPr>
          <p:cNvSpPr txBox="1">
            <a:spLocks noChangeArrowheads="1"/>
          </p:cNvSpPr>
          <p:nvPr/>
        </p:nvSpPr>
        <p:spPr bwMode="auto">
          <a:xfrm>
            <a:off x="1866692" y="383167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2</a:t>
            </a:r>
          </a:p>
        </p:txBody>
      </p:sp>
      <p:grpSp>
        <p:nvGrpSpPr>
          <p:cNvPr id="79" name="Group 35">
            <a:extLst>
              <a:ext uri="{FF2B5EF4-FFF2-40B4-BE49-F238E27FC236}">
                <a16:creationId xmlns:a16="http://schemas.microsoft.com/office/drawing/2014/main" id="{8A4F9659-D65C-7D45-9305-FE9BA9437E3A}"/>
              </a:ext>
            </a:extLst>
          </p:cNvPr>
          <p:cNvGrpSpPr>
            <a:grpSpLocks/>
          </p:cNvGrpSpPr>
          <p:nvPr/>
        </p:nvGrpSpPr>
        <p:grpSpPr bwMode="auto">
          <a:xfrm>
            <a:off x="3235117" y="4288879"/>
            <a:ext cx="257175" cy="663575"/>
            <a:chOff x="870" y="2941"/>
            <a:chExt cx="162" cy="418"/>
          </a:xfrm>
        </p:grpSpPr>
        <p:sp>
          <p:nvSpPr>
            <p:cNvPr id="80" name="Text Box 36">
              <a:extLst>
                <a:ext uri="{FF2B5EF4-FFF2-40B4-BE49-F238E27FC236}">
                  <a16:creationId xmlns:a16="http://schemas.microsoft.com/office/drawing/2014/main" id="{856ACC8E-1EAC-4B45-9687-D919315E528A}"/>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Text Box 37">
              <a:extLst>
                <a:ext uri="{FF2B5EF4-FFF2-40B4-BE49-F238E27FC236}">
                  <a16:creationId xmlns:a16="http://schemas.microsoft.com/office/drawing/2014/main" id="{E96A0D03-E033-D946-9D51-BCE9933B7941}"/>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Text Box 38">
              <a:extLst>
                <a:ext uri="{FF2B5EF4-FFF2-40B4-BE49-F238E27FC236}">
                  <a16:creationId xmlns:a16="http://schemas.microsoft.com/office/drawing/2014/main" id="{BD5D13DF-8C67-E648-8A1C-0F7207365CD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3" name="Group 39">
            <a:extLst>
              <a:ext uri="{FF2B5EF4-FFF2-40B4-BE49-F238E27FC236}">
                <a16:creationId xmlns:a16="http://schemas.microsoft.com/office/drawing/2014/main" id="{1CA732F1-4ED0-4F45-8CFF-255D799EAD25}"/>
              </a:ext>
            </a:extLst>
          </p:cNvPr>
          <p:cNvGrpSpPr>
            <a:grpSpLocks/>
          </p:cNvGrpSpPr>
          <p:nvPr/>
        </p:nvGrpSpPr>
        <p:grpSpPr bwMode="auto">
          <a:xfrm>
            <a:off x="4263817" y="3993604"/>
            <a:ext cx="257175" cy="663575"/>
            <a:chOff x="870" y="2941"/>
            <a:chExt cx="162" cy="418"/>
          </a:xfrm>
        </p:grpSpPr>
        <p:sp>
          <p:nvSpPr>
            <p:cNvPr id="84" name="Text Box 40">
              <a:extLst>
                <a:ext uri="{FF2B5EF4-FFF2-40B4-BE49-F238E27FC236}">
                  <a16:creationId xmlns:a16="http://schemas.microsoft.com/office/drawing/2014/main" id="{CA317B14-5E59-2749-93F3-DE759F1E87C2}"/>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 name="Text Box 41">
              <a:extLst>
                <a:ext uri="{FF2B5EF4-FFF2-40B4-BE49-F238E27FC236}">
                  <a16:creationId xmlns:a16="http://schemas.microsoft.com/office/drawing/2014/main" id="{0385CAA6-35F8-B54E-BEBB-87DBE85D705D}"/>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Text Box 42">
              <a:extLst>
                <a:ext uri="{FF2B5EF4-FFF2-40B4-BE49-F238E27FC236}">
                  <a16:creationId xmlns:a16="http://schemas.microsoft.com/office/drawing/2014/main" id="{D876D364-B8AB-884C-B605-DAF37D8F3F5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7" name="Text Box 43">
            <a:extLst>
              <a:ext uri="{FF2B5EF4-FFF2-40B4-BE49-F238E27FC236}">
                <a16:creationId xmlns:a16="http://schemas.microsoft.com/office/drawing/2014/main" id="{CEC375CB-DDD1-C54F-9D87-9C4EC7FCBCCD}"/>
              </a:ext>
            </a:extLst>
          </p:cNvPr>
          <p:cNvSpPr txBox="1">
            <a:spLocks noChangeArrowheads="1"/>
          </p:cNvSpPr>
          <p:nvPr/>
        </p:nvSpPr>
        <p:spPr bwMode="auto">
          <a:xfrm>
            <a:off x="741737" y="1253772"/>
            <a:ext cx="11002779"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0" fontAlgn="base" latinLnBrk="0" hangingPunct="0">
              <a:lnSpc>
                <a:spcPct val="100000"/>
              </a:lnSpc>
              <a:spcBef>
                <a:spcPct val="0"/>
              </a:spcBef>
              <a:spcAft>
                <a:spcPct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Organization 1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moves from Fly-By-Night-ISP to ISPs-R-Us</a:t>
            </a:r>
          </a:p>
          <a:p>
            <a:pPr marL="342900" marR="0" lvl="0" indent="-342900" algn="l" defTabSz="914400" rtl="0" eaLnBrk="0" fontAlgn="base" latinLnBrk="0" hangingPunct="0">
              <a:lnSpc>
                <a:spcPct val="100000"/>
              </a:lnSpc>
              <a:spcBef>
                <a:spcPct val="0"/>
              </a:spcBef>
              <a:spcAft>
                <a:spcPct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ISPs-R-Us now advertises a more specific route to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Organization 1</a:t>
            </a:r>
            <a:endPar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5" name="Line 6">
            <a:extLst>
              <a:ext uri="{FF2B5EF4-FFF2-40B4-BE49-F238E27FC236}">
                <a16:creationId xmlns:a16="http://schemas.microsoft.com/office/drawing/2014/main" id="{16029FA6-37C7-AB4D-A59B-945173A1BE9B}"/>
              </a:ext>
            </a:extLst>
          </p:cNvPr>
          <p:cNvSpPr>
            <a:spLocks noChangeShapeType="1"/>
          </p:cNvSpPr>
          <p:nvPr/>
        </p:nvSpPr>
        <p:spPr bwMode="auto">
          <a:xfrm flipV="1">
            <a:off x="4303322" y="5787297"/>
            <a:ext cx="333375" cy="2476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2" name="Group 1">
            <a:extLst>
              <a:ext uri="{FF2B5EF4-FFF2-40B4-BE49-F238E27FC236}">
                <a16:creationId xmlns:a16="http://schemas.microsoft.com/office/drawing/2014/main" id="{D124712F-55B8-914D-A727-D85A618B3B5F}"/>
              </a:ext>
            </a:extLst>
          </p:cNvPr>
          <p:cNvGrpSpPr/>
          <p:nvPr/>
        </p:nvGrpSpPr>
        <p:grpSpPr>
          <a:xfrm>
            <a:off x="2073587" y="5735794"/>
            <a:ext cx="2342448" cy="619828"/>
            <a:chOff x="2073587" y="5735794"/>
            <a:chExt cx="2342448" cy="619828"/>
          </a:xfrm>
        </p:grpSpPr>
        <p:grpSp>
          <p:nvGrpSpPr>
            <p:cNvPr id="46" name="Group 13">
              <a:extLst>
                <a:ext uri="{FF2B5EF4-FFF2-40B4-BE49-F238E27FC236}">
                  <a16:creationId xmlns:a16="http://schemas.microsoft.com/office/drawing/2014/main" id="{ABF1EEF6-F03D-8E48-9B4F-9694AA09D3F1}"/>
                </a:ext>
              </a:extLst>
            </p:cNvPr>
            <p:cNvGrpSpPr>
              <a:grpSpLocks/>
            </p:cNvGrpSpPr>
            <p:nvPr/>
          </p:nvGrpSpPr>
          <p:grpSpPr bwMode="auto">
            <a:xfrm>
              <a:off x="2077647" y="5950810"/>
              <a:ext cx="2338388" cy="404812"/>
              <a:chOff x="1004" y="1639"/>
              <a:chExt cx="1473" cy="255"/>
            </a:xfrm>
          </p:grpSpPr>
          <p:sp>
            <p:nvSpPr>
              <p:cNvPr id="88" name="Freeform 14">
                <a:extLst>
                  <a:ext uri="{FF2B5EF4-FFF2-40B4-BE49-F238E27FC236}">
                    <a16:creationId xmlns:a16="http://schemas.microsoft.com/office/drawing/2014/main" id="{88BD7968-23EA-EF4B-BBA8-48B022120194}"/>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Text Box 15">
                <a:extLst>
                  <a:ext uri="{FF2B5EF4-FFF2-40B4-BE49-F238E27FC236}">
                    <a16:creationId xmlns:a16="http://schemas.microsoft.com/office/drawing/2014/main" id="{2EC519CF-1876-9247-BF14-91A552F9302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200.23.18.0/23</a:t>
                </a: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0" name="Text Box 24">
              <a:extLst>
                <a:ext uri="{FF2B5EF4-FFF2-40B4-BE49-F238E27FC236}">
                  <a16:creationId xmlns:a16="http://schemas.microsoft.com/office/drawing/2014/main" id="{354BE1BC-E9EF-404B-ACF3-655B1338290D}"/>
                </a:ext>
              </a:extLst>
            </p:cNvPr>
            <p:cNvSpPr txBox="1">
              <a:spLocks noChangeArrowheads="1"/>
            </p:cNvSpPr>
            <p:nvPr/>
          </p:nvSpPr>
          <p:spPr bwMode="auto">
            <a:xfrm>
              <a:off x="2073587" y="573579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1</a:t>
              </a:r>
            </a:p>
          </p:txBody>
        </p:sp>
      </p:grpSp>
      <p:sp>
        <p:nvSpPr>
          <p:cNvPr id="91" name="Text Box 31">
            <a:extLst>
              <a:ext uri="{FF2B5EF4-FFF2-40B4-BE49-F238E27FC236}">
                <a16:creationId xmlns:a16="http://schemas.microsoft.com/office/drawing/2014/main" id="{64C2BB30-AFAC-2341-97EB-7F0AF3F05F3D}"/>
              </a:ext>
            </a:extLst>
          </p:cNvPr>
          <p:cNvSpPr txBox="1">
            <a:spLocks noChangeArrowheads="1"/>
          </p:cNvSpPr>
          <p:nvPr/>
        </p:nvSpPr>
        <p:spPr bwMode="auto">
          <a:xfrm>
            <a:off x="6580161" y="6089469"/>
            <a:ext cx="173957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 </a:t>
            </a:r>
            <a:r>
              <a:rPr kumimoji="0" lang="en-US" altLang="en-US" sz="1400" b="0" i="0" u="sng"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200.23.18.0/23</a:t>
            </a:r>
            <a:r>
              <a:rPr kumimoji="0" lang="ja-JP"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2" name="Slide Number Placeholder 3">
            <a:extLst>
              <a:ext uri="{FF2B5EF4-FFF2-40B4-BE49-F238E27FC236}">
                <a16:creationId xmlns:a16="http://schemas.microsoft.com/office/drawing/2014/main" id="{7EDAE62B-AFB0-584C-9FD0-8C52EC351D5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43</a:t>
            </a:fld>
            <a:endParaRPr lang="en-US" dirty="0"/>
          </a:p>
        </p:txBody>
      </p:sp>
    </p:spTree>
    <p:extLst>
      <p:ext uri="{BB962C8B-B14F-4D97-AF65-F5344CB8AC3E}">
        <p14:creationId xmlns:p14="http://schemas.microsoft.com/office/powerpoint/2010/main" val="14507150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nodeType="clickEffect">
                                  <p:stCondLst>
                                    <p:cond delay="0"/>
                                  </p:stCondLst>
                                  <p:childTnLst>
                                    <p:animEffect transition="out" filter="dissolv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dissolve">
                                      <p:cBhvr>
                                        <p:cTn id="12" dur="500"/>
                                        <p:tgtEl>
                                          <p:spTgt spid="2"/>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91"/>
                                        </p:tgtEl>
                                        <p:attrNameLst>
                                          <p:attrName>style.visibility</p:attrName>
                                        </p:attrNameLst>
                                      </p:cBhvr>
                                      <p:to>
                                        <p:strVal val="visible"/>
                                      </p:to>
                                    </p:set>
                                    <p:animEffect transition="in" filter="dissolve">
                                      <p:cBhvr>
                                        <p:cTn id="17" dur="500"/>
                                        <p:tgtEl>
                                          <p:spTgt spid="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7" y="281163"/>
            <a:ext cx="11078981" cy="1067951"/>
          </a:xfrm>
        </p:spPr>
        <p:txBody>
          <a:bodyPr>
            <a:normAutofit/>
          </a:bodyPr>
          <a:lstStyle/>
          <a:p>
            <a:r>
              <a:rPr lang="en-US" altLang="en-US" sz="4900" dirty="0">
                <a:ea typeface="ＭＳ Ｐゴシック" panose="020B0600070205080204" pitchFamily="34" charset="-128"/>
              </a:rPr>
              <a:t>Hierarchical addressing</a:t>
            </a:r>
            <a:r>
              <a:rPr lang="en-US" altLang="en-US" sz="4800" dirty="0">
                <a:ea typeface="ＭＳ Ｐゴシック" panose="020B0600070205080204" pitchFamily="34" charset="-128"/>
              </a:rPr>
              <a:t>: </a:t>
            </a:r>
            <a:r>
              <a:rPr lang="en-US" sz="4800" dirty="0"/>
              <a:t>more specific routes</a:t>
            </a:r>
          </a:p>
        </p:txBody>
      </p:sp>
      <p:sp>
        <p:nvSpPr>
          <p:cNvPr id="47" name="Freeform 3">
            <a:extLst>
              <a:ext uri="{FF2B5EF4-FFF2-40B4-BE49-F238E27FC236}">
                <a16:creationId xmlns:a16="http://schemas.microsoft.com/office/drawing/2014/main" id="{ECD79FEE-92ED-364B-BADE-7317008B7D35}"/>
              </a:ext>
            </a:extLst>
          </p:cNvPr>
          <p:cNvSpPr>
            <a:spLocks/>
          </p:cNvSpPr>
          <p:nvPr/>
        </p:nvSpPr>
        <p:spPr bwMode="auto">
          <a:xfrm>
            <a:off x="6254542" y="421109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Line 4">
            <a:extLst>
              <a:ext uri="{FF2B5EF4-FFF2-40B4-BE49-F238E27FC236}">
                <a16:creationId xmlns:a16="http://schemas.microsoft.com/office/drawing/2014/main" id="{5660B4B5-3D1B-9942-A9F7-D7028E81C2F7}"/>
              </a:ext>
            </a:extLst>
          </p:cNvPr>
          <p:cNvSpPr>
            <a:spLocks noChangeShapeType="1"/>
          </p:cNvSpPr>
          <p:nvPr/>
        </p:nvSpPr>
        <p:spPr bwMode="auto">
          <a:xfrm flipV="1">
            <a:off x="3911392" y="4487316"/>
            <a:ext cx="895350" cy="4572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Line 6">
            <a:extLst>
              <a:ext uri="{FF2B5EF4-FFF2-40B4-BE49-F238E27FC236}">
                <a16:creationId xmlns:a16="http://schemas.microsoft.com/office/drawing/2014/main" id="{8855D4C4-647C-B14D-9922-08C03455DC78}"/>
              </a:ext>
            </a:extLst>
          </p:cNvPr>
          <p:cNvSpPr>
            <a:spLocks noChangeShapeType="1"/>
          </p:cNvSpPr>
          <p:nvPr/>
        </p:nvSpPr>
        <p:spPr bwMode="auto">
          <a:xfrm>
            <a:off x="4006642" y="3077616"/>
            <a:ext cx="847725" cy="7620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Freeform 7">
            <a:extLst>
              <a:ext uri="{FF2B5EF4-FFF2-40B4-BE49-F238E27FC236}">
                <a16:creationId xmlns:a16="http://schemas.microsoft.com/office/drawing/2014/main" id="{71312ED7-148A-0445-9371-61B4C77BD501}"/>
              </a:ext>
            </a:extLst>
          </p:cNvPr>
          <p:cNvSpPr>
            <a:spLocks/>
          </p:cNvSpPr>
          <p:nvPr/>
        </p:nvSpPr>
        <p:spPr bwMode="auto">
          <a:xfrm>
            <a:off x="4652755" y="365705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Text Box 8">
            <a:extLst>
              <a:ext uri="{FF2B5EF4-FFF2-40B4-BE49-F238E27FC236}">
                <a16:creationId xmlns:a16="http://schemas.microsoft.com/office/drawing/2014/main" id="{13F7F820-B18A-E847-AD7E-846731E21C81}"/>
              </a:ext>
            </a:extLst>
          </p:cNvPr>
          <p:cNvSpPr txBox="1">
            <a:spLocks noChangeArrowheads="1"/>
          </p:cNvSpPr>
          <p:nvPr/>
        </p:nvSpPr>
        <p:spPr bwMode="auto">
          <a:xfrm>
            <a:off x="6486317" y="3384004"/>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200.23.16.0/20</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3" name="Group 9">
            <a:extLst>
              <a:ext uri="{FF2B5EF4-FFF2-40B4-BE49-F238E27FC236}">
                <a16:creationId xmlns:a16="http://schemas.microsoft.com/office/drawing/2014/main" id="{23482FB4-0876-3946-8B6B-B6AAECACCC51}"/>
              </a:ext>
            </a:extLst>
          </p:cNvPr>
          <p:cNvGrpSpPr>
            <a:grpSpLocks/>
          </p:cNvGrpSpPr>
          <p:nvPr/>
        </p:nvGrpSpPr>
        <p:grpSpPr bwMode="auto">
          <a:xfrm>
            <a:off x="1838117" y="2850604"/>
            <a:ext cx="2338388" cy="404812"/>
            <a:chOff x="1004" y="1639"/>
            <a:chExt cx="1473" cy="255"/>
          </a:xfrm>
        </p:grpSpPr>
        <p:sp>
          <p:nvSpPr>
            <p:cNvPr id="54" name="Freeform 10">
              <a:extLst>
                <a:ext uri="{FF2B5EF4-FFF2-40B4-BE49-F238E27FC236}">
                  <a16:creationId xmlns:a16="http://schemas.microsoft.com/office/drawing/2014/main" id="{EFB98728-6781-274A-B657-95A102B214DD}"/>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Text Box 11">
              <a:extLst>
                <a:ext uri="{FF2B5EF4-FFF2-40B4-BE49-F238E27FC236}">
                  <a16:creationId xmlns:a16="http://schemas.microsoft.com/office/drawing/2014/main" id="{479C3E9A-D072-0A44-BFA8-7F41473A99D8}"/>
                </a:ext>
              </a:extLst>
            </p:cNvPr>
            <p:cNvSpPr txBox="1">
              <a:spLocks noChangeArrowheads="1"/>
            </p:cNvSpPr>
            <p:nvPr/>
          </p:nvSpPr>
          <p:spPr bwMode="auto">
            <a:xfrm>
              <a:off x="1226" y="1664"/>
              <a:ext cx="970" cy="21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9" name="Group 15">
            <a:extLst>
              <a:ext uri="{FF2B5EF4-FFF2-40B4-BE49-F238E27FC236}">
                <a16:creationId xmlns:a16="http://schemas.microsoft.com/office/drawing/2014/main" id="{5057D694-4770-1E47-9F1B-BD44CF4E06D9}"/>
              </a:ext>
            </a:extLst>
          </p:cNvPr>
          <p:cNvGrpSpPr>
            <a:grpSpLocks/>
          </p:cNvGrpSpPr>
          <p:nvPr/>
        </p:nvGrpSpPr>
        <p:grpSpPr bwMode="auto">
          <a:xfrm>
            <a:off x="1780967" y="4860379"/>
            <a:ext cx="2338388" cy="404812"/>
            <a:chOff x="1004" y="1639"/>
            <a:chExt cx="1473" cy="255"/>
          </a:xfrm>
        </p:grpSpPr>
        <p:sp>
          <p:nvSpPr>
            <p:cNvPr id="60" name="Freeform 16">
              <a:extLst>
                <a:ext uri="{FF2B5EF4-FFF2-40B4-BE49-F238E27FC236}">
                  <a16:creationId xmlns:a16="http://schemas.microsoft.com/office/drawing/2014/main" id="{1AC34B6C-BC17-784D-A5E7-5AC4103C3EF7}"/>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1" name="Text Box 17">
              <a:extLst>
                <a:ext uri="{FF2B5EF4-FFF2-40B4-BE49-F238E27FC236}">
                  <a16:creationId xmlns:a16="http://schemas.microsoft.com/office/drawing/2014/main" id="{A065852F-7DDA-B44F-8E9C-52064BDFA91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200.23.30.0/23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2" name="Text Box 18">
            <a:extLst>
              <a:ext uri="{FF2B5EF4-FFF2-40B4-BE49-F238E27FC236}">
                <a16:creationId xmlns:a16="http://schemas.microsoft.com/office/drawing/2014/main" id="{B97CFD2D-9478-1F42-BD6D-A57188386EBA}"/>
              </a:ext>
            </a:extLst>
          </p:cNvPr>
          <p:cNvSpPr txBox="1">
            <a:spLocks noChangeArrowheads="1"/>
          </p:cNvSpPr>
          <p:nvPr/>
        </p:nvSpPr>
        <p:spPr bwMode="auto">
          <a:xfrm>
            <a:off x="4686092" y="4088854"/>
            <a:ext cx="15065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Fly-By-Night-ISP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 name="Freeform 19">
            <a:extLst>
              <a:ext uri="{FF2B5EF4-FFF2-40B4-BE49-F238E27FC236}">
                <a16:creationId xmlns:a16="http://schemas.microsoft.com/office/drawing/2014/main" id="{5B640850-7414-DA40-A0C3-62F09225F74C}"/>
              </a:ext>
            </a:extLst>
          </p:cNvPr>
          <p:cNvSpPr>
            <a:spLocks/>
          </p:cNvSpPr>
          <p:nvPr/>
        </p:nvSpPr>
        <p:spPr bwMode="auto">
          <a:xfrm>
            <a:off x="8248442" y="3185566"/>
            <a:ext cx="1444625" cy="2714625"/>
          </a:xfrm>
          <a:custGeom>
            <a:avLst/>
            <a:gdLst>
              <a:gd name="T0" fmla="*/ 2147483647 w 910"/>
              <a:gd name="T1" fmla="*/ 2147483647 h 1710"/>
              <a:gd name="T2" fmla="*/ 2147483647 w 910"/>
              <a:gd name="T3" fmla="*/ 2147483647 h 1710"/>
              <a:gd name="T4" fmla="*/ 2147483647 w 910"/>
              <a:gd name="T5" fmla="*/ 2147483647 h 1710"/>
              <a:gd name="T6" fmla="*/ 2147483647 w 910"/>
              <a:gd name="T7" fmla="*/ 2147483647 h 1710"/>
              <a:gd name="T8" fmla="*/ 2147483647 w 910"/>
              <a:gd name="T9" fmla="*/ 2147483647 h 1710"/>
              <a:gd name="T10" fmla="*/ 2147483647 w 910"/>
              <a:gd name="T11" fmla="*/ 2147483647 h 1710"/>
              <a:gd name="T12" fmla="*/ 2147483647 w 910"/>
              <a:gd name="T13" fmla="*/ 2147483647 h 1710"/>
              <a:gd name="T14" fmla="*/ 2147483647 w 910"/>
              <a:gd name="T15" fmla="*/ 2147483647 h 1710"/>
              <a:gd name="T16" fmla="*/ 2147483647 w 910"/>
              <a:gd name="T17" fmla="*/ 2147483647 h 1710"/>
              <a:gd name="T18" fmla="*/ 2147483647 w 910"/>
              <a:gd name="T19" fmla="*/ 2147483647 h 1710"/>
              <a:gd name="T20" fmla="*/ 2147483647 w 910"/>
              <a:gd name="T21" fmla="*/ 2147483647 h 1710"/>
              <a:gd name="T22" fmla="*/ 2147483647 w 910"/>
              <a:gd name="T23" fmla="*/ 2147483647 h 17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10"/>
              <a:gd name="T37" fmla="*/ 0 h 1710"/>
              <a:gd name="T38" fmla="*/ 910 w 910"/>
              <a:gd name="T39" fmla="*/ 1710 h 17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10" h="1710">
                <a:moveTo>
                  <a:pt x="766" y="38"/>
                </a:moveTo>
                <a:cubicBezTo>
                  <a:pt x="714" y="0"/>
                  <a:pt x="520" y="186"/>
                  <a:pt x="411" y="282"/>
                </a:cubicBezTo>
                <a:cubicBezTo>
                  <a:pt x="302" y="378"/>
                  <a:pt x="180" y="490"/>
                  <a:pt x="115" y="611"/>
                </a:cubicBezTo>
                <a:cubicBezTo>
                  <a:pt x="49" y="732"/>
                  <a:pt x="0" y="907"/>
                  <a:pt x="14" y="1008"/>
                </a:cubicBezTo>
                <a:cubicBezTo>
                  <a:pt x="28" y="1108"/>
                  <a:pt x="127" y="1139"/>
                  <a:pt x="198" y="1214"/>
                </a:cubicBezTo>
                <a:cubicBezTo>
                  <a:pt x="269" y="1288"/>
                  <a:pt x="328" y="1380"/>
                  <a:pt x="435" y="1456"/>
                </a:cubicBezTo>
                <a:cubicBezTo>
                  <a:pt x="542" y="1533"/>
                  <a:pt x="768" y="1710"/>
                  <a:pt x="839" y="1674"/>
                </a:cubicBezTo>
                <a:cubicBezTo>
                  <a:pt x="910" y="1638"/>
                  <a:pt x="863" y="1328"/>
                  <a:pt x="863" y="1239"/>
                </a:cubicBezTo>
                <a:cubicBezTo>
                  <a:pt x="863" y="1150"/>
                  <a:pt x="868" y="1189"/>
                  <a:pt x="839" y="1139"/>
                </a:cubicBezTo>
                <a:cubicBezTo>
                  <a:pt x="809" y="1090"/>
                  <a:pt x="703" y="1045"/>
                  <a:pt x="684" y="940"/>
                </a:cubicBezTo>
                <a:cubicBezTo>
                  <a:pt x="665" y="835"/>
                  <a:pt x="710" y="659"/>
                  <a:pt x="724" y="509"/>
                </a:cubicBezTo>
                <a:cubicBezTo>
                  <a:pt x="738" y="359"/>
                  <a:pt x="818" y="76"/>
                  <a:pt x="766" y="38"/>
                </a:cubicBezTo>
                <a:close/>
              </a:path>
            </a:pathLst>
          </a:custGeom>
          <a:gradFill rotWithShape="1">
            <a:gsLst>
              <a:gs pos="0">
                <a:srgbClr val="66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Text Box 20">
            <a:extLst>
              <a:ext uri="{FF2B5EF4-FFF2-40B4-BE49-F238E27FC236}">
                <a16:creationId xmlns:a16="http://schemas.microsoft.com/office/drawing/2014/main" id="{18E6B3A0-A9B2-6541-9755-03069812C8AA}"/>
              </a:ext>
            </a:extLst>
          </p:cNvPr>
          <p:cNvSpPr txBox="1">
            <a:spLocks noChangeArrowheads="1"/>
          </p:cNvSpPr>
          <p:nvPr/>
        </p:nvSpPr>
        <p:spPr bwMode="auto">
          <a:xfrm>
            <a:off x="1838117" y="25934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0</a:t>
            </a:r>
          </a:p>
        </p:txBody>
      </p:sp>
      <p:sp>
        <p:nvSpPr>
          <p:cNvPr id="65" name="Text Box 21">
            <a:extLst>
              <a:ext uri="{FF2B5EF4-FFF2-40B4-BE49-F238E27FC236}">
                <a16:creationId xmlns:a16="http://schemas.microsoft.com/office/drawing/2014/main" id="{7ED2E79C-4EA2-DF46-850E-87C1B539109F}"/>
              </a:ext>
            </a:extLst>
          </p:cNvPr>
          <p:cNvSpPr txBox="1">
            <a:spLocks noChangeArrowheads="1"/>
          </p:cNvSpPr>
          <p:nvPr/>
        </p:nvSpPr>
        <p:spPr bwMode="auto">
          <a:xfrm>
            <a:off x="1866692" y="460320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7</a:t>
            </a:r>
          </a:p>
        </p:txBody>
      </p:sp>
      <p:sp>
        <p:nvSpPr>
          <p:cNvPr id="66" name="Text Box 22">
            <a:extLst>
              <a:ext uri="{FF2B5EF4-FFF2-40B4-BE49-F238E27FC236}">
                <a16:creationId xmlns:a16="http://schemas.microsoft.com/office/drawing/2014/main" id="{5C4A224A-3B90-CE4F-80C5-151CE7A1FC32}"/>
              </a:ext>
            </a:extLst>
          </p:cNvPr>
          <p:cNvSpPr txBox="1">
            <a:spLocks noChangeArrowheads="1"/>
          </p:cNvSpPr>
          <p:nvPr/>
        </p:nvSpPr>
        <p:spPr bwMode="auto">
          <a:xfrm>
            <a:off x="8486567" y="4412704"/>
            <a:ext cx="7842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Internet</a:t>
            </a:r>
          </a:p>
        </p:txBody>
      </p:sp>
      <p:sp>
        <p:nvSpPr>
          <p:cNvPr id="68" name="Freeform 24">
            <a:extLst>
              <a:ext uri="{FF2B5EF4-FFF2-40B4-BE49-F238E27FC236}">
                <a16:creationId xmlns:a16="http://schemas.microsoft.com/office/drawing/2014/main" id="{DA50A5B2-8288-9D48-89B3-3CF0A9EE6426}"/>
              </a:ext>
            </a:extLst>
          </p:cNvPr>
          <p:cNvSpPr>
            <a:spLocks/>
          </p:cNvSpPr>
          <p:nvPr/>
        </p:nvSpPr>
        <p:spPr bwMode="auto">
          <a:xfrm>
            <a:off x="4595605" y="497150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 name="Text Box 25">
            <a:extLst>
              <a:ext uri="{FF2B5EF4-FFF2-40B4-BE49-F238E27FC236}">
                <a16:creationId xmlns:a16="http://schemas.microsoft.com/office/drawing/2014/main" id="{0E511D85-1643-734E-A204-E574E162FB3D}"/>
              </a:ext>
            </a:extLst>
          </p:cNvPr>
          <p:cNvSpPr txBox="1">
            <a:spLocks noChangeArrowheads="1"/>
          </p:cNvSpPr>
          <p:nvPr/>
        </p:nvSpPr>
        <p:spPr bwMode="auto">
          <a:xfrm>
            <a:off x="4895642" y="5346154"/>
            <a:ext cx="10239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ISPs-R-Us</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Freeform 26">
            <a:extLst>
              <a:ext uri="{FF2B5EF4-FFF2-40B4-BE49-F238E27FC236}">
                <a16:creationId xmlns:a16="http://schemas.microsoft.com/office/drawing/2014/main" id="{46DEEC4A-E4F9-0942-9D95-69D2C1DC1DCD}"/>
              </a:ext>
            </a:extLst>
          </p:cNvPr>
          <p:cNvSpPr>
            <a:spLocks/>
          </p:cNvSpPr>
          <p:nvPr/>
        </p:nvSpPr>
        <p:spPr bwMode="auto">
          <a:xfrm flipV="1">
            <a:off x="6321217" y="499214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Line 27">
            <a:extLst>
              <a:ext uri="{FF2B5EF4-FFF2-40B4-BE49-F238E27FC236}">
                <a16:creationId xmlns:a16="http://schemas.microsoft.com/office/drawing/2014/main" id="{BC947CB2-0DEF-E44D-BAA9-42758198740F}"/>
              </a:ext>
            </a:extLst>
          </p:cNvPr>
          <p:cNvSpPr>
            <a:spLocks noChangeShapeType="1"/>
          </p:cNvSpPr>
          <p:nvPr/>
        </p:nvSpPr>
        <p:spPr bwMode="auto">
          <a:xfrm>
            <a:off x="4111417" y="5535066"/>
            <a:ext cx="4857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2" name="Line 28">
            <a:extLst>
              <a:ext uri="{FF2B5EF4-FFF2-40B4-BE49-F238E27FC236}">
                <a16:creationId xmlns:a16="http://schemas.microsoft.com/office/drawing/2014/main" id="{3EA86D83-B0E4-D34A-A87C-4B28A721D097}"/>
              </a:ext>
            </a:extLst>
          </p:cNvPr>
          <p:cNvSpPr>
            <a:spLocks noChangeShapeType="1"/>
          </p:cNvSpPr>
          <p:nvPr/>
        </p:nvSpPr>
        <p:spPr bwMode="auto">
          <a:xfrm flipV="1">
            <a:off x="3959017" y="5601741"/>
            <a:ext cx="6381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Line 29">
            <a:extLst>
              <a:ext uri="{FF2B5EF4-FFF2-40B4-BE49-F238E27FC236}">
                <a16:creationId xmlns:a16="http://schemas.microsoft.com/office/drawing/2014/main" id="{2247A199-0E7A-4C47-AAF1-3B3EA90E97FE}"/>
              </a:ext>
            </a:extLst>
          </p:cNvPr>
          <p:cNvSpPr>
            <a:spLocks noChangeShapeType="1"/>
          </p:cNvSpPr>
          <p:nvPr/>
        </p:nvSpPr>
        <p:spPr bwMode="auto">
          <a:xfrm flipV="1">
            <a:off x="4397167" y="5849391"/>
            <a:ext cx="247650" cy="409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Text Box 30">
            <a:extLst>
              <a:ext uri="{FF2B5EF4-FFF2-40B4-BE49-F238E27FC236}">
                <a16:creationId xmlns:a16="http://schemas.microsoft.com/office/drawing/2014/main" id="{FDF4E109-9818-F749-8396-00CAAD03F8B7}"/>
              </a:ext>
            </a:extLst>
          </p:cNvPr>
          <p:cNvSpPr txBox="1">
            <a:spLocks noChangeArrowheads="1"/>
          </p:cNvSpPr>
          <p:nvPr/>
        </p:nvSpPr>
        <p:spPr bwMode="auto">
          <a:xfrm>
            <a:off x="6610142" y="5241379"/>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199.31.0.0/16</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75" name="Group 31">
            <a:extLst>
              <a:ext uri="{FF2B5EF4-FFF2-40B4-BE49-F238E27FC236}">
                <a16:creationId xmlns:a16="http://schemas.microsoft.com/office/drawing/2014/main" id="{4C6923DB-B2DC-034F-AE1A-78C3B8049E53}"/>
              </a:ext>
            </a:extLst>
          </p:cNvPr>
          <p:cNvGrpSpPr>
            <a:grpSpLocks/>
          </p:cNvGrpSpPr>
          <p:nvPr/>
        </p:nvGrpSpPr>
        <p:grpSpPr bwMode="auto">
          <a:xfrm>
            <a:off x="1885742" y="4031704"/>
            <a:ext cx="2338388" cy="404812"/>
            <a:chOff x="1004" y="1639"/>
            <a:chExt cx="1473" cy="255"/>
          </a:xfrm>
        </p:grpSpPr>
        <p:sp>
          <p:nvSpPr>
            <p:cNvPr id="76" name="Freeform 32">
              <a:extLst>
                <a:ext uri="{FF2B5EF4-FFF2-40B4-BE49-F238E27FC236}">
                  <a16:creationId xmlns:a16="http://schemas.microsoft.com/office/drawing/2014/main" id="{3599EB35-4339-C745-80AD-3353B688629C}"/>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Text Box 33">
              <a:extLst>
                <a:ext uri="{FF2B5EF4-FFF2-40B4-BE49-F238E27FC236}">
                  <a16:creationId xmlns:a16="http://schemas.microsoft.com/office/drawing/2014/main" id="{F6270561-036D-D141-A5B9-ABC52F684E6F}"/>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200.23.20.0/23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78" name="Text Box 34">
            <a:extLst>
              <a:ext uri="{FF2B5EF4-FFF2-40B4-BE49-F238E27FC236}">
                <a16:creationId xmlns:a16="http://schemas.microsoft.com/office/drawing/2014/main" id="{7BBF307D-51AE-C841-AD14-6D1FE73A0F18}"/>
              </a:ext>
            </a:extLst>
          </p:cNvPr>
          <p:cNvSpPr txBox="1">
            <a:spLocks noChangeArrowheads="1"/>
          </p:cNvSpPr>
          <p:nvPr/>
        </p:nvSpPr>
        <p:spPr bwMode="auto">
          <a:xfrm>
            <a:off x="1866692" y="383167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2</a:t>
            </a:r>
          </a:p>
        </p:txBody>
      </p:sp>
      <p:grpSp>
        <p:nvGrpSpPr>
          <p:cNvPr id="79" name="Group 35">
            <a:extLst>
              <a:ext uri="{FF2B5EF4-FFF2-40B4-BE49-F238E27FC236}">
                <a16:creationId xmlns:a16="http://schemas.microsoft.com/office/drawing/2014/main" id="{8A4F9659-D65C-7D45-9305-FE9BA9437E3A}"/>
              </a:ext>
            </a:extLst>
          </p:cNvPr>
          <p:cNvGrpSpPr>
            <a:grpSpLocks/>
          </p:cNvGrpSpPr>
          <p:nvPr/>
        </p:nvGrpSpPr>
        <p:grpSpPr bwMode="auto">
          <a:xfrm>
            <a:off x="3235117" y="4288879"/>
            <a:ext cx="257175" cy="663575"/>
            <a:chOff x="870" y="2941"/>
            <a:chExt cx="162" cy="418"/>
          </a:xfrm>
        </p:grpSpPr>
        <p:sp>
          <p:nvSpPr>
            <p:cNvPr id="80" name="Text Box 36">
              <a:extLst>
                <a:ext uri="{FF2B5EF4-FFF2-40B4-BE49-F238E27FC236}">
                  <a16:creationId xmlns:a16="http://schemas.microsoft.com/office/drawing/2014/main" id="{856ACC8E-1EAC-4B45-9687-D919315E528A}"/>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Text Box 37">
              <a:extLst>
                <a:ext uri="{FF2B5EF4-FFF2-40B4-BE49-F238E27FC236}">
                  <a16:creationId xmlns:a16="http://schemas.microsoft.com/office/drawing/2014/main" id="{E96A0D03-E033-D946-9D51-BCE9933B7941}"/>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Text Box 38">
              <a:extLst>
                <a:ext uri="{FF2B5EF4-FFF2-40B4-BE49-F238E27FC236}">
                  <a16:creationId xmlns:a16="http://schemas.microsoft.com/office/drawing/2014/main" id="{BD5D13DF-8C67-E648-8A1C-0F7207365CD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3" name="Group 39">
            <a:extLst>
              <a:ext uri="{FF2B5EF4-FFF2-40B4-BE49-F238E27FC236}">
                <a16:creationId xmlns:a16="http://schemas.microsoft.com/office/drawing/2014/main" id="{1CA732F1-4ED0-4F45-8CFF-255D799EAD25}"/>
              </a:ext>
            </a:extLst>
          </p:cNvPr>
          <p:cNvGrpSpPr>
            <a:grpSpLocks/>
          </p:cNvGrpSpPr>
          <p:nvPr/>
        </p:nvGrpSpPr>
        <p:grpSpPr bwMode="auto">
          <a:xfrm>
            <a:off x="4263817" y="3993604"/>
            <a:ext cx="257175" cy="663575"/>
            <a:chOff x="870" y="2941"/>
            <a:chExt cx="162" cy="418"/>
          </a:xfrm>
        </p:grpSpPr>
        <p:sp>
          <p:nvSpPr>
            <p:cNvPr id="84" name="Text Box 40">
              <a:extLst>
                <a:ext uri="{FF2B5EF4-FFF2-40B4-BE49-F238E27FC236}">
                  <a16:creationId xmlns:a16="http://schemas.microsoft.com/office/drawing/2014/main" id="{CA317B14-5E59-2749-93F3-DE759F1E87C2}"/>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 name="Text Box 41">
              <a:extLst>
                <a:ext uri="{FF2B5EF4-FFF2-40B4-BE49-F238E27FC236}">
                  <a16:creationId xmlns:a16="http://schemas.microsoft.com/office/drawing/2014/main" id="{0385CAA6-35F8-B54E-BEBB-87DBE85D705D}"/>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Text Box 42">
              <a:extLst>
                <a:ext uri="{FF2B5EF4-FFF2-40B4-BE49-F238E27FC236}">
                  <a16:creationId xmlns:a16="http://schemas.microsoft.com/office/drawing/2014/main" id="{D876D364-B8AB-884C-B605-DAF37D8F3F5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7" name="Text Box 43">
            <a:extLst>
              <a:ext uri="{FF2B5EF4-FFF2-40B4-BE49-F238E27FC236}">
                <a16:creationId xmlns:a16="http://schemas.microsoft.com/office/drawing/2014/main" id="{CEC375CB-DDD1-C54F-9D87-9C4EC7FCBCCD}"/>
              </a:ext>
            </a:extLst>
          </p:cNvPr>
          <p:cNvSpPr txBox="1">
            <a:spLocks noChangeArrowheads="1"/>
          </p:cNvSpPr>
          <p:nvPr/>
        </p:nvSpPr>
        <p:spPr bwMode="auto">
          <a:xfrm>
            <a:off x="741737" y="1253772"/>
            <a:ext cx="11002779"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0" fontAlgn="base" latinLnBrk="0" hangingPunct="0">
              <a:lnSpc>
                <a:spcPct val="100000"/>
              </a:lnSpc>
              <a:spcBef>
                <a:spcPct val="0"/>
              </a:spcBef>
              <a:spcAft>
                <a:spcPct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Organization 1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moves from Fly-By-Night-ISP to ISPs-R-Us</a:t>
            </a:r>
          </a:p>
          <a:p>
            <a:pPr marL="342900" marR="0" lvl="0" indent="-342900" algn="l" defTabSz="914400" rtl="0" eaLnBrk="0" fontAlgn="base" latinLnBrk="0" hangingPunct="0">
              <a:lnSpc>
                <a:spcPct val="100000"/>
              </a:lnSpc>
              <a:spcBef>
                <a:spcPct val="0"/>
              </a:spcBef>
              <a:spcAft>
                <a:spcPct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ISPs-R-Us now advertises a more specific route to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Organization 1</a:t>
            </a:r>
            <a:endPar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5" name="Line 6">
            <a:extLst>
              <a:ext uri="{FF2B5EF4-FFF2-40B4-BE49-F238E27FC236}">
                <a16:creationId xmlns:a16="http://schemas.microsoft.com/office/drawing/2014/main" id="{16029FA6-37C7-AB4D-A59B-945173A1BE9B}"/>
              </a:ext>
            </a:extLst>
          </p:cNvPr>
          <p:cNvSpPr>
            <a:spLocks noChangeShapeType="1"/>
          </p:cNvSpPr>
          <p:nvPr/>
        </p:nvSpPr>
        <p:spPr bwMode="auto">
          <a:xfrm flipV="1">
            <a:off x="4303322" y="5787297"/>
            <a:ext cx="333375" cy="2476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2" name="Group 1">
            <a:extLst>
              <a:ext uri="{FF2B5EF4-FFF2-40B4-BE49-F238E27FC236}">
                <a16:creationId xmlns:a16="http://schemas.microsoft.com/office/drawing/2014/main" id="{D124712F-55B8-914D-A727-D85A618B3B5F}"/>
              </a:ext>
            </a:extLst>
          </p:cNvPr>
          <p:cNvGrpSpPr/>
          <p:nvPr/>
        </p:nvGrpSpPr>
        <p:grpSpPr>
          <a:xfrm>
            <a:off x="2073587" y="5735794"/>
            <a:ext cx="2342448" cy="619828"/>
            <a:chOff x="2073587" y="5735794"/>
            <a:chExt cx="2342448" cy="619828"/>
          </a:xfrm>
        </p:grpSpPr>
        <p:grpSp>
          <p:nvGrpSpPr>
            <p:cNvPr id="46" name="Group 13">
              <a:extLst>
                <a:ext uri="{FF2B5EF4-FFF2-40B4-BE49-F238E27FC236}">
                  <a16:creationId xmlns:a16="http://schemas.microsoft.com/office/drawing/2014/main" id="{ABF1EEF6-F03D-8E48-9B4F-9694AA09D3F1}"/>
                </a:ext>
              </a:extLst>
            </p:cNvPr>
            <p:cNvGrpSpPr>
              <a:grpSpLocks/>
            </p:cNvGrpSpPr>
            <p:nvPr/>
          </p:nvGrpSpPr>
          <p:grpSpPr bwMode="auto">
            <a:xfrm>
              <a:off x="2077647" y="5950810"/>
              <a:ext cx="2338388" cy="404812"/>
              <a:chOff x="1004" y="1639"/>
              <a:chExt cx="1473" cy="255"/>
            </a:xfrm>
          </p:grpSpPr>
          <p:sp>
            <p:nvSpPr>
              <p:cNvPr id="88" name="Freeform 14">
                <a:extLst>
                  <a:ext uri="{FF2B5EF4-FFF2-40B4-BE49-F238E27FC236}">
                    <a16:creationId xmlns:a16="http://schemas.microsoft.com/office/drawing/2014/main" id="{88BD7968-23EA-EF4B-BBA8-48B022120194}"/>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Text Box 15">
                <a:extLst>
                  <a:ext uri="{FF2B5EF4-FFF2-40B4-BE49-F238E27FC236}">
                    <a16:creationId xmlns:a16="http://schemas.microsoft.com/office/drawing/2014/main" id="{2EC519CF-1876-9247-BF14-91A552F9302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200.23.18.0/23</a:t>
                </a: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0" name="Text Box 24">
              <a:extLst>
                <a:ext uri="{FF2B5EF4-FFF2-40B4-BE49-F238E27FC236}">
                  <a16:creationId xmlns:a16="http://schemas.microsoft.com/office/drawing/2014/main" id="{354BE1BC-E9EF-404B-ACF3-655B1338290D}"/>
                </a:ext>
              </a:extLst>
            </p:cNvPr>
            <p:cNvSpPr txBox="1">
              <a:spLocks noChangeArrowheads="1"/>
            </p:cNvSpPr>
            <p:nvPr/>
          </p:nvSpPr>
          <p:spPr bwMode="auto">
            <a:xfrm>
              <a:off x="2073587" y="573579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1</a:t>
              </a:r>
            </a:p>
          </p:txBody>
        </p:sp>
      </p:grpSp>
      <p:sp>
        <p:nvSpPr>
          <p:cNvPr id="91" name="Text Box 31">
            <a:extLst>
              <a:ext uri="{FF2B5EF4-FFF2-40B4-BE49-F238E27FC236}">
                <a16:creationId xmlns:a16="http://schemas.microsoft.com/office/drawing/2014/main" id="{64C2BB30-AFAC-2341-97EB-7F0AF3F05F3D}"/>
              </a:ext>
            </a:extLst>
          </p:cNvPr>
          <p:cNvSpPr txBox="1">
            <a:spLocks noChangeArrowheads="1"/>
          </p:cNvSpPr>
          <p:nvPr/>
        </p:nvSpPr>
        <p:spPr bwMode="auto">
          <a:xfrm>
            <a:off x="6580161" y="6089469"/>
            <a:ext cx="173957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 </a:t>
            </a:r>
            <a:r>
              <a:rPr kumimoji="0" lang="en-US" altLang="en-US" sz="1400" b="0" i="0" u="sng"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200.23.18.0/23</a:t>
            </a:r>
            <a:r>
              <a:rPr kumimoji="0" lang="ja-JP"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 name="Freeform 3">
            <a:extLst>
              <a:ext uri="{FF2B5EF4-FFF2-40B4-BE49-F238E27FC236}">
                <a16:creationId xmlns:a16="http://schemas.microsoft.com/office/drawing/2014/main" id="{09EB423B-4CA2-4F48-8E84-83E0AD942EC4}"/>
              </a:ext>
            </a:extLst>
          </p:cNvPr>
          <p:cNvSpPr/>
          <p:nvPr/>
        </p:nvSpPr>
        <p:spPr>
          <a:xfrm>
            <a:off x="4049486" y="4865915"/>
            <a:ext cx="5274129" cy="1257299"/>
          </a:xfrm>
          <a:custGeom>
            <a:avLst/>
            <a:gdLst>
              <a:gd name="connsiteX0" fmla="*/ 5225143 w 5225143"/>
              <a:gd name="connsiteY0" fmla="*/ 0 h 1322614"/>
              <a:gd name="connsiteX1" fmla="*/ 1583871 w 5225143"/>
              <a:gd name="connsiteY1" fmla="*/ 587829 h 1322614"/>
              <a:gd name="connsiteX2" fmla="*/ 718457 w 5225143"/>
              <a:gd name="connsiteY2" fmla="*/ 963386 h 1322614"/>
              <a:gd name="connsiteX3" fmla="*/ 0 w 5225143"/>
              <a:gd name="connsiteY3" fmla="*/ 1322614 h 1322614"/>
              <a:gd name="connsiteX0" fmla="*/ 5225143 w 5225143"/>
              <a:gd name="connsiteY0" fmla="*/ 0 h 1322614"/>
              <a:gd name="connsiteX1" fmla="*/ 1583871 w 5225143"/>
              <a:gd name="connsiteY1" fmla="*/ 587829 h 1322614"/>
              <a:gd name="connsiteX2" fmla="*/ 849085 w 5225143"/>
              <a:gd name="connsiteY2" fmla="*/ 783772 h 1322614"/>
              <a:gd name="connsiteX3" fmla="*/ 0 w 5225143"/>
              <a:gd name="connsiteY3" fmla="*/ 1322614 h 1322614"/>
              <a:gd name="connsiteX0" fmla="*/ 5225143 w 5225143"/>
              <a:gd name="connsiteY0" fmla="*/ 0 h 1322614"/>
              <a:gd name="connsiteX1" fmla="*/ 849085 w 5225143"/>
              <a:gd name="connsiteY1" fmla="*/ 783772 h 1322614"/>
              <a:gd name="connsiteX2" fmla="*/ 0 w 5225143"/>
              <a:gd name="connsiteY2" fmla="*/ 1322614 h 1322614"/>
              <a:gd name="connsiteX0" fmla="*/ 5274129 w 5274129"/>
              <a:gd name="connsiteY0" fmla="*/ 0 h 1257299"/>
              <a:gd name="connsiteX1" fmla="*/ 849085 w 5274129"/>
              <a:gd name="connsiteY1" fmla="*/ 718457 h 1257299"/>
              <a:gd name="connsiteX2" fmla="*/ 0 w 5274129"/>
              <a:gd name="connsiteY2" fmla="*/ 1257299 h 1257299"/>
            </a:gdLst>
            <a:ahLst/>
            <a:cxnLst>
              <a:cxn ang="0">
                <a:pos x="connsiteX0" y="connsiteY0"/>
              </a:cxn>
              <a:cxn ang="0">
                <a:pos x="connsiteX1" y="connsiteY1"/>
              </a:cxn>
              <a:cxn ang="0">
                <a:pos x="connsiteX2" y="connsiteY2"/>
              </a:cxn>
            </a:cxnLst>
            <a:rect l="l" t="t" r="r" b="b"/>
            <a:pathLst>
              <a:path w="5274129" h="1257299">
                <a:moveTo>
                  <a:pt x="5274129" y="0"/>
                </a:moveTo>
                <a:lnTo>
                  <a:pt x="849085" y="718457"/>
                </a:lnTo>
                <a:lnTo>
                  <a:pt x="0" y="1257299"/>
                </a:lnTo>
              </a:path>
            </a:pathLst>
          </a:custGeom>
          <a:noFill/>
          <a:ln w="76200">
            <a:solidFill>
              <a:srgbClr val="3333CC"/>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9" name="Slide Number Placeholder 3">
            <a:extLst>
              <a:ext uri="{FF2B5EF4-FFF2-40B4-BE49-F238E27FC236}">
                <a16:creationId xmlns:a16="http://schemas.microsoft.com/office/drawing/2014/main" id="{DCC1763B-1501-8747-9EA4-B88844FE1A2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44</a:t>
            </a:fld>
            <a:endParaRPr lang="en-US" dirty="0"/>
          </a:p>
        </p:txBody>
      </p:sp>
    </p:spTree>
    <p:extLst>
      <p:ext uri="{BB962C8B-B14F-4D97-AF65-F5344CB8AC3E}">
        <p14:creationId xmlns:p14="http://schemas.microsoft.com/office/powerpoint/2010/main" val="31899441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right)">
                                      <p:cBhvr>
                                        <p:cTn id="7"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8" y="281163"/>
            <a:ext cx="10515600" cy="1067951"/>
          </a:xfrm>
        </p:spPr>
        <p:txBody>
          <a:bodyPr>
            <a:normAutofit/>
          </a:bodyPr>
          <a:lstStyle/>
          <a:p>
            <a:r>
              <a:rPr lang="en-US" altLang="en-US" sz="4800" dirty="0">
                <a:ea typeface="ＭＳ Ｐゴシック" panose="020B0600070205080204" pitchFamily="34" charset="-128"/>
              </a:rPr>
              <a:t>IP addressing: last words ...</a:t>
            </a:r>
            <a:endParaRPr lang="en-US" sz="4800" dirty="0"/>
          </a:p>
        </p:txBody>
      </p:sp>
      <p:sp>
        <p:nvSpPr>
          <p:cNvPr id="92" name="Rectangle 3">
            <a:extLst>
              <a:ext uri="{FF2B5EF4-FFF2-40B4-BE49-F238E27FC236}">
                <a16:creationId xmlns:a16="http://schemas.microsoft.com/office/drawing/2014/main" id="{058056E2-464C-DC49-8D30-5CF2C211BBDF}"/>
              </a:ext>
            </a:extLst>
          </p:cNvPr>
          <p:cNvSpPr txBox="1">
            <a:spLocks noChangeArrowheads="1"/>
          </p:cNvSpPr>
          <p:nvPr/>
        </p:nvSpPr>
        <p:spPr>
          <a:xfrm>
            <a:off x="519278" y="1328204"/>
            <a:ext cx="5815260" cy="50990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Q:</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how does an ISP get block of addresses?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A:</a:t>
            </a:r>
            <a:r>
              <a:rPr kumimoji="0" lang="en-US" sz="2800" b="0" i="0" u="none" strike="noStrike" kern="1200" cap="none" spc="0" normalizeH="0" baseline="0" noProof="0" dirty="0">
                <a:ln>
                  <a:noFill/>
                </a:ln>
                <a:solidFill>
                  <a:srgbClr val="FF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ICANN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I</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nternet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C</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orporation for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A</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ssigned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ames and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umbers http://www.icann.org/</a:t>
            </a:r>
          </a:p>
          <a:p>
            <a:pPr marL="574675" marR="0" lvl="1" indent="-234950"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allocates IP addresses, through </a:t>
            </a:r>
            <a:r>
              <a:rPr kumimoji="0" lang="en-US" sz="2800" b="0" i="0" u="none" strike="noStrike" kern="1200" cap="none" spc="0" normalizeH="0" baseline="0" noProof="0" dirty="0">
                <a:ln>
                  <a:noFill/>
                </a:ln>
                <a:solidFill>
                  <a:srgbClr val="0000A3"/>
                </a:solidFill>
                <a:effectLst/>
                <a:uLnTx/>
                <a:uFillTx/>
                <a:latin typeface="Calibri" panose="020F0502020204030204"/>
                <a:ea typeface="+mn-ea"/>
                <a:cs typeface="+mn-cs"/>
              </a:rPr>
              <a:t>5 regional registries (RRs)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(who may then allocate to local registries)</a:t>
            </a:r>
          </a:p>
          <a:p>
            <a:pPr marL="574675" marR="0" lvl="1" indent="-234950"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manages DNS root zone, including delegation of individual TLD (.com, .edu , …) management </a:t>
            </a:r>
          </a:p>
          <a:p>
            <a:pPr marL="4635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Rectangle 3">
            <a:extLst>
              <a:ext uri="{FF2B5EF4-FFF2-40B4-BE49-F238E27FC236}">
                <a16:creationId xmlns:a16="http://schemas.microsoft.com/office/drawing/2014/main" id="{43E8044C-3653-B545-AA12-E470B06AA0C3}"/>
              </a:ext>
            </a:extLst>
          </p:cNvPr>
          <p:cNvSpPr txBox="1">
            <a:spLocks noChangeArrowheads="1"/>
          </p:cNvSpPr>
          <p:nvPr/>
        </p:nvSpPr>
        <p:spPr>
          <a:xfrm>
            <a:off x="6780931" y="1374589"/>
            <a:ext cx="5040009" cy="363473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Q:</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are there enough 32-bit IP addresses?</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ICANN allocated last chunk of IPv4 addresses to RRs in 2011</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NAT (next) helps IPv4 address space exhaustion</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IPv6 has 128-bit address space</a:t>
            </a:r>
          </a:p>
        </p:txBody>
      </p:sp>
      <p:sp>
        <p:nvSpPr>
          <p:cNvPr id="2" name="TextBox 1">
            <a:extLst>
              <a:ext uri="{FF2B5EF4-FFF2-40B4-BE49-F238E27FC236}">
                <a16:creationId xmlns:a16="http://schemas.microsoft.com/office/drawing/2014/main" id="{DA23334C-B3DF-EA4F-9B01-0254D3D4FA54}"/>
              </a:ext>
            </a:extLst>
          </p:cNvPr>
          <p:cNvSpPr txBox="1"/>
          <p:nvPr/>
        </p:nvSpPr>
        <p:spPr>
          <a:xfrm flipH="1">
            <a:off x="7150541" y="5049079"/>
            <a:ext cx="4511372" cy="132343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"Who the hell knew how much address space we needed?"  Vint Cerf (reflecting on decision to make IPv4 address 32 bits long)</a:t>
            </a:r>
          </a:p>
        </p:txBody>
      </p:sp>
      <p:sp>
        <p:nvSpPr>
          <p:cNvPr id="6" name="Slide Number Placeholder 3">
            <a:extLst>
              <a:ext uri="{FF2B5EF4-FFF2-40B4-BE49-F238E27FC236}">
                <a16:creationId xmlns:a16="http://schemas.microsoft.com/office/drawing/2014/main" id="{7B8F7CB5-70CC-E647-AF50-901B918C0618}"/>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45</a:t>
            </a:fld>
            <a:endParaRPr lang="en-US" dirty="0"/>
          </a:p>
        </p:txBody>
      </p:sp>
    </p:spTree>
    <p:extLst>
      <p:ext uri="{BB962C8B-B14F-4D97-AF65-F5344CB8AC3E}">
        <p14:creationId xmlns:p14="http://schemas.microsoft.com/office/powerpoint/2010/main" val="25893588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2">
                                            <p:txEl>
                                              <p:pRg st="0" end="0"/>
                                            </p:txEl>
                                          </p:spTgt>
                                        </p:tgtEl>
                                        <p:attrNameLst>
                                          <p:attrName>style.visibility</p:attrName>
                                        </p:attrNameLst>
                                      </p:cBhvr>
                                      <p:to>
                                        <p:strVal val="visible"/>
                                      </p:to>
                                    </p:set>
                                    <p:animEffect transition="in" filter="dissolve">
                                      <p:cBhvr>
                                        <p:cTn id="7" dur="500"/>
                                        <p:tgtEl>
                                          <p:spTgt spid="92">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92">
                                            <p:txEl>
                                              <p:pRg st="1" end="1"/>
                                            </p:txEl>
                                          </p:spTgt>
                                        </p:tgtEl>
                                        <p:attrNameLst>
                                          <p:attrName>style.visibility</p:attrName>
                                        </p:attrNameLst>
                                      </p:cBhvr>
                                      <p:to>
                                        <p:strVal val="visible"/>
                                      </p:to>
                                    </p:set>
                                    <p:animEffect transition="in" filter="dissolve">
                                      <p:cBhvr>
                                        <p:cTn id="12" dur="500"/>
                                        <p:tgtEl>
                                          <p:spTgt spid="92">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92">
                                            <p:txEl>
                                              <p:pRg st="2" end="2"/>
                                            </p:txEl>
                                          </p:spTgt>
                                        </p:tgtEl>
                                        <p:attrNameLst>
                                          <p:attrName>style.visibility</p:attrName>
                                        </p:attrNameLst>
                                      </p:cBhvr>
                                      <p:to>
                                        <p:strVal val="visible"/>
                                      </p:to>
                                    </p:set>
                                    <p:animEffect transition="in" filter="dissolve">
                                      <p:cBhvr>
                                        <p:cTn id="17" dur="500"/>
                                        <p:tgtEl>
                                          <p:spTgt spid="92">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92">
                                            <p:txEl>
                                              <p:pRg st="3" end="3"/>
                                            </p:txEl>
                                          </p:spTgt>
                                        </p:tgtEl>
                                        <p:attrNameLst>
                                          <p:attrName>style.visibility</p:attrName>
                                        </p:attrNameLst>
                                      </p:cBhvr>
                                      <p:to>
                                        <p:strVal val="visible"/>
                                      </p:to>
                                    </p:set>
                                    <p:animEffect transition="in" filter="dissolve">
                                      <p:cBhvr>
                                        <p:cTn id="22" dur="500"/>
                                        <p:tgtEl>
                                          <p:spTgt spid="92">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5">
                                            <p:txEl>
                                              <p:pRg st="0" end="0"/>
                                            </p:txEl>
                                          </p:spTgt>
                                        </p:tgtEl>
                                        <p:attrNameLst>
                                          <p:attrName>style.visibility</p:attrName>
                                        </p:attrNameLst>
                                      </p:cBhvr>
                                      <p:to>
                                        <p:strVal val="visible"/>
                                      </p:to>
                                    </p:set>
                                    <p:animEffect transition="in" filter="dissolve">
                                      <p:cBhvr>
                                        <p:cTn id="27" dur="500"/>
                                        <p:tgtEl>
                                          <p:spTgt spid="5">
                                            <p:txEl>
                                              <p:pRg st="0" end="0"/>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5">
                                            <p:txEl>
                                              <p:pRg st="1" end="1"/>
                                            </p:txEl>
                                          </p:spTgt>
                                        </p:tgtEl>
                                        <p:attrNameLst>
                                          <p:attrName>style.visibility</p:attrName>
                                        </p:attrNameLst>
                                      </p:cBhvr>
                                      <p:to>
                                        <p:strVal val="visible"/>
                                      </p:to>
                                    </p:set>
                                    <p:animEffect transition="in" filter="dissolve">
                                      <p:cBhvr>
                                        <p:cTn id="30" dur="500"/>
                                        <p:tgtEl>
                                          <p:spTgt spid="5">
                                            <p:txEl>
                                              <p:pRg st="1" end="1"/>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5">
                                            <p:txEl>
                                              <p:pRg st="2" end="2"/>
                                            </p:txEl>
                                          </p:spTgt>
                                        </p:tgtEl>
                                        <p:attrNameLst>
                                          <p:attrName>style.visibility</p:attrName>
                                        </p:attrNameLst>
                                      </p:cBhvr>
                                      <p:to>
                                        <p:strVal val="visible"/>
                                      </p:to>
                                    </p:set>
                                    <p:animEffect transition="in" filter="dissolve">
                                      <p:cBhvr>
                                        <p:cTn id="35" dur="500"/>
                                        <p:tgtEl>
                                          <p:spTgt spid="5">
                                            <p:txEl>
                                              <p:pRg st="2" end="2"/>
                                            </p:txEl>
                                          </p:spTgt>
                                        </p:tgtEl>
                                      </p:cBhvr>
                                    </p:animEffect>
                                  </p:childTnLst>
                                </p:cTn>
                              </p:par>
                              <p:par>
                                <p:cTn id="36" presetID="9" presetClass="entr" presetSubtype="0" fill="hold" grpId="0" nodeType="withEffect">
                                  <p:stCondLst>
                                    <p:cond delay="0"/>
                                  </p:stCondLst>
                                  <p:childTnLst>
                                    <p:set>
                                      <p:cBhvr>
                                        <p:cTn id="37" dur="1" fill="hold">
                                          <p:stCondLst>
                                            <p:cond delay="0"/>
                                          </p:stCondLst>
                                        </p:cTn>
                                        <p:tgtEl>
                                          <p:spTgt spid="5">
                                            <p:txEl>
                                              <p:pRg st="3" end="3"/>
                                            </p:txEl>
                                          </p:spTgt>
                                        </p:tgtEl>
                                        <p:attrNameLst>
                                          <p:attrName>style.visibility</p:attrName>
                                        </p:attrNameLst>
                                      </p:cBhvr>
                                      <p:to>
                                        <p:strVal val="visible"/>
                                      </p:to>
                                    </p:set>
                                    <p:animEffect transition="in" filter="dissolve">
                                      <p:cBhvr>
                                        <p:cTn id="38" dur="500"/>
                                        <p:tgtEl>
                                          <p:spTgt spid="5">
                                            <p:txEl>
                                              <p:pRg st="3" end="3"/>
                                            </p:txEl>
                                          </p:spTgt>
                                        </p:tgtEl>
                                      </p:cBhvr>
                                    </p:animEffect>
                                  </p:childTnLst>
                                </p:cTn>
                              </p:par>
                            </p:childTnLst>
                          </p:cTn>
                        </p:par>
                      </p:childTnLst>
                    </p:cTn>
                  </p:par>
                  <p:par>
                    <p:cTn id="39" fill="hold">
                      <p:stCondLst>
                        <p:cond delay="indefinite"/>
                      </p:stCondLst>
                      <p:childTnLst>
                        <p:par>
                          <p:cTn id="40" fill="hold">
                            <p:stCondLst>
                              <p:cond delay="0"/>
                            </p:stCondLst>
                            <p:childTnLst>
                              <p:par>
                                <p:cTn id="41" presetID="9" presetClass="entr" presetSubtype="0" fill="hold" grpId="0" nodeType="clickEffect">
                                  <p:stCondLst>
                                    <p:cond delay="0"/>
                                  </p:stCondLst>
                                  <p:childTnLst>
                                    <p:set>
                                      <p:cBhvr>
                                        <p:cTn id="42" dur="1" fill="hold">
                                          <p:stCondLst>
                                            <p:cond delay="0"/>
                                          </p:stCondLst>
                                        </p:cTn>
                                        <p:tgtEl>
                                          <p:spTgt spid="2"/>
                                        </p:tgtEl>
                                        <p:attrNameLst>
                                          <p:attrName>style.visibility</p:attrName>
                                        </p:attrNameLst>
                                      </p:cBhvr>
                                      <p:to>
                                        <p:strVal val="visible"/>
                                      </p:to>
                                    </p:set>
                                    <p:animEffect transition="in" filter="dissolve">
                                      <p:cBhvr>
                                        <p:cTn id="43"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 grpId="0" uiExpand="1" build="p"/>
      <p:bldP spid="5" grpId="0" uiExpand="1" build="p"/>
      <p:bldP spid="2"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976E2F2-63CB-D83D-EA65-A1CA11D584E4}"/>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EFFB2CE4-9A9D-3142-FF62-5D80CC447871}"/>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8634C082-C8F3-02AA-E114-2B4D5C838C92}"/>
              </a:ext>
            </a:extLst>
          </p:cNvPr>
          <p:cNvSpPr>
            <a:spLocks noGrp="1" noChangeArrowheads="1"/>
          </p:cNvSpPr>
          <p:nvPr>
            <p:ph sz="half" idx="2"/>
          </p:nvPr>
        </p:nvSpPr>
        <p:spPr>
          <a:xfrm>
            <a:off x="570089" y="1428299"/>
            <a:ext cx="6618109" cy="5001077"/>
          </a:xfrm>
        </p:spPr>
        <p:txBody>
          <a:bodyPr>
            <a:noAutofit/>
          </a:body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 plane</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control plane</a:t>
            </a:r>
          </a:p>
        </p:txBody>
      </p:sp>
      <p:sp>
        <p:nvSpPr>
          <p:cNvPr id="7" name="Rectangle 4">
            <a:extLst>
              <a:ext uri="{FF2B5EF4-FFF2-40B4-BE49-F238E27FC236}">
                <a16:creationId xmlns:a16="http://schemas.microsoft.com/office/drawing/2014/main" id="{F349A1DD-E1ED-16B4-309F-80C74C262869}"/>
              </a:ext>
            </a:extLst>
          </p:cNvPr>
          <p:cNvSpPr txBox="1">
            <a:spLocks noChangeArrowheads="1"/>
          </p:cNvSpPr>
          <p:nvPr/>
        </p:nvSpPr>
        <p:spPr>
          <a:xfrm>
            <a:off x="6682013" y="3716475"/>
            <a:ext cx="5075205" cy="28164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lnSpc>
                <a:spcPct val="100000"/>
              </a:lnSpc>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Generalized Forwarding</a:t>
            </a:r>
          </a:p>
          <a:p>
            <a:pPr lvl="1">
              <a:lnSpc>
                <a:spcPct val="100000"/>
              </a:lnSpc>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Match+action</a:t>
            </a:r>
          </a:p>
          <a:p>
            <a:pPr lvl="1">
              <a:lnSpc>
                <a:spcPct val="100000"/>
              </a:lnSpc>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OpenFlow</a:t>
            </a:r>
          </a:p>
        </p:txBody>
      </p:sp>
      <p:sp>
        <p:nvSpPr>
          <p:cNvPr id="8" name="Slide Number Placeholder 4">
            <a:extLst>
              <a:ext uri="{FF2B5EF4-FFF2-40B4-BE49-F238E27FC236}">
                <a16:creationId xmlns:a16="http://schemas.microsoft.com/office/drawing/2014/main" id="{C6961914-94EE-1D14-36E3-F964AA2CA388}"/>
              </a:ext>
            </a:extLst>
          </p:cNvPr>
          <p:cNvSpPr>
            <a:spLocks noGrp="1"/>
          </p:cNvSpPr>
          <p:nvPr>
            <p:ph type="sldNum" sz="quarter" idx="4"/>
          </p:nvPr>
        </p:nvSpPr>
        <p:spPr>
          <a:xfrm>
            <a:off x="9219616" y="6465391"/>
            <a:ext cx="2743200" cy="365125"/>
          </a:xfrm>
        </p:spPr>
        <p:txBody>
          <a:bodyPr/>
          <a:lstStyle/>
          <a:p>
            <a:r>
              <a:rPr lang="en-US" dirty="0"/>
              <a:t>Network Layer: 4-</a:t>
            </a:r>
            <a:fld id="{C4204591-24BD-A542-B9D5-F8D8A88D2FEE}" type="slidenum">
              <a:rPr lang="en-US" smtClean="0"/>
              <a:pPr/>
              <a:t>46</a:t>
            </a:fld>
            <a:endParaRPr lang="en-US" dirty="0"/>
          </a:p>
        </p:txBody>
      </p:sp>
      <p:sp>
        <p:nvSpPr>
          <p:cNvPr id="10" name="Rectangle 4">
            <a:extLst>
              <a:ext uri="{FF2B5EF4-FFF2-40B4-BE49-F238E27FC236}">
                <a16:creationId xmlns:a16="http://schemas.microsoft.com/office/drawing/2014/main" id="{AC9D6AD0-3BB7-F06C-482A-89A80348F731}"/>
              </a:ext>
            </a:extLst>
          </p:cNvPr>
          <p:cNvSpPr txBox="1">
            <a:spLocks noChangeArrowheads="1"/>
          </p:cNvSpPr>
          <p:nvPr/>
        </p:nvSpPr>
        <p:spPr>
          <a:xfrm>
            <a:off x="570088" y="2760950"/>
            <a:ext cx="6618109" cy="346132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buClr>
                <a:srgbClr val="010F90"/>
              </a:buClr>
            </a:pPr>
            <a:r>
              <a:rPr lang="en-US" altLang="en-US" sz="3200" dirty="0">
                <a:solidFill>
                  <a:srgbClr val="C00000"/>
                </a:solidFill>
                <a:ea typeface="ＭＳ Ｐゴシック" panose="020B0600070205080204" pitchFamily="34" charset="-128"/>
                <a:cs typeface="Arial" panose="020B0604020202020204" pitchFamily="34" charset="0"/>
              </a:rPr>
              <a:t>IP: the Internet Protocol</a:t>
            </a:r>
            <a:endParaRPr lang="en-US" altLang="en-US" sz="3200" dirty="0">
              <a:solidFill>
                <a:schemeClr val="bg1">
                  <a:lumMod val="75000"/>
                </a:schemeClr>
              </a:solidFill>
              <a:ea typeface="ＭＳ Ｐゴシック" panose="020B0600070205080204" pitchFamily="34" charset="-128"/>
              <a:cs typeface="Arial" panose="020B0604020202020204" pitchFamily="34" charset="0"/>
            </a:endParaRP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datagram format, addressing</a:t>
            </a:r>
          </a:p>
          <a:p>
            <a:pPr lvl="1">
              <a:spcBef>
                <a:spcPts val="0"/>
              </a:spcBef>
              <a:buClr>
                <a:srgbClr val="010F90"/>
              </a:buClr>
            </a:pPr>
            <a:r>
              <a:rPr lang="en-US" altLang="en-US" sz="2800" dirty="0">
                <a:ea typeface="ＭＳ Ｐゴシック" panose="020B0600070205080204" pitchFamily="34" charset="-128"/>
                <a:cs typeface="Arial" panose="020B0604020202020204" pitchFamily="34" charset="0"/>
              </a:rPr>
              <a:t>network address translation (NAT)</a:t>
            </a:r>
          </a:p>
          <a:p>
            <a:pPr lvl="1">
              <a:spcBef>
                <a:spcPts val="0"/>
              </a:spcBef>
              <a:buClr>
                <a:srgbClr val="010F90"/>
              </a:buClr>
            </a:pPr>
            <a:r>
              <a:rPr lang="en-US" altLang="en-US" sz="2800" dirty="0">
                <a:ea typeface="ＭＳ Ｐゴシック" panose="020B0600070205080204" pitchFamily="34" charset="-128"/>
                <a:cs typeface="Arial" panose="020B0604020202020204" pitchFamily="34" charset="0"/>
              </a:rPr>
              <a:t>IPv6</a:t>
            </a:r>
          </a:p>
        </p:txBody>
      </p:sp>
      <p:pic>
        <p:nvPicPr>
          <p:cNvPr id="3" name="Picture 2">
            <a:extLst>
              <a:ext uri="{FF2B5EF4-FFF2-40B4-BE49-F238E27FC236}">
                <a16:creationId xmlns:a16="http://schemas.microsoft.com/office/drawing/2014/main" id="{DDBE5002-9561-BB89-4080-095742189A34}"/>
              </a:ext>
            </a:extLst>
          </p:cNvPr>
          <p:cNvPicPr>
            <a:picLocks noChangeAspect="1"/>
          </p:cNvPicPr>
          <p:nvPr/>
        </p:nvPicPr>
        <p:blipFill>
          <a:blip r:embed="rId3"/>
          <a:stretch>
            <a:fillRect/>
          </a:stretch>
        </p:blipFill>
        <p:spPr>
          <a:xfrm>
            <a:off x="6904759" y="1279236"/>
            <a:ext cx="3361460" cy="2149764"/>
          </a:xfrm>
          <a:prstGeom prst="rect">
            <a:avLst/>
          </a:prstGeom>
        </p:spPr>
      </p:pic>
    </p:spTree>
    <p:extLst>
      <p:ext uri="{BB962C8B-B14F-4D97-AF65-F5344CB8AC3E}">
        <p14:creationId xmlns:p14="http://schemas.microsoft.com/office/powerpoint/2010/main" val="42733448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dissolve">
                                      <p:cBhvr>
                                        <p:cTn id="7" dur="500"/>
                                        <p:tgtEl>
                                          <p:spTgt spid="10">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0">
                                            <p:txEl>
                                              <p:pRg st="1" end="1"/>
                                            </p:txEl>
                                          </p:spTgt>
                                        </p:tgtEl>
                                        <p:attrNameLst>
                                          <p:attrName>style.visibility</p:attrName>
                                        </p:attrNameLst>
                                      </p:cBhvr>
                                      <p:to>
                                        <p:strVal val="visible"/>
                                      </p:to>
                                    </p:set>
                                    <p:animEffect transition="in" filter="dissolve">
                                      <p:cBhvr>
                                        <p:cTn id="10" dur="500"/>
                                        <p:tgtEl>
                                          <p:spTgt spid="10">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0">
                                            <p:txEl>
                                              <p:pRg st="2" end="2"/>
                                            </p:txEl>
                                          </p:spTgt>
                                        </p:tgtEl>
                                        <p:attrNameLst>
                                          <p:attrName>style.visibility</p:attrName>
                                        </p:attrNameLst>
                                      </p:cBhvr>
                                      <p:to>
                                        <p:strVal val="visible"/>
                                      </p:to>
                                    </p:set>
                                    <p:animEffect transition="in" filter="dissolve">
                                      <p:cBhvr>
                                        <p:cTn id="13" dur="500"/>
                                        <p:tgtEl>
                                          <p:spTgt spid="10">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10">
                                            <p:txEl>
                                              <p:pRg st="3" end="3"/>
                                            </p:txEl>
                                          </p:spTgt>
                                        </p:tgtEl>
                                        <p:attrNameLst>
                                          <p:attrName>style.visibility</p:attrName>
                                        </p:attrNameLst>
                                      </p:cBhvr>
                                      <p:to>
                                        <p:strVal val="visible"/>
                                      </p:to>
                                    </p:set>
                                    <p:animEffect transition="in" filter="dissolve">
                                      <p:cBhvr>
                                        <p:cTn id="16" dur="500"/>
                                        <p:tgtEl>
                                          <p:spTgt spid="10">
                                            <p:txEl>
                                              <p:pRg st="3" end="3"/>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dissolve">
                                      <p:cBhvr>
                                        <p:cTn id="21"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build="p"/>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Freeform 80">
            <a:extLst>
              <a:ext uri="{FF2B5EF4-FFF2-40B4-BE49-F238E27FC236}">
                <a16:creationId xmlns:a16="http://schemas.microsoft.com/office/drawing/2014/main" id="{E4A69AE9-9C27-CE49-8761-21FC6391CC79}"/>
              </a:ext>
            </a:extLst>
          </p:cNvPr>
          <p:cNvSpPr>
            <a:spLocks/>
          </p:cNvSpPr>
          <p:nvPr/>
        </p:nvSpPr>
        <p:spPr bwMode="auto">
          <a:xfrm>
            <a:off x="6624872" y="2978590"/>
            <a:ext cx="3273778" cy="2294055"/>
          </a:xfrm>
          <a:custGeom>
            <a:avLst/>
            <a:gdLst>
              <a:gd name="T0" fmla="*/ 2147483647 w 2355"/>
              <a:gd name="T1" fmla="*/ 2147483647 h 1699"/>
              <a:gd name="T2" fmla="*/ 2147483647 w 2355"/>
              <a:gd name="T3" fmla="*/ 2147483647 h 1699"/>
              <a:gd name="T4" fmla="*/ 2147483647 w 2355"/>
              <a:gd name="T5" fmla="*/ 2147483647 h 1699"/>
              <a:gd name="T6" fmla="*/ 2147483647 w 2355"/>
              <a:gd name="T7" fmla="*/ 2147483647 h 1699"/>
              <a:gd name="T8" fmla="*/ 2147483647 w 2355"/>
              <a:gd name="T9" fmla="*/ 2147483647 h 1699"/>
              <a:gd name="T10" fmla="*/ 2147483647 w 2355"/>
              <a:gd name="T11" fmla="*/ 2147483647 h 1699"/>
              <a:gd name="T12" fmla="*/ 2147483647 w 2355"/>
              <a:gd name="T13" fmla="*/ 2147483647 h 1699"/>
              <a:gd name="T14" fmla="*/ 2147483647 w 2355"/>
              <a:gd name="T15" fmla="*/ 2147483647 h 1699"/>
              <a:gd name="T16" fmla="*/ 2147483647 w 2355"/>
              <a:gd name="T17" fmla="*/ 2147483647 h 1699"/>
              <a:gd name="T18" fmla="*/ 2147483647 w 2355"/>
              <a:gd name="T19" fmla="*/ 2147483647 h 1699"/>
              <a:gd name="T20" fmla="*/ 2147483647 w 2355"/>
              <a:gd name="T21" fmla="*/ 2147483647 h 169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55"/>
              <a:gd name="T34" fmla="*/ 0 h 1699"/>
              <a:gd name="T35" fmla="*/ 2355 w 2355"/>
              <a:gd name="T36" fmla="*/ 1699 h 169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55" h="1699">
                <a:moveTo>
                  <a:pt x="349" y="761"/>
                </a:moveTo>
                <a:cubicBezTo>
                  <a:pt x="587" y="729"/>
                  <a:pt x="1414" y="820"/>
                  <a:pt x="1651" y="732"/>
                </a:cubicBezTo>
                <a:cubicBezTo>
                  <a:pt x="1888" y="644"/>
                  <a:pt x="1710" y="351"/>
                  <a:pt x="1773" y="230"/>
                </a:cubicBezTo>
                <a:cubicBezTo>
                  <a:pt x="1836" y="109"/>
                  <a:pt x="1947" y="16"/>
                  <a:pt x="2029" y="8"/>
                </a:cubicBezTo>
                <a:cubicBezTo>
                  <a:pt x="2111" y="0"/>
                  <a:pt x="2213" y="27"/>
                  <a:pt x="2267" y="183"/>
                </a:cubicBezTo>
                <a:cubicBezTo>
                  <a:pt x="2321" y="339"/>
                  <a:pt x="2355" y="707"/>
                  <a:pt x="2355" y="942"/>
                </a:cubicBezTo>
                <a:cubicBezTo>
                  <a:pt x="2355" y="1177"/>
                  <a:pt x="2353" y="1485"/>
                  <a:pt x="2267" y="1592"/>
                </a:cubicBezTo>
                <a:cubicBezTo>
                  <a:pt x="2181" y="1699"/>
                  <a:pt x="1939" y="1680"/>
                  <a:pt x="1840" y="1586"/>
                </a:cubicBezTo>
                <a:cubicBezTo>
                  <a:pt x="1741" y="1492"/>
                  <a:pt x="1940" y="1135"/>
                  <a:pt x="1670" y="1025"/>
                </a:cubicBezTo>
                <a:cubicBezTo>
                  <a:pt x="1400" y="915"/>
                  <a:pt x="440" y="967"/>
                  <a:pt x="220" y="923"/>
                </a:cubicBezTo>
                <a:cubicBezTo>
                  <a:pt x="0" y="879"/>
                  <a:pt x="127" y="795"/>
                  <a:pt x="349" y="761"/>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 name="Text Box 12">
            <a:extLst>
              <a:ext uri="{FF2B5EF4-FFF2-40B4-BE49-F238E27FC236}">
                <a16:creationId xmlns:a16="http://schemas.microsoft.com/office/drawing/2014/main" id="{160FAFD7-0598-5243-851C-EDC8ADECCF38}"/>
              </a:ext>
            </a:extLst>
          </p:cNvPr>
          <p:cNvSpPr txBox="1">
            <a:spLocks noChangeArrowheads="1"/>
          </p:cNvSpPr>
          <p:nvPr/>
        </p:nvSpPr>
        <p:spPr bwMode="auto">
          <a:xfrm>
            <a:off x="9236240" y="3264692"/>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10.0.0.1</a:t>
            </a:r>
          </a:p>
        </p:txBody>
      </p:sp>
      <p:sp>
        <p:nvSpPr>
          <p:cNvPr id="55" name="Text Box 13">
            <a:extLst>
              <a:ext uri="{FF2B5EF4-FFF2-40B4-BE49-F238E27FC236}">
                <a16:creationId xmlns:a16="http://schemas.microsoft.com/office/drawing/2014/main" id="{0C2F1B46-63B4-2448-9F86-DCE0FFD3B780}"/>
              </a:ext>
            </a:extLst>
          </p:cNvPr>
          <p:cNvSpPr txBox="1">
            <a:spLocks noChangeArrowheads="1"/>
          </p:cNvSpPr>
          <p:nvPr/>
        </p:nvSpPr>
        <p:spPr bwMode="auto">
          <a:xfrm>
            <a:off x="9181489" y="3988217"/>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10.0.0.2</a:t>
            </a:r>
          </a:p>
        </p:txBody>
      </p:sp>
      <p:sp>
        <p:nvSpPr>
          <p:cNvPr id="56" name="Text Box 14">
            <a:extLst>
              <a:ext uri="{FF2B5EF4-FFF2-40B4-BE49-F238E27FC236}">
                <a16:creationId xmlns:a16="http://schemas.microsoft.com/office/drawing/2014/main" id="{64025A8E-DCF1-D643-BEC4-D5D76E02D59E}"/>
              </a:ext>
            </a:extLst>
          </p:cNvPr>
          <p:cNvSpPr txBox="1">
            <a:spLocks noChangeArrowheads="1"/>
          </p:cNvSpPr>
          <p:nvPr/>
        </p:nvSpPr>
        <p:spPr bwMode="auto">
          <a:xfrm>
            <a:off x="9155136" y="4742372"/>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10.0.0.3</a:t>
            </a:r>
          </a:p>
        </p:txBody>
      </p:sp>
      <p:sp>
        <p:nvSpPr>
          <p:cNvPr id="57" name="Text Box 15">
            <a:extLst>
              <a:ext uri="{FF2B5EF4-FFF2-40B4-BE49-F238E27FC236}">
                <a16:creationId xmlns:a16="http://schemas.microsoft.com/office/drawing/2014/main" id="{DAA05697-C5E0-8546-AB80-63B7917239F5}"/>
              </a:ext>
            </a:extLst>
          </p:cNvPr>
          <p:cNvSpPr txBox="1">
            <a:spLocks noChangeArrowheads="1"/>
          </p:cNvSpPr>
          <p:nvPr/>
        </p:nvSpPr>
        <p:spPr bwMode="auto">
          <a:xfrm>
            <a:off x="6464854" y="3424079"/>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10.0.0.4</a:t>
            </a:r>
          </a:p>
        </p:txBody>
      </p:sp>
      <p:sp>
        <p:nvSpPr>
          <p:cNvPr id="58" name="Line 16">
            <a:extLst>
              <a:ext uri="{FF2B5EF4-FFF2-40B4-BE49-F238E27FC236}">
                <a16:creationId xmlns:a16="http://schemas.microsoft.com/office/drawing/2014/main" id="{7A263ADA-FEA5-9749-93B9-2C606DDDAFFF}"/>
              </a:ext>
            </a:extLst>
          </p:cNvPr>
          <p:cNvSpPr>
            <a:spLocks noChangeShapeType="1"/>
          </p:cNvSpPr>
          <p:nvPr/>
        </p:nvSpPr>
        <p:spPr bwMode="auto">
          <a:xfrm>
            <a:off x="6820885" y="3727909"/>
            <a:ext cx="2090" cy="35887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2" name="Text Box 81">
            <a:extLst>
              <a:ext uri="{FF2B5EF4-FFF2-40B4-BE49-F238E27FC236}">
                <a16:creationId xmlns:a16="http://schemas.microsoft.com/office/drawing/2014/main" id="{CC371830-F400-E64E-BBD6-B5CDA5AE6E70}"/>
              </a:ext>
            </a:extLst>
          </p:cNvPr>
          <p:cNvSpPr txBox="1">
            <a:spLocks noChangeArrowheads="1"/>
          </p:cNvSpPr>
          <p:nvPr/>
        </p:nvSpPr>
        <p:spPr bwMode="auto">
          <a:xfrm>
            <a:off x="6679771" y="2473869"/>
            <a:ext cx="2802851" cy="5694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local network (e.g., home network) 10.0.0/24</a:t>
            </a:r>
          </a:p>
        </p:txBody>
      </p:sp>
      <p:sp>
        <p:nvSpPr>
          <p:cNvPr id="63" name="Line 82">
            <a:extLst>
              <a:ext uri="{FF2B5EF4-FFF2-40B4-BE49-F238E27FC236}">
                <a16:creationId xmlns:a16="http://schemas.microsoft.com/office/drawing/2014/main" id="{088E5B6E-277B-E04A-9B50-44C102E23E15}"/>
              </a:ext>
            </a:extLst>
          </p:cNvPr>
          <p:cNvSpPr>
            <a:spLocks noChangeShapeType="1"/>
          </p:cNvSpPr>
          <p:nvPr/>
        </p:nvSpPr>
        <p:spPr bwMode="auto">
          <a:xfrm>
            <a:off x="9417628" y="2709128"/>
            <a:ext cx="1124665"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Line 83">
            <a:extLst>
              <a:ext uri="{FF2B5EF4-FFF2-40B4-BE49-F238E27FC236}">
                <a16:creationId xmlns:a16="http://schemas.microsoft.com/office/drawing/2014/main" id="{709B9FA0-ACAA-A845-AE33-47EEFB4EB1F7}"/>
              </a:ext>
            </a:extLst>
          </p:cNvPr>
          <p:cNvSpPr>
            <a:spLocks noChangeShapeType="1"/>
          </p:cNvSpPr>
          <p:nvPr/>
        </p:nvSpPr>
        <p:spPr bwMode="auto">
          <a:xfrm>
            <a:off x="6205244" y="2589251"/>
            <a:ext cx="0" cy="112825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5" name="Line 84">
            <a:extLst>
              <a:ext uri="{FF2B5EF4-FFF2-40B4-BE49-F238E27FC236}">
                <a16:creationId xmlns:a16="http://schemas.microsoft.com/office/drawing/2014/main" id="{FF34E808-0600-054A-9F51-077FECC17882}"/>
              </a:ext>
            </a:extLst>
          </p:cNvPr>
          <p:cNvSpPr>
            <a:spLocks noChangeShapeType="1"/>
          </p:cNvSpPr>
          <p:nvPr/>
        </p:nvSpPr>
        <p:spPr bwMode="auto">
          <a:xfrm flipH="1" flipV="1">
            <a:off x="6344943" y="2721791"/>
            <a:ext cx="427910" cy="447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2" name="Group 107">
            <a:extLst>
              <a:ext uri="{FF2B5EF4-FFF2-40B4-BE49-F238E27FC236}">
                <a16:creationId xmlns:a16="http://schemas.microsoft.com/office/drawing/2014/main" id="{148E112E-E90E-834A-811C-CD872028B70D}"/>
              </a:ext>
            </a:extLst>
          </p:cNvPr>
          <p:cNvGrpSpPr>
            <a:grpSpLocks/>
          </p:cNvGrpSpPr>
          <p:nvPr/>
        </p:nvGrpSpPr>
        <p:grpSpPr bwMode="auto">
          <a:xfrm flipH="1">
            <a:off x="9988255" y="3097875"/>
            <a:ext cx="641350" cy="583178"/>
            <a:chOff x="-44" y="1473"/>
            <a:chExt cx="981" cy="1105"/>
          </a:xfrm>
        </p:grpSpPr>
        <p:pic>
          <p:nvPicPr>
            <p:cNvPr id="83" name="Picture 108" descr="desktop_computer_stylized_medium">
              <a:extLst>
                <a:ext uri="{FF2B5EF4-FFF2-40B4-BE49-F238E27FC236}">
                  <a16:creationId xmlns:a16="http://schemas.microsoft.com/office/drawing/2014/main" id="{B9390BE0-7119-AB41-B6E6-B8B9B6EAFE1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 name="Freeform 109">
              <a:extLst>
                <a:ext uri="{FF2B5EF4-FFF2-40B4-BE49-F238E27FC236}">
                  <a16:creationId xmlns:a16="http://schemas.microsoft.com/office/drawing/2014/main" id="{293E3B7E-E5D1-5346-ACF1-D67B1F6CA315}"/>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5" name="Group 110">
            <a:extLst>
              <a:ext uri="{FF2B5EF4-FFF2-40B4-BE49-F238E27FC236}">
                <a16:creationId xmlns:a16="http://schemas.microsoft.com/office/drawing/2014/main" id="{2DD7477F-5AAB-0746-AAA0-47FB5D4798FA}"/>
              </a:ext>
            </a:extLst>
          </p:cNvPr>
          <p:cNvGrpSpPr>
            <a:grpSpLocks/>
          </p:cNvGrpSpPr>
          <p:nvPr/>
        </p:nvGrpSpPr>
        <p:grpSpPr bwMode="auto">
          <a:xfrm flipH="1">
            <a:off x="9915055" y="3818933"/>
            <a:ext cx="641350" cy="583178"/>
            <a:chOff x="-44" y="1473"/>
            <a:chExt cx="981" cy="1105"/>
          </a:xfrm>
        </p:grpSpPr>
        <p:pic>
          <p:nvPicPr>
            <p:cNvPr id="86" name="Picture 111" descr="desktop_computer_stylized_medium">
              <a:extLst>
                <a:ext uri="{FF2B5EF4-FFF2-40B4-BE49-F238E27FC236}">
                  <a16:creationId xmlns:a16="http://schemas.microsoft.com/office/drawing/2014/main" id="{01B20CC0-1736-964F-BCF0-1E8797D8E07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 name="Freeform 112">
              <a:extLst>
                <a:ext uri="{FF2B5EF4-FFF2-40B4-BE49-F238E27FC236}">
                  <a16:creationId xmlns:a16="http://schemas.microsoft.com/office/drawing/2014/main" id="{336B69AD-10ED-4543-8BB7-FE48585F59CF}"/>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8" name="Group 113">
            <a:extLst>
              <a:ext uri="{FF2B5EF4-FFF2-40B4-BE49-F238E27FC236}">
                <a16:creationId xmlns:a16="http://schemas.microsoft.com/office/drawing/2014/main" id="{7FA0B98C-5F93-3E44-B2CB-BA99E8BB49FF}"/>
              </a:ext>
            </a:extLst>
          </p:cNvPr>
          <p:cNvGrpSpPr>
            <a:grpSpLocks/>
          </p:cNvGrpSpPr>
          <p:nvPr/>
        </p:nvGrpSpPr>
        <p:grpSpPr bwMode="auto">
          <a:xfrm flipH="1">
            <a:off x="9934281" y="4558766"/>
            <a:ext cx="641350" cy="583178"/>
            <a:chOff x="-44" y="1473"/>
            <a:chExt cx="981" cy="1105"/>
          </a:xfrm>
        </p:grpSpPr>
        <p:pic>
          <p:nvPicPr>
            <p:cNvPr id="89" name="Picture 114" descr="desktop_computer_stylized_medium">
              <a:extLst>
                <a:ext uri="{FF2B5EF4-FFF2-40B4-BE49-F238E27FC236}">
                  <a16:creationId xmlns:a16="http://schemas.microsoft.com/office/drawing/2014/main" id="{09369A99-2EFC-9B40-AF93-FDC15625368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0" name="Freeform 115">
              <a:extLst>
                <a:ext uri="{FF2B5EF4-FFF2-40B4-BE49-F238E27FC236}">
                  <a16:creationId xmlns:a16="http://schemas.microsoft.com/office/drawing/2014/main" id="{464C0B53-AAB8-564F-8088-920F60DC7AB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 name="Group 9">
            <a:extLst>
              <a:ext uri="{FF2B5EF4-FFF2-40B4-BE49-F238E27FC236}">
                <a16:creationId xmlns:a16="http://schemas.microsoft.com/office/drawing/2014/main" id="{1A06E053-CAB3-9D4A-8BE9-102F522689C4}"/>
              </a:ext>
            </a:extLst>
          </p:cNvPr>
          <p:cNvGrpSpPr/>
          <p:nvPr/>
        </p:nvGrpSpPr>
        <p:grpSpPr>
          <a:xfrm>
            <a:off x="2171406" y="2486532"/>
            <a:ext cx="3963988" cy="2445373"/>
            <a:chOff x="2171406" y="2486532"/>
            <a:chExt cx="3963988" cy="2445373"/>
          </a:xfrm>
        </p:grpSpPr>
        <p:sp>
          <p:nvSpPr>
            <p:cNvPr id="49" name="Freeform 4">
              <a:extLst>
                <a:ext uri="{FF2B5EF4-FFF2-40B4-BE49-F238E27FC236}">
                  <a16:creationId xmlns:a16="http://schemas.microsoft.com/office/drawing/2014/main" id="{DCC2D4F1-C60F-1E4E-BA36-DFAF4B8F7B69}"/>
                </a:ext>
              </a:extLst>
            </p:cNvPr>
            <p:cNvSpPr>
              <a:spLocks/>
            </p:cNvSpPr>
            <p:nvPr/>
          </p:nvSpPr>
          <p:spPr bwMode="auto">
            <a:xfrm>
              <a:off x="2171406" y="3444138"/>
              <a:ext cx="3640666" cy="1487767"/>
            </a:xfrm>
            <a:custGeom>
              <a:avLst/>
              <a:gdLst>
                <a:gd name="T0" fmla="*/ 2147483647 w 2425"/>
                <a:gd name="T1" fmla="*/ 2147483647 h 898"/>
                <a:gd name="T2" fmla="*/ 2147483647 w 2425"/>
                <a:gd name="T3" fmla="*/ 2147483647 h 898"/>
                <a:gd name="T4" fmla="*/ 2147483647 w 2425"/>
                <a:gd name="T5" fmla="*/ 2147483647 h 898"/>
                <a:gd name="T6" fmla="*/ 2147483647 w 2425"/>
                <a:gd name="T7" fmla="*/ 2147483647 h 898"/>
                <a:gd name="T8" fmla="*/ 2147483647 w 2425"/>
                <a:gd name="T9" fmla="*/ 2147483647 h 898"/>
                <a:gd name="T10" fmla="*/ 2147483647 w 2425"/>
                <a:gd name="T11" fmla="*/ 2147483647 h 898"/>
                <a:gd name="T12" fmla="*/ 2147483647 w 2425"/>
                <a:gd name="T13" fmla="*/ 2147483647 h 898"/>
                <a:gd name="T14" fmla="*/ 2147483647 w 2425"/>
                <a:gd name="T15" fmla="*/ 2147483647 h 898"/>
                <a:gd name="T16" fmla="*/ 0 60000 65536"/>
                <a:gd name="T17" fmla="*/ 0 60000 65536"/>
                <a:gd name="T18" fmla="*/ 0 60000 65536"/>
                <a:gd name="T19" fmla="*/ 0 60000 65536"/>
                <a:gd name="T20" fmla="*/ 0 60000 65536"/>
                <a:gd name="T21" fmla="*/ 0 60000 65536"/>
                <a:gd name="T22" fmla="*/ 0 60000 65536"/>
                <a:gd name="T23" fmla="*/ 0 60000 65536"/>
                <a:gd name="T24" fmla="*/ 0 w 2425"/>
                <a:gd name="T25" fmla="*/ 0 h 898"/>
                <a:gd name="T26" fmla="*/ 2425 w 2425"/>
                <a:gd name="T27" fmla="*/ 898 h 89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425" h="898">
                  <a:moveTo>
                    <a:pt x="2056" y="289"/>
                  </a:moveTo>
                  <a:cubicBezTo>
                    <a:pt x="1826" y="223"/>
                    <a:pt x="1133" y="113"/>
                    <a:pt x="810" y="75"/>
                  </a:cubicBezTo>
                  <a:cubicBezTo>
                    <a:pt x="487" y="37"/>
                    <a:pt x="230" y="0"/>
                    <a:pt x="115" y="60"/>
                  </a:cubicBezTo>
                  <a:cubicBezTo>
                    <a:pt x="0" y="120"/>
                    <a:pt x="121" y="301"/>
                    <a:pt x="121" y="433"/>
                  </a:cubicBezTo>
                  <a:cubicBezTo>
                    <a:pt x="121" y="565"/>
                    <a:pt x="25" y="802"/>
                    <a:pt x="115" y="850"/>
                  </a:cubicBezTo>
                  <a:cubicBezTo>
                    <a:pt x="205" y="898"/>
                    <a:pt x="316" y="784"/>
                    <a:pt x="662" y="721"/>
                  </a:cubicBezTo>
                  <a:cubicBezTo>
                    <a:pt x="1008" y="658"/>
                    <a:pt x="1961" y="544"/>
                    <a:pt x="2193" y="472"/>
                  </a:cubicBezTo>
                  <a:cubicBezTo>
                    <a:pt x="2425" y="400"/>
                    <a:pt x="2292" y="327"/>
                    <a:pt x="2056" y="289"/>
                  </a:cubicBezTo>
                  <a:close/>
                </a:path>
              </a:pathLst>
            </a:custGeom>
            <a:gradFill rotWithShape="1">
              <a:gsLst>
                <a:gs pos="0">
                  <a:srgbClr val="FFFFFF">
                    <a:alpha val="98000"/>
                  </a:srgbClr>
                </a:gs>
                <a:gs pos="100000">
                  <a:srgbClr val="66CC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9" name="Text Box 17">
              <a:extLst>
                <a:ext uri="{FF2B5EF4-FFF2-40B4-BE49-F238E27FC236}">
                  <a16:creationId xmlns:a16="http://schemas.microsoft.com/office/drawing/2014/main" id="{E30571BA-05AF-0B45-BA07-E31ED33E2027}"/>
                </a:ext>
              </a:extLst>
            </p:cNvPr>
            <p:cNvSpPr txBox="1">
              <a:spLocks noChangeArrowheads="1"/>
            </p:cNvSpPr>
            <p:nvPr/>
          </p:nvSpPr>
          <p:spPr bwMode="auto">
            <a:xfrm>
              <a:off x="4504384" y="3410471"/>
              <a:ext cx="1172116"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138.76.29.7</a:t>
              </a:r>
            </a:p>
          </p:txBody>
        </p:sp>
        <p:sp>
          <p:nvSpPr>
            <p:cNvPr id="60" name="Line 18">
              <a:extLst>
                <a:ext uri="{FF2B5EF4-FFF2-40B4-BE49-F238E27FC236}">
                  <a16:creationId xmlns:a16="http://schemas.microsoft.com/office/drawing/2014/main" id="{8992B4D5-4037-2B4E-93F8-5AB3897EDA38}"/>
                </a:ext>
              </a:extLst>
            </p:cNvPr>
            <p:cNvSpPr>
              <a:spLocks noChangeShapeType="1"/>
            </p:cNvSpPr>
            <p:nvPr/>
          </p:nvSpPr>
          <p:spPr bwMode="auto">
            <a:xfrm flipH="1" flipV="1">
              <a:off x="5504641" y="3720817"/>
              <a:ext cx="4440" cy="356700"/>
            </a:xfrm>
            <a:prstGeom prst="line">
              <a:avLst/>
            </a:prstGeom>
            <a:noFill/>
            <a:ln w="1905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6" name="Line 86">
              <a:extLst>
                <a:ext uri="{FF2B5EF4-FFF2-40B4-BE49-F238E27FC236}">
                  <a16:creationId xmlns:a16="http://schemas.microsoft.com/office/drawing/2014/main" id="{EE50E18D-731D-DF47-B118-B4345E03D95C}"/>
                </a:ext>
              </a:extLst>
            </p:cNvPr>
            <p:cNvSpPr>
              <a:spLocks noChangeShapeType="1"/>
            </p:cNvSpPr>
            <p:nvPr/>
          </p:nvSpPr>
          <p:spPr bwMode="auto">
            <a:xfrm>
              <a:off x="4749506" y="2735046"/>
              <a:ext cx="1385888"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7" name="Line 87">
              <a:extLst>
                <a:ext uri="{FF2B5EF4-FFF2-40B4-BE49-F238E27FC236}">
                  <a16:creationId xmlns:a16="http://schemas.microsoft.com/office/drawing/2014/main" id="{C0557AD9-6792-174F-BDA1-0FE8C031C6F2}"/>
                </a:ext>
              </a:extLst>
            </p:cNvPr>
            <p:cNvSpPr>
              <a:spLocks noChangeShapeType="1"/>
            </p:cNvSpPr>
            <p:nvPr/>
          </p:nvSpPr>
          <p:spPr bwMode="auto">
            <a:xfrm flipH="1" flipV="1">
              <a:off x="2938169" y="2721792"/>
              <a:ext cx="898525"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8" name="Text Box 88">
              <a:extLst>
                <a:ext uri="{FF2B5EF4-FFF2-40B4-BE49-F238E27FC236}">
                  <a16:creationId xmlns:a16="http://schemas.microsoft.com/office/drawing/2014/main" id="{871C9E7E-B867-EC4D-B2AF-320388F7299F}"/>
                </a:ext>
              </a:extLst>
            </p:cNvPr>
            <p:cNvSpPr txBox="1">
              <a:spLocks noChangeArrowheads="1"/>
            </p:cNvSpPr>
            <p:nvPr/>
          </p:nvSpPr>
          <p:spPr bwMode="auto">
            <a:xfrm>
              <a:off x="3829555" y="2486532"/>
              <a:ext cx="950901" cy="6167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rest of</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Internet</a:t>
              </a:r>
            </a:p>
          </p:txBody>
        </p:sp>
        <p:cxnSp>
          <p:nvCxnSpPr>
            <p:cNvPr id="100" name="Straight Connector 99">
              <a:extLst>
                <a:ext uri="{FF2B5EF4-FFF2-40B4-BE49-F238E27FC236}">
                  <a16:creationId xmlns:a16="http://schemas.microsoft.com/office/drawing/2014/main" id="{150858C1-088D-F54E-93D3-2431EDC19F7F}"/>
                </a:ext>
              </a:extLst>
            </p:cNvPr>
            <p:cNvCxnSpPr>
              <a:cxnSpLocks/>
            </p:cNvCxnSpPr>
            <p:nvPr/>
          </p:nvCxnSpPr>
          <p:spPr>
            <a:xfrm>
              <a:off x="2743200" y="4135538"/>
              <a:ext cx="294375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 name="Group 90">
            <a:extLst>
              <a:ext uri="{FF2B5EF4-FFF2-40B4-BE49-F238E27FC236}">
                <a16:creationId xmlns:a16="http://schemas.microsoft.com/office/drawing/2014/main" id="{45BDAD16-73BC-D94F-A2DF-E2B2A45A02F7}"/>
              </a:ext>
            </a:extLst>
          </p:cNvPr>
          <p:cNvGrpSpPr/>
          <p:nvPr/>
        </p:nvGrpSpPr>
        <p:grpSpPr>
          <a:xfrm>
            <a:off x="5685800" y="3913064"/>
            <a:ext cx="1040553" cy="449888"/>
            <a:chOff x="7493876" y="2774731"/>
            <a:chExt cx="1481958" cy="894622"/>
          </a:xfrm>
        </p:grpSpPr>
        <p:sp>
          <p:nvSpPr>
            <p:cNvPr id="93" name="Freeform 92">
              <a:extLst>
                <a:ext uri="{FF2B5EF4-FFF2-40B4-BE49-F238E27FC236}">
                  <a16:creationId xmlns:a16="http://schemas.microsoft.com/office/drawing/2014/main" id="{57554E4B-6AC8-0F4D-9587-02056E04ABB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4" name="Oval 93">
              <a:extLst>
                <a:ext uri="{FF2B5EF4-FFF2-40B4-BE49-F238E27FC236}">
                  <a16:creationId xmlns:a16="http://schemas.microsoft.com/office/drawing/2014/main" id="{C36E53E2-F166-0242-9060-47F57E4B32B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5" name="Group 94">
              <a:extLst>
                <a:ext uri="{FF2B5EF4-FFF2-40B4-BE49-F238E27FC236}">
                  <a16:creationId xmlns:a16="http://schemas.microsoft.com/office/drawing/2014/main" id="{C2B76B53-8A9E-9746-BCEA-A8C7D842688D}"/>
                </a:ext>
              </a:extLst>
            </p:cNvPr>
            <p:cNvGrpSpPr/>
            <p:nvPr/>
          </p:nvGrpSpPr>
          <p:grpSpPr>
            <a:xfrm>
              <a:off x="7713663" y="2848339"/>
              <a:ext cx="1042107" cy="425543"/>
              <a:chOff x="7786941" y="2884917"/>
              <a:chExt cx="897649" cy="353919"/>
            </a:xfrm>
          </p:grpSpPr>
          <p:sp>
            <p:nvSpPr>
              <p:cNvPr id="96" name="Freeform 95">
                <a:extLst>
                  <a:ext uri="{FF2B5EF4-FFF2-40B4-BE49-F238E27FC236}">
                    <a16:creationId xmlns:a16="http://schemas.microsoft.com/office/drawing/2014/main" id="{B06470D2-5187-0248-942C-0180B21B5B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7" name="Freeform 96">
                <a:extLst>
                  <a:ext uri="{FF2B5EF4-FFF2-40B4-BE49-F238E27FC236}">
                    <a16:creationId xmlns:a16="http://schemas.microsoft.com/office/drawing/2014/main" id="{7ACE4034-22E7-4042-8641-12B84FBD379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8" name="Freeform 97">
                <a:extLst>
                  <a:ext uri="{FF2B5EF4-FFF2-40B4-BE49-F238E27FC236}">
                    <a16:creationId xmlns:a16="http://schemas.microsoft.com/office/drawing/2014/main" id="{D499314E-78D6-EA42-9F51-F19C0BD7CD3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 name="Freeform 98">
                <a:extLst>
                  <a:ext uri="{FF2B5EF4-FFF2-40B4-BE49-F238E27FC236}">
                    <a16:creationId xmlns:a16="http://schemas.microsoft.com/office/drawing/2014/main" id="{66172900-9068-FA4E-88B9-FDFBC7A671A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02" name="Straight Connector 101">
            <a:extLst>
              <a:ext uri="{FF2B5EF4-FFF2-40B4-BE49-F238E27FC236}">
                <a16:creationId xmlns:a16="http://schemas.microsoft.com/office/drawing/2014/main" id="{A22AE88A-A305-524E-B84B-0B76D7B61A34}"/>
              </a:ext>
            </a:extLst>
          </p:cNvPr>
          <p:cNvCxnSpPr>
            <a:cxnSpLocks/>
          </p:cNvCxnSpPr>
          <p:nvPr/>
        </p:nvCxnSpPr>
        <p:spPr>
          <a:xfrm>
            <a:off x="9757680" y="3564123"/>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E0700875-0DC6-5E45-AA18-90F4BFEE78F0}"/>
              </a:ext>
            </a:extLst>
          </p:cNvPr>
          <p:cNvCxnSpPr>
            <a:cxnSpLocks/>
          </p:cNvCxnSpPr>
          <p:nvPr/>
        </p:nvCxnSpPr>
        <p:spPr>
          <a:xfrm>
            <a:off x="9685290" y="4279842"/>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DAF57DEB-1FD3-0148-A063-19891BA88EFC}"/>
              </a:ext>
            </a:extLst>
          </p:cNvPr>
          <p:cNvCxnSpPr>
            <a:cxnSpLocks/>
          </p:cNvCxnSpPr>
          <p:nvPr/>
        </p:nvCxnSpPr>
        <p:spPr>
          <a:xfrm>
            <a:off x="9704340" y="5027371"/>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grpSp>
        <p:nvGrpSpPr>
          <p:cNvPr id="106" name="Group 105">
            <a:extLst>
              <a:ext uri="{FF2B5EF4-FFF2-40B4-BE49-F238E27FC236}">
                <a16:creationId xmlns:a16="http://schemas.microsoft.com/office/drawing/2014/main" id="{7CDF8C58-9021-0F45-A760-A2349ED7BDDE}"/>
              </a:ext>
            </a:extLst>
          </p:cNvPr>
          <p:cNvGrpSpPr/>
          <p:nvPr/>
        </p:nvGrpSpPr>
        <p:grpSpPr>
          <a:xfrm>
            <a:off x="6231591" y="4144216"/>
            <a:ext cx="5475817" cy="2433887"/>
            <a:chOff x="6191250" y="3243263"/>
            <a:chExt cx="5475817" cy="2433887"/>
          </a:xfrm>
        </p:grpSpPr>
        <p:sp>
          <p:nvSpPr>
            <p:cNvPr id="69" name="Text Box 90">
              <a:extLst>
                <a:ext uri="{FF2B5EF4-FFF2-40B4-BE49-F238E27FC236}">
                  <a16:creationId xmlns:a16="http://schemas.microsoft.com/office/drawing/2014/main" id="{C3D3888E-0889-EC4A-A8F0-844A733687B1}"/>
                </a:ext>
              </a:extLst>
            </p:cNvPr>
            <p:cNvSpPr txBox="1">
              <a:spLocks noChangeArrowheads="1"/>
            </p:cNvSpPr>
            <p:nvPr/>
          </p:nvSpPr>
          <p:spPr bwMode="auto">
            <a:xfrm>
              <a:off x="6191250" y="4640263"/>
              <a:ext cx="5475817" cy="1036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datagrams with source or destination in this network have 10.0.0/24 address for  source, destination (as usual)</a:t>
              </a:r>
            </a:p>
          </p:txBody>
        </p:sp>
        <p:sp>
          <p:nvSpPr>
            <p:cNvPr id="71" name="Line 96">
              <a:extLst>
                <a:ext uri="{FF2B5EF4-FFF2-40B4-BE49-F238E27FC236}">
                  <a16:creationId xmlns:a16="http://schemas.microsoft.com/office/drawing/2014/main" id="{EF9E06A3-F0A2-D04B-881A-B1FA9D6105CC}"/>
                </a:ext>
              </a:extLst>
            </p:cNvPr>
            <p:cNvSpPr>
              <a:spLocks noChangeShapeType="1"/>
            </p:cNvSpPr>
            <p:nvPr/>
          </p:nvSpPr>
          <p:spPr bwMode="auto">
            <a:xfrm flipV="1">
              <a:off x="6731530" y="3243263"/>
              <a:ext cx="668337" cy="142716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7" name="Group 106">
            <a:extLst>
              <a:ext uri="{FF2B5EF4-FFF2-40B4-BE49-F238E27FC236}">
                <a16:creationId xmlns:a16="http://schemas.microsoft.com/office/drawing/2014/main" id="{AD291785-CEE8-4E4A-AA83-F757C708CBFB}"/>
              </a:ext>
            </a:extLst>
          </p:cNvPr>
          <p:cNvGrpSpPr/>
          <p:nvPr/>
        </p:nvGrpSpPr>
        <p:grpSpPr>
          <a:xfrm>
            <a:off x="380010" y="4107703"/>
            <a:ext cx="5528261" cy="2475162"/>
            <a:chOff x="339669" y="3206750"/>
            <a:chExt cx="5528261" cy="2475162"/>
          </a:xfrm>
        </p:grpSpPr>
        <p:sp>
          <p:nvSpPr>
            <p:cNvPr id="70" name="Text Box 92">
              <a:extLst>
                <a:ext uri="{FF2B5EF4-FFF2-40B4-BE49-F238E27FC236}">
                  <a16:creationId xmlns:a16="http://schemas.microsoft.com/office/drawing/2014/main" id="{CBD8DA55-6AFE-D449-BB96-966C7F5EBC12}"/>
                </a:ext>
              </a:extLst>
            </p:cNvPr>
            <p:cNvSpPr txBox="1">
              <a:spLocks noChangeArrowheads="1"/>
            </p:cNvSpPr>
            <p:nvPr/>
          </p:nvSpPr>
          <p:spPr bwMode="auto">
            <a:xfrm>
              <a:off x="339669" y="4645025"/>
              <a:ext cx="5528261" cy="1036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all</a:t>
              </a: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datagrams </a:t>
              </a: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leaving</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local network have </a:t>
              </a: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same</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source NAT IP address: 138.76.29.7,  but </a:t>
              </a:r>
              <a:r>
                <a:rPr kumimoji="0" lang="en-US" altLang="en-US" sz="2400" b="0" i="1"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different</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source port numbers</a:t>
              </a:r>
            </a:p>
          </p:txBody>
        </p:sp>
        <p:sp>
          <p:nvSpPr>
            <p:cNvPr id="72" name="Line 97">
              <a:extLst>
                <a:ext uri="{FF2B5EF4-FFF2-40B4-BE49-F238E27FC236}">
                  <a16:creationId xmlns:a16="http://schemas.microsoft.com/office/drawing/2014/main" id="{889B3E74-1C09-0F4E-8E4B-3B9C0D2650DF}"/>
                </a:ext>
              </a:extLst>
            </p:cNvPr>
            <p:cNvSpPr>
              <a:spLocks noChangeShapeType="1"/>
            </p:cNvSpPr>
            <p:nvPr/>
          </p:nvSpPr>
          <p:spPr bwMode="auto">
            <a:xfrm flipV="1">
              <a:off x="4620155" y="3206750"/>
              <a:ext cx="668337" cy="142716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 name="Rectangle 3">
            <a:extLst>
              <a:ext uri="{FF2B5EF4-FFF2-40B4-BE49-F238E27FC236}">
                <a16:creationId xmlns:a16="http://schemas.microsoft.com/office/drawing/2014/main" id="{D7D39038-77D9-D24B-96C2-D00AB29DC0A3}"/>
              </a:ext>
            </a:extLst>
          </p:cNvPr>
          <p:cNvSpPr/>
          <p:nvPr/>
        </p:nvSpPr>
        <p:spPr>
          <a:xfrm>
            <a:off x="438310" y="1328747"/>
            <a:ext cx="11125200" cy="1034129"/>
          </a:xfrm>
          <a:prstGeom prst="rect">
            <a:avLst/>
          </a:prstGeom>
        </p:spPr>
        <p:txBody>
          <a:bodyPr wrap="square">
            <a:spAutoFit/>
          </a:bodyPr>
          <a:lstStyle/>
          <a:p>
            <a:pPr marL="239713" marR="0" lvl="0" indent="0" algn="l" defTabSz="914400" rtl="0" eaLnBrk="1" fontAlgn="auto" latinLnBrk="0" hangingPunct="1">
              <a:lnSpc>
                <a:spcPct val="90000"/>
              </a:lnSpc>
              <a:spcBef>
                <a:spcPts val="1000"/>
              </a:spcBef>
              <a:spcAft>
                <a:spcPts val="0"/>
              </a:spcAft>
              <a:buClr>
                <a:srgbClr val="0000A3"/>
              </a:buClr>
              <a:buSzTx/>
              <a:buFontTx/>
              <a:buNone/>
              <a:tabLst/>
              <a:defRPr/>
            </a:pPr>
            <a:r>
              <a:rPr kumimoji="0" lang="en-US" altLang="en-US" sz="36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NAT:</a:t>
            </a:r>
            <a:r>
              <a:rPr kumimoji="0" lang="en-US" altLang="en-US" sz="3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all devices in local network share just </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one</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IPv4 address as far as outside world is concerned</a:t>
            </a:r>
          </a:p>
        </p:txBody>
      </p:sp>
      <p:cxnSp>
        <p:nvCxnSpPr>
          <p:cNvPr id="52" name="Straight Connector 51">
            <a:extLst>
              <a:ext uri="{FF2B5EF4-FFF2-40B4-BE49-F238E27FC236}">
                <a16:creationId xmlns:a16="http://schemas.microsoft.com/office/drawing/2014/main" id="{430B61CD-48A3-4A40-98F0-DA3F309E2D8D}"/>
              </a:ext>
            </a:extLst>
          </p:cNvPr>
          <p:cNvCxnSpPr>
            <a:cxnSpLocks/>
          </p:cNvCxnSpPr>
          <p:nvPr/>
        </p:nvCxnSpPr>
        <p:spPr>
          <a:xfrm>
            <a:off x="6743699" y="4124653"/>
            <a:ext cx="5488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0" name="Slide Number Placeholder 3">
            <a:extLst>
              <a:ext uri="{FF2B5EF4-FFF2-40B4-BE49-F238E27FC236}">
                <a16:creationId xmlns:a16="http://schemas.microsoft.com/office/drawing/2014/main" id="{ECE95E76-8D3F-5D49-BBDA-40760E7D55E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47</a:t>
            </a:fld>
            <a:endParaRPr lang="en-US" dirty="0"/>
          </a:p>
        </p:txBody>
      </p:sp>
    </p:spTree>
    <p:extLst>
      <p:ext uri="{BB962C8B-B14F-4D97-AF65-F5344CB8AC3E}">
        <p14:creationId xmlns:p14="http://schemas.microsoft.com/office/powerpoint/2010/main" val="7432611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6"/>
                                        </p:tgtEl>
                                        <p:attrNameLst>
                                          <p:attrName>style.visibility</p:attrName>
                                        </p:attrNameLst>
                                      </p:cBhvr>
                                      <p:to>
                                        <p:strVal val="visible"/>
                                      </p:to>
                                    </p:set>
                                    <p:animEffect transition="in" filter="dissolve">
                                      <p:cBhvr>
                                        <p:cTn id="7" dur="500"/>
                                        <p:tgtEl>
                                          <p:spTgt spid="10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07"/>
                                        </p:tgtEl>
                                        <p:attrNameLst>
                                          <p:attrName>style.visibility</p:attrName>
                                        </p:attrNameLst>
                                      </p:cBhvr>
                                      <p:to>
                                        <p:strVal val="visible"/>
                                      </p:to>
                                    </p:set>
                                    <p:animEffect transition="in" filter="dissolve">
                                      <p:cBhvr>
                                        <p:cTn id="12" dur="500"/>
                                        <p:tgtEl>
                                          <p:spTgt spid="107"/>
                                        </p:tgtEl>
                                      </p:cBhvr>
                                    </p:animEffect>
                                  </p:childTnLst>
                                </p:cTn>
                              </p:par>
                              <p:par>
                                <p:cTn id="13" presetID="9"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dissolve">
                                      <p:cBhvr>
                                        <p:cTn id="1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475014" y="1411941"/>
            <a:ext cx="10603804" cy="528469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all devices in local network have 32-bit addresses in a “private” IP address space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10/8, 172.16/12, 192.168/16 prefixes) that can only be used in local network</a:t>
            </a:r>
          </a:p>
          <a:p>
            <a:pPr marL="695325" marR="0" lvl="1"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advantages:</a:t>
            </a:r>
          </a:p>
          <a:p>
            <a:pPr marL="1143000" marR="0" lvl="2" indent="-290513" algn="l" defTabSz="914400" rtl="0" eaLnBrk="1" fontAlgn="auto" latinLnBrk="0" hangingPunct="1">
              <a:lnSpc>
                <a:spcPct val="90000"/>
              </a:lnSpc>
              <a:spcBef>
                <a:spcPts val="5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just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one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IP address needed from provider ISP for </a:t>
            </a:r>
            <a:r>
              <a:rPr kumimoji="0" lang="en-US" altLang="en-US" sz="28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all</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devices</a:t>
            </a:r>
          </a:p>
          <a:p>
            <a:pPr marL="1143000" marR="0" lvl="2"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 change addresses of host in local network without notifying outside world</a:t>
            </a:r>
          </a:p>
          <a:p>
            <a:pPr marL="1143000" marR="0" lvl="2"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 change ISP without changing addresses of devices in local network</a:t>
            </a:r>
          </a:p>
          <a:p>
            <a:pPr marL="1143000" marR="0" lvl="2"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security: devices inside local net not directly addressable, visible by outside world</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4" name="Slide Number Placeholder 3">
            <a:extLst>
              <a:ext uri="{FF2B5EF4-FFF2-40B4-BE49-F238E27FC236}">
                <a16:creationId xmlns:a16="http://schemas.microsoft.com/office/drawing/2014/main" id="{FF7E4BF2-C93E-374A-8155-EA75613E8F4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48</a:t>
            </a:fld>
            <a:endParaRPr lang="en-US" dirty="0"/>
          </a:p>
        </p:txBody>
      </p:sp>
    </p:spTree>
    <p:extLst>
      <p:ext uri="{BB962C8B-B14F-4D97-AF65-F5344CB8AC3E}">
        <p14:creationId xmlns:p14="http://schemas.microsoft.com/office/powerpoint/2010/main" val="4752753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1">
                                            <p:txEl>
                                              <p:pRg st="0" end="0"/>
                                            </p:txEl>
                                          </p:spTgt>
                                        </p:tgtEl>
                                        <p:attrNameLst>
                                          <p:attrName>style.visibility</p:attrName>
                                        </p:attrNameLst>
                                      </p:cBhvr>
                                      <p:to>
                                        <p:strVal val="visible"/>
                                      </p:to>
                                    </p:set>
                                    <p:animEffect transition="in" filter="dissolve">
                                      <p:cBhvr>
                                        <p:cTn id="7" dur="500"/>
                                        <p:tgtEl>
                                          <p:spTgt spid="81">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1">
                                            <p:txEl>
                                              <p:pRg st="1" end="1"/>
                                            </p:txEl>
                                          </p:spTgt>
                                        </p:tgtEl>
                                        <p:attrNameLst>
                                          <p:attrName>style.visibility</p:attrName>
                                        </p:attrNameLst>
                                      </p:cBhvr>
                                      <p:to>
                                        <p:strVal val="visible"/>
                                      </p:to>
                                    </p:set>
                                    <p:animEffect transition="in" filter="dissolve">
                                      <p:cBhvr>
                                        <p:cTn id="12" dur="500"/>
                                        <p:tgtEl>
                                          <p:spTgt spid="81">
                                            <p:txEl>
                                              <p:pRg st="1" end="1"/>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81">
                                            <p:txEl>
                                              <p:pRg st="2" end="2"/>
                                            </p:txEl>
                                          </p:spTgt>
                                        </p:tgtEl>
                                        <p:attrNameLst>
                                          <p:attrName>style.visibility</p:attrName>
                                        </p:attrNameLst>
                                      </p:cBhvr>
                                      <p:to>
                                        <p:strVal val="visible"/>
                                      </p:to>
                                    </p:set>
                                    <p:animEffect transition="in" filter="dissolve">
                                      <p:cBhvr>
                                        <p:cTn id="15" dur="500"/>
                                        <p:tgtEl>
                                          <p:spTgt spid="81">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81">
                                            <p:txEl>
                                              <p:pRg st="3" end="3"/>
                                            </p:txEl>
                                          </p:spTgt>
                                        </p:tgtEl>
                                        <p:attrNameLst>
                                          <p:attrName>style.visibility</p:attrName>
                                        </p:attrNameLst>
                                      </p:cBhvr>
                                      <p:to>
                                        <p:strVal val="visible"/>
                                      </p:to>
                                    </p:set>
                                    <p:animEffect transition="in" filter="dissolve">
                                      <p:cBhvr>
                                        <p:cTn id="18" dur="500"/>
                                        <p:tgtEl>
                                          <p:spTgt spid="81">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81">
                                            <p:txEl>
                                              <p:pRg st="4" end="4"/>
                                            </p:txEl>
                                          </p:spTgt>
                                        </p:tgtEl>
                                        <p:attrNameLst>
                                          <p:attrName>style.visibility</p:attrName>
                                        </p:attrNameLst>
                                      </p:cBhvr>
                                      <p:to>
                                        <p:strVal val="visible"/>
                                      </p:to>
                                    </p:set>
                                    <p:animEffect transition="in" filter="dissolve">
                                      <p:cBhvr>
                                        <p:cTn id="21" dur="500"/>
                                        <p:tgtEl>
                                          <p:spTgt spid="81">
                                            <p:txEl>
                                              <p:pRg st="4" end="4"/>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81">
                                            <p:txEl>
                                              <p:pRg st="5" end="5"/>
                                            </p:txEl>
                                          </p:spTgt>
                                        </p:tgtEl>
                                        <p:attrNameLst>
                                          <p:attrName>style.visibility</p:attrName>
                                        </p:attrNameLst>
                                      </p:cBhvr>
                                      <p:to>
                                        <p:strVal val="visible"/>
                                      </p:to>
                                    </p:set>
                                    <p:animEffect transition="in" filter="dissolve">
                                      <p:cBhvr>
                                        <p:cTn id="24" dur="500"/>
                                        <p:tgtEl>
                                          <p:spTgt spid="81">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604425" y="1435933"/>
            <a:ext cx="11097244" cy="51901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implementation:</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NAT router must (transparently):</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695325" marR="0" lvl="1" indent="-290513" algn="l" defTabSz="914400" rtl="0" eaLnBrk="1" fontAlgn="auto" latinLnBrk="0" hangingPunct="1">
              <a:lnSpc>
                <a:spcPct val="100000"/>
              </a:lnSpc>
              <a:spcBef>
                <a:spcPts val="11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outgoing datagrams: replace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(source IP address, port #) of every outgoing datagram to (NAT IP address, new port #)</a:t>
            </a:r>
          </a:p>
          <a:p>
            <a:pPr marL="1150938" marR="0" lvl="3" indent="-287338" algn="l" defTabSz="914400" rtl="0" eaLnBrk="1" fontAlgn="auto" latinLnBrk="0" hangingPunct="1">
              <a:lnSpc>
                <a:spcPct val="100000"/>
              </a:lnSpc>
              <a:spcBef>
                <a:spcPts val="1100"/>
              </a:spcBef>
              <a:spcAft>
                <a:spcPts val="0"/>
              </a:spcAft>
              <a:buClr>
                <a:srgbClr val="0000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remote clients/servers will respond using (NAT IP address, new port #) as destination address</a:t>
            </a:r>
          </a:p>
          <a:p>
            <a:pPr marL="695325" marR="0" lvl="1" indent="-290513" algn="l" defTabSz="914400" rtl="0" eaLnBrk="1" fontAlgn="auto" latinLnBrk="0" hangingPunct="1">
              <a:lnSpc>
                <a:spcPct val="100000"/>
              </a:lnSpc>
              <a:spcBef>
                <a:spcPts val="11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remember (in NAT translation table)</a:t>
            </a:r>
            <a:r>
              <a:rPr kumimoji="0" lang="en-US" altLang="en-US" sz="2800" b="0" i="0" u="none" strike="noStrike" kern="1200" cap="none" spc="0" normalizeH="0" baseline="0" noProof="0" dirty="0">
                <a:ln>
                  <a:noFill/>
                </a:ln>
                <a:solidFill>
                  <a:srgbClr val="ED7D31"/>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every (source IP address, port #)  to (NAT IP address, new port #) translation pair</a:t>
            </a:r>
          </a:p>
          <a:p>
            <a:pPr marL="695325" marR="0" lvl="1" indent="-290513" algn="l" defTabSz="914400" rtl="0" eaLnBrk="1" fontAlgn="auto" latinLnBrk="0" hangingPunct="1">
              <a:lnSpc>
                <a:spcPct val="100000"/>
              </a:lnSpc>
              <a:spcBef>
                <a:spcPts val="11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incoming datagrams: replace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(NAT IP address, new port #) in destination fields of every incoming datagram with corresponding (source IP address, port #) stored in NAT table</a:t>
            </a:r>
            <a:endPar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4" name="Slide Number Placeholder 3">
            <a:extLst>
              <a:ext uri="{FF2B5EF4-FFF2-40B4-BE49-F238E27FC236}">
                <a16:creationId xmlns:a16="http://schemas.microsoft.com/office/drawing/2014/main" id="{7312DB5A-90B0-B243-B2F8-16B9A390DE33}"/>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49</a:t>
            </a:fld>
            <a:endParaRPr lang="en-US" dirty="0"/>
          </a:p>
        </p:txBody>
      </p:sp>
    </p:spTree>
    <p:extLst>
      <p:ext uri="{BB962C8B-B14F-4D97-AF65-F5344CB8AC3E}">
        <p14:creationId xmlns:p14="http://schemas.microsoft.com/office/powerpoint/2010/main" val="11077494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1">
                                            <p:txEl>
                                              <p:pRg st="1" end="1"/>
                                            </p:txEl>
                                          </p:spTgt>
                                        </p:tgtEl>
                                        <p:attrNameLst>
                                          <p:attrName>style.visibility</p:attrName>
                                        </p:attrNameLst>
                                      </p:cBhvr>
                                      <p:to>
                                        <p:strVal val="visible"/>
                                      </p:to>
                                    </p:set>
                                    <p:animEffect transition="in" filter="dissolve">
                                      <p:cBhvr>
                                        <p:cTn id="7" dur="500"/>
                                        <p:tgtEl>
                                          <p:spTgt spid="81">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81">
                                            <p:txEl>
                                              <p:pRg st="2" end="2"/>
                                            </p:txEl>
                                          </p:spTgt>
                                        </p:tgtEl>
                                        <p:attrNameLst>
                                          <p:attrName>style.visibility</p:attrName>
                                        </p:attrNameLst>
                                      </p:cBhvr>
                                      <p:to>
                                        <p:strVal val="visible"/>
                                      </p:to>
                                    </p:set>
                                    <p:animEffect transition="in" filter="dissolve">
                                      <p:cBhvr>
                                        <p:cTn id="10" dur="500"/>
                                        <p:tgtEl>
                                          <p:spTgt spid="81">
                                            <p:txEl>
                                              <p:pRg st="2" end="2"/>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81">
                                            <p:txEl>
                                              <p:pRg st="3" end="3"/>
                                            </p:txEl>
                                          </p:spTgt>
                                        </p:tgtEl>
                                        <p:attrNameLst>
                                          <p:attrName>style.visibility</p:attrName>
                                        </p:attrNameLst>
                                      </p:cBhvr>
                                      <p:to>
                                        <p:strVal val="visible"/>
                                      </p:to>
                                    </p:set>
                                    <p:animEffect transition="in" filter="dissolve">
                                      <p:cBhvr>
                                        <p:cTn id="15" dur="500"/>
                                        <p:tgtEl>
                                          <p:spTgt spid="81">
                                            <p:txEl>
                                              <p:pRg st="3" end="3"/>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81">
                                            <p:txEl>
                                              <p:pRg st="4" end="4"/>
                                            </p:txEl>
                                          </p:spTgt>
                                        </p:tgtEl>
                                        <p:attrNameLst>
                                          <p:attrName>style.visibility</p:attrName>
                                        </p:attrNameLst>
                                      </p:cBhvr>
                                      <p:to>
                                        <p:strVal val="visible"/>
                                      </p:to>
                                    </p:set>
                                    <p:animEffect transition="in" filter="dissolve">
                                      <p:cBhvr>
                                        <p:cTn id="20" dur="500"/>
                                        <p:tgtEl>
                                          <p:spTgt spid="81">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117" name="Freeform 139">
            <a:extLst>
              <a:ext uri="{FF2B5EF4-FFF2-40B4-BE49-F238E27FC236}">
                <a16:creationId xmlns:a16="http://schemas.microsoft.com/office/drawing/2014/main" id="{25239C36-70B4-154F-8B1E-2AF050DF8BD5}"/>
              </a:ext>
            </a:extLst>
          </p:cNvPr>
          <p:cNvSpPr>
            <a:spLocks/>
          </p:cNvSpPr>
          <p:nvPr/>
        </p:nvSpPr>
        <p:spPr bwMode="auto">
          <a:xfrm>
            <a:off x="2061197" y="3850033"/>
            <a:ext cx="4089400" cy="1355725"/>
          </a:xfrm>
          <a:custGeom>
            <a:avLst/>
            <a:gdLst>
              <a:gd name="T0" fmla="*/ 2147483647 w 2269"/>
              <a:gd name="T1" fmla="*/ 2147483647 h 854"/>
              <a:gd name="T2" fmla="*/ 2147483647 w 2269"/>
              <a:gd name="T3" fmla="*/ 2147483647 h 854"/>
              <a:gd name="T4" fmla="*/ 2147483647 w 2269"/>
              <a:gd name="T5" fmla="*/ 2147483647 h 854"/>
              <a:gd name="T6" fmla="*/ 2147483647 w 2269"/>
              <a:gd name="T7" fmla="*/ 2147483647 h 854"/>
              <a:gd name="T8" fmla="*/ 2147483647 w 2269"/>
              <a:gd name="T9" fmla="*/ 2147483647 h 854"/>
              <a:gd name="T10" fmla="*/ 2147483647 w 2269"/>
              <a:gd name="T11" fmla="*/ 2147483647 h 854"/>
              <a:gd name="T12" fmla="*/ 2147483647 w 2269"/>
              <a:gd name="T13" fmla="*/ 2147483647 h 854"/>
              <a:gd name="T14" fmla="*/ 0 60000 65536"/>
              <a:gd name="T15" fmla="*/ 0 60000 65536"/>
              <a:gd name="T16" fmla="*/ 0 60000 65536"/>
              <a:gd name="T17" fmla="*/ 0 60000 65536"/>
              <a:gd name="T18" fmla="*/ 0 60000 65536"/>
              <a:gd name="T19" fmla="*/ 0 60000 65536"/>
              <a:gd name="T20" fmla="*/ 0 60000 65536"/>
              <a:gd name="T21" fmla="*/ 0 w 2269"/>
              <a:gd name="T22" fmla="*/ 0 h 854"/>
              <a:gd name="T23" fmla="*/ 2269 w 2269"/>
              <a:gd name="T24" fmla="*/ 854 h 85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69" h="854">
                <a:moveTo>
                  <a:pt x="1888" y="285"/>
                </a:moveTo>
                <a:cubicBezTo>
                  <a:pt x="1622" y="258"/>
                  <a:pt x="723" y="317"/>
                  <a:pt x="418" y="283"/>
                </a:cubicBezTo>
                <a:cubicBezTo>
                  <a:pt x="113" y="249"/>
                  <a:pt x="120" y="0"/>
                  <a:pt x="60" y="83"/>
                </a:cubicBezTo>
                <a:cubicBezTo>
                  <a:pt x="0" y="166"/>
                  <a:pt x="8" y="708"/>
                  <a:pt x="60" y="781"/>
                </a:cubicBezTo>
                <a:cubicBezTo>
                  <a:pt x="112" y="854"/>
                  <a:pt x="48" y="575"/>
                  <a:pt x="374" y="519"/>
                </a:cubicBezTo>
                <a:cubicBezTo>
                  <a:pt x="700" y="463"/>
                  <a:pt x="1765" y="486"/>
                  <a:pt x="2017" y="447"/>
                </a:cubicBezTo>
                <a:cubicBezTo>
                  <a:pt x="2269" y="408"/>
                  <a:pt x="2110" y="319"/>
                  <a:pt x="1888" y="285"/>
                </a:cubicBezTo>
                <a:close/>
              </a:path>
            </a:pathLst>
          </a:custGeom>
          <a:gradFill rotWithShape="1">
            <a:gsLst>
              <a:gs pos="0">
                <a:srgbClr val="FFFFFF">
                  <a:alpha val="98000"/>
                </a:srgbClr>
              </a:gs>
              <a:gs pos="100000">
                <a:srgbClr val="66CC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18" name="Freeform 29">
            <a:extLst>
              <a:ext uri="{FF2B5EF4-FFF2-40B4-BE49-F238E27FC236}">
                <a16:creationId xmlns:a16="http://schemas.microsoft.com/office/drawing/2014/main" id="{09E817BD-9E51-D244-857E-1A5952711F94}"/>
              </a:ext>
            </a:extLst>
          </p:cNvPr>
          <p:cNvSpPr>
            <a:spLocks/>
          </p:cNvSpPr>
          <p:nvPr/>
        </p:nvSpPr>
        <p:spPr bwMode="auto">
          <a:xfrm>
            <a:off x="6350622" y="3121371"/>
            <a:ext cx="3738562" cy="2697162"/>
          </a:xfrm>
          <a:custGeom>
            <a:avLst/>
            <a:gdLst>
              <a:gd name="T0" fmla="*/ 2147483647 w 2355"/>
              <a:gd name="T1" fmla="*/ 2147483647 h 1699"/>
              <a:gd name="T2" fmla="*/ 2147483647 w 2355"/>
              <a:gd name="T3" fmla="*/ 2147483647 h 1699"/>
              <a:gd name="T4" fmla="*/ 2147483647 w 2355"/>
              <a:gd name="T5" fmla="*/ 2147483647 h 1699"/>
              <a:gd name="T6" fmla="*/ 2147483647 w 2355"/>
              <a:gd name="T7" fmla="*/ 2147483647 h 1699"/>
              <a:gd name="T8" fmla="*/ 2147483647 w 2355"/>
              <a:gd name="T9" fmla="*/ 2147483647 h 1699"/>
              <a:gd name="T10" fmla="*/ 2147483647 w 2355"/>
              <a:gd name="T11" fmla="*/ 2147483647 h 1699"/>
              <a:gd name="T12" fmla="*/ 2147483647 w 2355"/>
              <a:gd name="T13" fmla="*/ 2147483647 h 1699"/>
              <a:gd name="T14" fmla="*/ 2147483647 w 2355"/>
              <a:gd name="T15" fmla="*/ 2147483647 h 1699"/>
              <a:gd name="T16" fmla="*/ 2147483647 w 2355"/>
              <a:gd name="T17" fmla="*/ 2147483647 h 1699"/>
              <a:gd name="T18" fmla="*/ 2147483647 w 2355"/>
              <a:gd name="T19" fmla="*/ 2147483647 h 1699"/>
              <a:gd name="T20" fmla="*/ 2147483647 w 2355"/>
              <a:gd name="T21" fmla="*/ 2147483647 h 169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55"/>
              <a:gd name="T34" fmla="*/ 0 h 1699"/>
              <a:gd name="T35" fmla="*/ 2355 w 2355"/>
              <a:gd name="T36" fmla="*/ 1699 h 169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55" h="1699">
                <a:moveTo>
                  <a:pt x="349" y="761"/>
                </a:moveTo>
                <a:cubicBezTo>
                  <a:pt x="587" y="729"/>
                  <a:pt x="1414" y="820"/>
                  <a:pt x="1651" y="732"/>
                </a:cubicBezTo>
                <a:cubicBezTo>
                  <a:pt x="1888" y="644"/>
                  <a:pt x="1710" y="351"/>
                  <a:pt x="1773" y="230"/>
                </a:cubicBezTo>
                <a:cubicBezTo>
                  <a:pt x="1836" y="109"/>
                  <a:pt x="1947" y="16"/>
                  <a:pt x="2029" y="8"/>
                </a:cubicBezTo>
                <a:cubicBezTo>
                  <a:pt x="2111" y="0"/>
                  <a:pt x="2213" y="27"/>
                  <a:pt x="2267" y="183"/>
                </a:cubicBezTo>
                <a:cubicBezTo>
                  <a:pt x="2321" y="339"/>
                  <a:pt x="2355" y="707"/>
                  <a:pt x="2355" y="942"/>
                </a:cubicBezTo>
                <a:cubicBezTo>
                  <a:pt x="2355" y="1177"/>
                  <a:pt x="2353" y="1485"/>
                  <a:pt x="2267" y="1592"/>
                </a:cubicBezTo>
                <a:cubicBezTo>
                  <a:pt x="2181" y="1699"/>
                  <a:pt x="1939" y="1680"/>
                  <a:pt x="1840" y="1586"/>
                </a:cubicBezTo>
                <a:cubicBezTo>
                  <a:pt x="1741" y="1492"/>
                  <a:pt x="1940" y="1135"/>
                  <a:pt x="1670" y="1025"/>
                </a:cubicBezTo>
                <a:cubicBezTo>
                  <a:pt x="1400" y="915"/>
                  <a:pt x="440" y="967"/>
                  <a:pt x="220" y="923"/>
                </a:cubicBezTo>
                <a:cubicBezTo>
                  <a:pt x="0" y="879"/>
                  <a:pt x="127" y="795"/>
                  <a:pt x="349" y="761"/>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25" name="Group 88">
            <a:extLst>
              <a:ext uri="{FF2B5EF4-FFF2-40B4-BE49-F238E27FC236}">
                <a16:creationId xmlns:a16="http://schemas.microsoft.com/office/drawing/2014/main" id="{0D4BF38D-31DF-AA43-80FA-55295BD8C6F8}"/>
              </a:ext>
            </a:extLst>
          </p:cNvPr>
          <p:cNvGrpSpPr>
            <a:grpSpLocks/>
          </p:cNvGrpSpPr>
          <p:nvPr/>
        </p:nvGrpSpPr>
        <p:grpSpPr bwMode="auto">
          <a:xfrm>
            <a:off x="7512672" y="3054696"/>
            <a:ext cx="1871662" cy="1033462"/>
            <a:chOff x="3550" y="2055"/>
            <a:chExt cx="1179" cy="651"/>
          </a:xfrm>
        </p:grpSpPr>
        <p:grpSp>
          <p:nvGrpSpPr>
            <p:cNvPr id="126" name="Group 50">
              <a:extLst>
                <a:ext uri="{FF2B5EF4-FFF2-40B4-BE49-F238E27FC236}">
                  <a16:creationId xmlns:a16="http://schemas.microsoft.com/office/drawing/2014/main" id="{3FE7E5C2-BBF3-1543-A115-A24F66EA59A7}"/>
                </a:ext>
              </a:extLst>
            </p:cNvPr>
            <p:cNvGrpSpPr>
              <a:grpSpLocks/>
            </p:cNvGrpSpPr>
            <p:nvPr/>
          </p:nvGrpSpPr>
          <p:grpSpPr bwMode="auto">
            <a:xfrm>
              <a:off x="3550" y="2055"/>
              <a:ext cx="1179" cy="357"/>
              <a:chOff x="4381" y="786"/>
              <a:chExt cx="1108" cy="357"/>
            </a:xfrm>
          </p:grpSpPr>
          <p:sp>
            <p:nvSpPr>
              <p:cNvPr id="131" name="Rectangle 40">
                <a:extLst>
                  <a:ext uri="{FF2B5EF4-FFF2-40B4-BE49-F238E27FC236}">
                    <a16:creationId xmlns:a16="http://schemas.microsoft.com/office/drawing/2014/main" id="{D890A494-B490-7F4B-A152-0218E447371A}"/>
                  </a:ext>
                </a:extLst>
              </p:cNvPr>
              <p:cNvSpPr>
                <a:spLocks noChangeArrowheads="1"/>
              </p:cNvSpPr>
              <p:nvPr/>
            </p:nvSpPr>
            <p:spPr bwMode="auto">
              <a:xfrm>
                <a:off x="4385" y="830"/>
                <a:ext cx="1104"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2" name="Text Box 39">
                <a:extLst>
                  <a:ext uri="{FF2B5EF4-FFF2-40B4-BE49-F238E27FC236}">
                    <a16:creationId xmlns:a16="http://schemas.microsoft.com/office/drawing/2014/main" id="{539BB5B8-E120-9C46-A6FF-A4DC37EFC4C0}"/>
                  </a:ext>
                </a:extLst>
              </p:cNvPr>
              <p:cNvSpPr txBox="1">
                <a:spLocks noChangeArrowheads="1"/>
              </p:cNvSpPr>
              <p:nvPr/>
            </p:nvSpPr>
            <p:spPr bwMode="auto">
              <a:xfrm>
                <a:off x="4381" y="813"/>
                <a:ext cx="104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10.0.0.1, 3345</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128.119.40.186, 80</a:t>
                </a:r>
              </a:p>
            </p:txBody>
          </p:sp>
          <p:grpSp>
            <p:nvGrpSpPr>
              <p:cNvPr id="133" name="Group 44">
                <a:extLst>
                  <a:ext uri="{FF2B5EF4-FFF2-40B4-BE49-F238E27FC236}">
                    <a16:creationId xmlns:a16="http://schemas.microsoft.com/office/drawing/2014/main" id="{F01451B6-72E8-E14F-A3BE-A3D92947A027}"/>
                  </a:ext>
                </a:extLst>
              </p:cNvPr>
              <p:cNvGrpSpPr>
                <a:grpSpLocks/>
              </p:cNvGrpSpPr>
              <p:nvPr/>
            </p:nvGrpSpPr>
            <p:grpSpPr bwMode="auto">
              <a:xfrm>
                <a:off x="5394" y="786"/>
                <a:ext cx="48" cy="99"/>
                <a:chOff x="5508" y="1599"/>
                <a:chExt cx="48" cy="99"/>
              </a:xfrm>
            </p:grpSpPr>
            <p:sp>
              <p:nvSpPr>
                <p:cNvPr id="138" name="Freeform 43">
                  <a:extLst>
                    <a:ext uri="{FF2B5EF4-FFF2-40B4-BE49-F238E27FC236}">
                      <a16:creationId xmlns:a16="http://schemas.microsoft.com/office/drawing/2014/main" id="{7590FA6A-21FF-4147-9315-E66B7B10CDC0}"/>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9" name="Line 41">
                  <a:extLst>
                    <a:ext uri="{FF2B5EF4-FFF2-40B4-BE49-F238E27FC236}">
                      <a16:creationId xmlns:a16="http://schemas.microsoft.com/office/drawing/2014/main" id="{724261B3-0C45-E540-BE14-8B7D04C5E644}"/>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40" name="Line 42">
                  <a:extLst>
                    <a:ext uri="{FF2B5EF4-FFF2-40B4-BE49-F238E27FC236}">
                      <a16:creationId xmlns:a16="http://schemas.microsoft.com/office/drawing/2014/main" id="{31B331E7-F46A-CA4B-A722-11046B73D4F2}"/>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34" name="Group 45">
                <a:extLst>
                  <a:ext uri="{FF2B5EF4-FFF2-40B4-BE49-F238E27FC236}">
                    <a16:creationId xmlns:a16="http://schemas.microsoft.com/office/drawing/2014/main" id="{E2B96F9F-CB85-DB4A-97AC-CEB92A9C11B7}"/>
                  </a:ext>
                </a:extLst>
              </p:cNvPr>
              <p:cNvGrpSpPr>
                <a:grpSpLocks/>
              </p:cNvGrpSpPr>
              <p:nvPr/>
            </p:nvGrpSpPr>
            <p:grpSpPr bwMode="auto">
              <a:xfrm>
                <a:off x="5382" y="1044"/>
                <a:ext cx="48" cy="99"/>
                <a:chOff x="5508" y="1599"/>
                <a:chExt cx="48" cy="99"/>
              </a:xfrm>
            </p:grpSpPr>
            <p:sp>
              <p:nvSpPr>
                <p:cNvPr id="135" name="Freeform 46">
                  <a:extLst>
                    <a:ext uri="{FF2B5EF4-FFF2-40B4-BE49-F238E27FC236}">
                      <a16:creationId xmlns:a16="http://schemas.microsoft.com/office/drawing/2014/main" id="{E8E10251-9A2B-344B-9DC6-65EF85B4AA62}"/>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6" name="Line 47">
                  <a:extLst>
                    <a:ext uri="{FF2B5EF4-FFF2-40B4-BE49-F238E27FC236}">
                      <a16:creationId xmlns:a16="http://schemas.microsoft.com/office/drawing/2014/main" id="{A6EF77CD-E8A4-1840-8450-5EFD2E289E94}"/>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7" name="Line 48">
                  <a:extLst>
                    <a:ext uri="{FF2B5EF4-FFF2-40B4-BE49-F238E27FC236}">
                      <a16:creationId xmlns:a16="http://schemas.microsoft.com/office/drawing/2014/main" id="{7F05DD0D-2118-EC4A-A829-134FA165FCAE}"/>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sp>
          <p:nvSpPr>
            <p:cNvPr id="127" name="Freeform 51">
              <a:extLst>
                <a:ext uri="{FF2B5EF4-FFF2-40B4-BE49-F238E27FC236}">
                  <a16:creationId xmlns:a16="http://schemas.microsoft.com/office/drawing/2014/main" id="{060B2C65-BCB3-C542-840F-14D5F3297188}"/>
                </a:ext>
              </a:extLst>
            </p:cNvPr>
            <p:cNvSpPr>
              <a:spLocks/>
            </p:cNvSpPr>
            <p:nvPr/>
          </p:nvSpPr>
          <p:spPr bwMode="auto">
            <a:xfrm>
              <a:off x="3573" y="2364"/>
              <a:ext cx="564" cy="342"/>
            </a:xfrm>
            <a:custGeom>
              <a:avLst/>
              <a:gdLst>
                <a:gd name="T0" fmla="*/ 0 w 417"/>
                <a:gd name="T1" fmla="*/ 9905 h 264"/>
                <a:gd name="T2" fmla="*/ 28602 w 417"/>
                <a:gd name="T3" fmla="*/ 9905 h 264"/>
                <a:gd name="T4" fmla="*/ 28602 w 417"/>
                <a:gd name="T5" fmla="*/ 0 h 264"/>
                <a:gd name="T6" fmla="*/ 0 60000 65536"/>
                <a:gd name="T7" fmla="*/ 0 60000 65536"/>
                <a:gd name="T8" fmla="*/ 0 60000 65536"/>
                <a:gd name="T9" fmla="*/ 0 w 417"/>
                <a:gd name="T10" fmla="*/ 0 h 264"/>
                <a:gd name="T11" fmla="*/ 417 w 417"/>
                <a:gd name="T12" fmla="*/ 264 h 264"/>
              </a:gdLst>
              <a:ahLst/>
              <a:cxnLst>
                <a:cxn ang="T6">
                  <a:pos x="T0" y="T1"/>
                </a:cxn>
                <a:cxn ang="T7">
                  <a:pos x="T2" y="T3"/>
                </a:cxn>
                <a:cxn ang="T8">
                  <a:pos x="T4" y="T5"/>
                </a:cxn>
              </a:cxnLst>
              <a:rect l="T9" t="T10" r="T11" b="T12"/>
              <a:pathLst>
                <a:path w="417" h="264">
                  <a:moveTo>
                    <a:pt x="0" y="264"/>
                  </a:moveTo>
                  <a:lnTo>
                    <a:pt x="417" y="264"/>
                  </a:lnTo>
                  <a:lnTo>
                    <a:pt x="417" y="0"/>
                  </a:lnTo>
                </a:path>
              </a:pathLst>
            </a:custGeom>
            <a:noFill/>
            <a:ln w="28575" cap="flat" cmpd="sng">
              <a:solidFill>
                <a:srgbClr val="000000"/>
              </a:solidFill>
              <a:prstDash val="solid"/>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28" name="Group 87">
              <a:extLst>
                <a:ext uri="{FF2B5EF4-FFF2-40B4-BE49-F238E27FC236}">
                  <a16:creationId xmlns:a16="http://schemas.microsoft.com/office/drawing/2014/main" id="{C99ECC6F-CEF6-CE4E-834E-EA3CA67400C4}"/>
                </a:ext>
              </a:extLst>
            </p:cNvPr>
            <p:cNvGrpSpPr>
              <a:grpSpLocks/>
            </p:cNvGrpSpPr>
            <p:nvPr/>
          </p:nvGrpSpPr>
          <p:grpSpPr bwMode="auto">
            <a:xfrm>
              <a:off x="4032" y="2416"/>
              <a:ext cx="218" cy="231"/>
              <a:chOff x="5140" y="400"/>
              <a:chExt cx="218" cy="231"/>
            </a:xfrm>
          </p:grpSpPr>
          <p:sp>
            <p:nvSpPr>
              <p:cNvPr id="129" name="Oval 86">
                <a:extLst>
                  <a:ext uri="{FF2B5EF4-FFF2-40B4-BE49-F238E27FC236}">
                    <a16:creationId xmlns:a16="http://schemas.microsoft.com/office/drawing/2014/main" id="{7031C354-ABE6-4445-B334-3D3A7B81ED33}"/>
                  </a:ext>
                </a:extLst>
              </p:cNvPr>
              <p:cNvSpPr>
                <a:spLocks noChangeArrowheads="1"/>
              </p:cNvSpPr>
              <p:nvPr/>
            </p:nvSpPr>
            <p:spPr bwMode="auto">
              <a:xfrm>
                <a:off x="5140" y="410"/>
                <a:ext cx="218" cy="218"/>
              </a:xfrm>
              <a:prstGeom prst="ellipse">
                <a:avLst/>
              </a:prstGeom>
              <a:solidFill>
                <a:srgbClr val="FFFFFF"/>
              </a:solidFill>
              <a:ln w="9525">
                <a:solidFill>
                  <a:srgbClr val="CC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0" name="Text Box 52">
                <a:extLst>
                  <a:ext uri="{FF2B5EF4-FFF2-40B4-BE49-F238E27FC236}">
                    <a16:creationId xmlns:a16="http://schemas.microsoft.com/office/drawing/2014/main" id="{674E9B8F-78AF-644A-9565-10139D2B1BF3}"/>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1</a:t>
                </a:r>
              </a:p>
            </p:txBody>
          </p:sp>
        </p:grpSp>
      </p:grpSp>
      <p:sp>
        <p:nvSpPr>
          <p:cNvPr id="141" name="Text Box 54">
            <a:extLst>
              <a:ext uri="{FF2B5EF4-FFF2-40B4-BE49-F238E27FC236}">
                <a16:creationId xmlns:a16="http://schemas.microsoft.com/office/drawing/2014/main" id="{CDAED30B-CF2D-F747-9B04-4E25A3292D60}"/>
              </a:ext>
            </a:extLst>
          </p:cNvPr>
          <p:cNvSpPr txBox="1">
            <a:spLocks noChangeArrowheads="1"/>
          </p:cNvSpPr>
          <p:nvPr/>
        </p:nvSpPr>
        <p:spPr bwMode="auto">
          <a:xfrm>
            <a:off x="6542534" y="4036280"/>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10.0.0.4</a:t>
            </a:r>
          </a:p>
        </p:txBody>
      </p:sp>
      <p:sp>
        <p:nvSpPr>
          <p:cNvPr id="143" name="Text Box 56">
            <a:extLst>
              <a:ext uri="{FF2B5EF4-FFF2-40B4-BE49-F238E27FC236}">
                <a16:creationId xmlns:a16="http://schemas.microsoft.com/office/drawing/2014/main" id="{FA8BA81A-A11E-3444-B959-B6B4289DFB43}"/>
              </a:ext>
            </a:extLst>
          </p:cNvPr>
          <p:cNvSpPr txBox="1">
            <a:spLocks noChangeArrowheads="1"/>
          </p:cNvSpPr>
          <p:nvPr/>
        </p:nvSpPr>
        <p:spPr bwMode="auto">
          <a:xfrm>
            <a:off x="4572494" y="4525035"/>
            <a:ext cx="117211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138.76.29.7</a:t>
            </a:r>
          </a:p>
        </p:txBody>
      </p:sp>
      <p:grpSp>
        <p:nvGrpSpPr>
          <p:cNvPr id="145" name="Group 59">
            <a:extLst>
              <a:ext uri="{FF2B5EF4-FFF2-40B4-BE49-F238E27FC236}">
                <a16:creationId xmlns:a16="http://schemas.microsoft.com/office/drawing/2014/main" id="{A7EF89DD-32D9-D642-937E-1B899DCB8C23}"/>
              </a:ext>
            </a:extLst>
          </p:cNvPr>
          <p:cNvGrpSpPr>
            <a:grpSpLocks/>
          </p:cNvGrpSpPr>
          <p:nvPr/>
        </p:nvGrpSpPr>
        <p:grpSpPr bwMode="auto">
          <a:xfrm>
            <a:off x="8350874" y="1768821"/>
            <a:ext cx="3351213" cy="1389062"/>
            <a:chOff x="3944" y="989"/>
            <a:chExt cx="2111" cy="875"/>
          </a:xfrm>
        </p:grpSpPr>
        <p:sp>
          <p:nvSpPr>
            <p:cNvPr id="146" name="Text Box 53">
              <a:extLst>
                <a:ext uri="{FF2B5EF4-FFF2-40B4-BE49-F238E27FC236}">
                  <a16:creationId xmlns:a16="http://schemas.microsoft.com/office/drawing/2014/main" id="{0391C7DC-1175-E845-9B14-6647A56B1E19}"/>
                </a:ext>
              </a:extLst>
            </p:cNvPr>
            <p:cNvSpPr txBox="1">
              <a:spLocks noChangeArrowheads="1"/>
            </p:cNvSpPr>
            <p:nvPr/>
          </p:nvSpPr>
          <p:spPr bwMode="auto">
            <a:xfrm>
              <a:off x="4121" y="989"/>
              <a:ext cx="1934" cy="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1"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1:</a:t>
              </a:r>
              <a:r>
                <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host 10.0.0.1 sends datagram to 128.119.40.186, 80</a:t>
              </a:r>
            </a:p>
          </p:txBody>
        </p:sp>
        <p:sp>
          <p:nvSpPr>
            <p:cNvPr id="147" name="Line 58">
              <a:extLst>
                <a:ext uri="{FF2B5EF4-FFF2-40B4-BE49-F238E27FC236}">
                  <a16:creationId xmlns:a16="http://schemas.microsoft.com/office/drawing/2014/main" id="{626A4678-2DEB-354F-8342-8CBF580B90F3}"/>
                </a:ext>
              </a:extLst>
            </p:cNvPr>
            <p:cNvSpPr>
              <a:spLocks noChangeShapeType="1"/>
            </p:cNvSpPr>
            <p:nvPr/>
          </p:nvSpPr>
          <p:spPr bwMode="auto">
            <a:xfrm flipH="1">
              <a:off x="3944" y="1105"/>
              <a:ext cx="197" cy="759"/>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48" name="Freeform 67">
            <a:extLst>
              <a:ext uri="{FF2B5EF4-FFF2-40B4-BE49-F238E27FC236}">
                <a16:creationId xmlns:a16="http://schemas.microsoft.com/office/drawing/2014/main" id="{4174D505-6F98-2145-B896-FFAF43F9F39D}"/>
              </a:ext>
            </a:extLst>
          </p:cNvPr>
          <p:cNvSpPr>
            <a:spLocks/>
          </p:cNvSpPr>
          <p:nvPr/>
        </p:nvSpPr>
        <p:spPr bwMode="auto">
          <a:xfrm>
            <a:off x="4226547" y="2826096"/>
            <a:ext cx="3862387" cy="1531937"/>
          </a:xfrm>
          <a:custGeom>
            <a:avLst/>
            <a:gdLst>
              <a:gd name="T0" fmla="*/ 0 w 2433"/>
              <a:gd name="T1" fmla="*/ 2147483647 h 965"/>
              <a:gd name="T2" fmla="*/ 2147483647 w 2433"/>
              <a:gd name="T3" fmla="*/ 2147483647 h 965"/>
              <a:gd name="T4" fmla="*/ 2147483647 w 2433"/>
              <a:gd name="T5" fmla="*/ 2147483647 h 965"/>
              <a:gd name="T6" fmla="*/ 2147483647 w 2433"/>
              <a:gd name="T7" fmla="*/ 2147483647 h 965"/>
              <a:gd name="T8" fmla="*/ 2147483647 w 2433"/>
              <a:gd name="T9" fmla="*/ 2147483647 h 965"/>
              <a:gd name="T10" fmla="*/ 2147483647 w 2433"/>
              <a:gd name="T11" fmla="*/ 2147483647 h 965"/>
              <a:gd name="T12" fmla="*/ 0 w 2433"/>
              <a:gd name="T13" fmla="*/ 2147483647 h 965"/>
              <a:gd name="T14" fmla="*/ 0 60000 65536"/>
              <a:gd name="T15" fmla="*/ 0 60000 65536"/>
              <a:gd name="T16" fmla="*/ 0 60000 65536"/>
              <a:gd name="T17" fmla="*/ 0 60000 65536"/>
              <a:gd name="T18" fmla="*/ 0 60000 65536"/>
              <a:gd name="T19" fmla="*/ 0 60000 65536"/>
              <a:gd name="T20" fmla="*/ 0 60000 65536"/>
              <a:gd name="T21" fmla="*/ 0 w 2433"/>
              <a:gd name="T22" fmla="*/ 0 h 965"/>
              <a:gd name="T23" fmla="*/ 2433 w 2433"/>
              <a:gd name="T24" fmla="*/ 965 h 96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33" h="965">
                <a:moveTo>
                  <a:pt x="0" y="64"/>
                </a:moveTo>
                <a:cubicBezTo>
                  <a:pt x="0" y="64"/>
                  <a:pt x="2079" y="0"/>
                  <a:pt x="2352" y="64"/>
                </a:cubicBezTo>
                <a:cubicBezTo>
                  <a:pt x="2433" y="57"/>
                  <a:pt x="1814" y="309"/>
                  <a:pt x="1640" y="450"/>
                </a:cubicBezTo>
                <a:cubicBezTo>
                  <a:pt x="1466" y="591"/>
                  <a:pt x="1383" y="888"/>
                  <a:pt x="1308" y="965"/>
                </a:cubicBezTo>
                <a:lnTo>
                  <a:pt x="1159" y="965"/>
                </a:lnTo>
                <a:cubicBezTo>
                  <a:pt x="1078" y="870"/>
                  <a:pt x="1013" y="546"/>
                  <a:pt x="820" y="396"/>
                </a:cubicBezTo>
                <a:cubicBezTo>
                  <a:pt x="583" y="207"/>
                  <a:pt x="189" y="142"/>
                  <a:pt x="0" y="64"/>
                </a:cubicBezTo>
                <a:close/>
              </a:path>
            </a:pathLst>
          </a:custGeom>
          <a:gradFill rotWithShape="1">
            <a:gsLst>
              <a:gs pos="0">
                <a:schemeClr val="bg1">
                  <a:lumMod val="75000"/>
                </a:schemeClr>
              </a:gs>
              <a:gs pos="100000">
                <a:srgbClr val="FFFFFF"/>
              </a:gs>
            </a:gsLst>
            <a:lin ang="5400000" scaled="1"/>
          </a:gradFill>
          <a:ln w="3175" cap="flat" cmpd="sng">
            <a:noFill/>
            <a:prstDash val="solid"/>
            <a:round/>
            <a:headEnd/>
            <a:tailEnd/>
          </a:ln>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49" name="Rectangle 62">
            <a:extLst>
              <a:ext uri="{FF2B5EF4-FFF2-40B4-BE49-F238E27FC236}">
                <a16:creationId xmlns:a16="http://schemas.microsoft.com/office/drawing/2014/main" id="{5E7F8FBF-9C54-C64A-B416-FE684B2E2E2D}"/>
              </a:ext>
            </a:extLst>
          </p:cNvPr>
          <p:cNvSpPr>
            <a:spLocks noChangeArrowheads="1"/>
          </p:cNvSpPr>
          <p:nvPr/>
        </p:nvSpPr>
        <p:spPr bwMode="auto">
          <a:xfrm>
            <a:off x="4226547" y="1573558"/>
            <a:ext cx="3784600" cy="1354138"/>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0" name="Text Box 60">
            <a:extLst>
              <a:ext uri="{FF2B5EF4-FFF2-40B4-BE49-F238E27FC236}">
                <a16:creationId xmlns:a16="http://schemas.microsoft.com/office/drawing/2014/main" id="{10FA6F49-5A78-864A-B681-890D92966207}"/>
              </a:ext>
            </a:extLst>
          </p:cNvPr>
          <p:cNvSpPr txBox="1">
            <a:spLocks noChangeArrowheads="1"/>
          </p:cNvSpPr>
          <p:nvPr/>
        </p:nvSpPr>
        <p:spPr bwMode="auto">
          <a:xfrm>
            <a:off x="4280166" y="1578252"/>
            <a:ext cx="3651962"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NAT translation table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WAN side addr        LAN side addr</a:t>
            </a:r>
          </a:p>
        </p:txBody>
      </p:sp>
      <p:sp>
        <p:nvSpPr>
          <p:cNvPr id="151" name="Line 63">
            <a:extLst>
              <a:ext uri="{FF2B5EF4-FFF2-40B4-BE49-F238E27FC236}">
                <a16:creationId xmlns:a16="http://schemas.microsoft.com/office/drawing/2014/main" id="{FB815ECB-E54F-2947-939E-EB6F6507C03A}"/>
              </a:ext>
            </a:extLst>
          </p:cNvPr>
          <p:cNvSpPr>
            <a:spLocks noChangeShapeType="1"/>
          </p:cNvSpPr>
          <p:nvPr/>
        </p:nvSpPr>
        <p:spPr bwMode="auto">
          <a:xfrm flipV="1">
            <a:off x="4226547" y="1946621"/>
            <a:ext cx="3790950" cy="111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2" name="Line 64">
            <a:extLst>
              <a:ext uri="{FF2B5EF4-FFF2-40B4-BE49-F238E27FC236}">
                <a16:creationId xmlns:a16="http://schemas.microsoft.com/office/drawing/2014/main" id="{354E4388-5108-DE4A-A93B-B36EC84BFB9C}"/>
              </a:ext>
            </a:extLst>
          </p:cNvPr>
          <p:cNvSpPr>
            <a:spLocks noChangeShapeType="1"/>
          </p:cNvSpPr>
          <p:nvPr/>
        </p:nvSpPr>
        <p:spPr bwMode="auto">
          <a:xfrm flipV="1">
            <a:off x="4240834" y="2224433"/>
            <a:ext cx="3749675" cy="111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3" name="Line 65">
            <a:extLst>
              <a:ext uri="{FF2B5EF4-FFF2-40B4-BE49-F238E27FC236}">
                <a16:creationId xmlns:a16="http://schemas.microsoft.com/office/drawing/2014/main" id="{924CA7C1-7023-E749-A732-1D8BF0866557}"/>
              </a:ext>
            </a:extLst>
          </p:cNvPr>
          <p:cNvSpPr>
            <a:spLocks noChangeShapeType="1"/>
          </p:cNvSpPr>
          <p:nvPr/>
        </p:nvSpPr>
        <p:spPr bwMode="auto">
          <a:xfrm>
            <a:off x="6350622" y="1968846"/>
            <a:ext cx="3175" cy="9556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4" name="Text Box 61">
            <a:extLst>
              <a:ext uri="{FF2B5EF4-FFF2-40B4-BE49-F238E27FC236}">
                <a16:creationId xmlns:a16="http://schemas.microsoft.com/office/drawing/2014/main" id="{27F84A28-C4A8-B64C-A522-ED96A70BF4F6}"/>
              </a:ext>
            </a:extLst>
          </p:cNvPr>
          <p:cNvSpPr txBox="1">
            <a:spLocks noChangeArrowheads="1"/>
          </p:cNvSpPr>
          <p:nvPr/>
        </p:nvSpPr>
        <p:spPr bwMode="auto">
          <a:xfrm>
            <a:off x="4450607" y="2243483"/>
            <a:ext cx="336823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138.76.29.7, 5001   10.0.0.1, 3345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t>
            </a:r>
          </a:p>
        </p:txBody>
      </p:sp>
      <p:grpSp>
        <p:nvGrpSpPr>
          <p:cNvPr id="155" name="Group 135">
            <a:extLst>
              <a:ext uri="{FF2B5EF4-FFF2-40B4-BE49-F238E27FC236}">
                <a16:creationId xmlns:a16="http://schemas.microsoft.com/office/drawing/2014/main" id="{3F4A61E6-1F91-CD48-9817-3EFAAE316322}"/>
              </a:ext>
            </a:extLst>
          </p:cNvPr>
          <p:cNvGrpSpPr>
            <a:grpSpLocks/>
          </p:cNvGrpSpPr>
          <p:nvPr/>
        </p:nvGrpSpPr>
        <p:grpSpPr bwMode="auto">
          <a:xfrm>
            <a:off x="6647484" y="3634133"/>
            <a:ext cx="2784475" cy="1638300"/>
            <a:chOff x="3002" y="2417"/>
            <a:chExt cx="1754" cy="1032"/>
          </a:xfrm>
        </p:grpSpPr>
        <p:sp>
          <p:nvSpPr>
            <p:cNvPr id="156" name="Rectangle 91">
              <a:extLst>
                <a:ext uri="{FF2B5EF4-FFF2-40B4-BE49-F238E27FC236}">
                  <a16:creationId xmlns:a16="http://schemas.microsoft.com/office/drawing/2014/main" id="{29BBA0F8-D8A2-8948-9316-2CD52A8E777D}"/>
                </a:ext>
              </a:extLst>
            </p:cNvPr>
            <p:cNvSpPr>
              <a:spLocks noChangeArrowheads="1"/>
            </p:cNvSpPr>
            <p:nvPr/>
          </p:nvSpPr>
          <p:spPr bwMode="auto">
            <a:xfrm>
              <a:off x="3002" y="3051"/>
              <a:ext cx="1175"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7" name="Text Box 92">
              <a:extLst>
                <a:ext uri="{FF2B5EF4-FFF2-40B4-BE49-F238E27FC236}">
                  <a16:creationId xmlns:a16="http://schemas.microsoft.com/office/drawing/2014/main" id="{8C1E4275-2F68-5849-B286-D5540D1A27D3}"/>
                </a:ext>
              </a:extLst>
            </p:cNvPr>
            <p:cNvSpPr txBox="1">
              <a:spLocks noChangeArrowheads="1"/>
            </p:cNvSpPr>
            <p:nvPr/>
          </p:nvSpPr>
          <p:spPr bwMode="auto">
            <a:xfrm>
              <a:off x="3104" y="3042"/>
              <a:ext cx="111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128.119.40.186, 80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10.0.0.1, 3345</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58" name="Group 93">
              <a:extLst>
                <a:ext uri="{FF2B5EF4-FFF2-40B4-BE49-F238E27FC236}">
                  <a16:creationId xmlns:a16="http://schemas.microsoft.com/office/drawing/2014/main" id="{ACAC77B2-102B-FF40-A235-6EDFA119EEEF}"/>
                </a:ext>
              </a:extLst>
            </p:cNvPr>
            <p:cNvGrpSpPr>
              <a:grpSpLocks/>
            </p:cNvGrpSpPr>
            <p:nvPr/>
          </p:nvGrpSpPr>
          <p:grpSpPr bwMode="auto">
            <a:xfrm>
              <a:off x="3054" y="3007"/>
              <a:ext cx="51" cy="99"/>
              <a:chOff x="5508" y="1599"/>
              <a:chExt cx="48" cy="99"/>
            </a:xfrm>
          </p:grpSpPr>
          <p:sp>
            <p:nvSpPr>
              <p:cNvPr id="167" name="Freeform 94">
                <a:extLst>
                  <a:ext uri="{FF2B5EF4-FFF2-40B4-BE49-F238E27FC236}">
                    <a16:creationId xmlns:a16="http://schemas.microsoft.com/office/drawing/2014/main" id="{2C175D47-A4A4-6645-8086-F38DC38BE779}"/>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8" name="Line 95">
                <a:extLst>
                  <a:ext uri="{FF2B5EF4-FFF2-40B4-BE49-F238E27FC236}">
                    <a16:creationId xmlns:a16="http://schemas.microsoft.com/office/drawing/2014/main" id="{B39131BB-ACC2-8347-8518-C3598BDDB3E9}"/>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9" name="Line 96">
                <a:extLst>
                  <a:ext uri="{FF2B5EF4-FFF2-40B4-BE49-F238E27FC236}">
                    <a16:creationId xmlns:a16="http://schemas.microsoft.com/office/drawing/2014/main" id="{C9868D3D-F7AB-374B-AF8C-1A31B3333D67}"/>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59" name="Group 97">
              <a:extLst>
                <a:ext uri="{FF2B5EF4-FFF2-40B4-BE49-F238E27FC236}">
                  <a16:creationId xmlns:a16="http://schemas.microsoft.com/office/drawing/2014/main" id="{BCF07584-F53B-6A40-9D40-F36827FA8B4B}"/>
                </a:ext>
              </a:extLst>
            </p:cNvPr>
            <p:cNvGrpSpPr>
              <a:grpSpLocks/>
            </p:cNvGrpSpPr>
            <p:nvPr/>
          </p:nvGrpSpPr>
          <p:grpSpPr bwMode="auto">
            <a:xfrm>
              <a:off x="3059" y="3248"/>
              <a:ext cx="51" cy="99"/>
              <a:chOff x="5508" y="1599"/>
              <a:chExt cx="48" cy="99"/>
            </a:xfrm>
          </p:grpSpPr>
          <p:sp>
            <p:nvSpPr>
              <p:cNvPr id="164" name="Freeform 98">
                <a:extLst>
                  <a:ext uri="{FF2B5EF4-FFF2-40B4-BE49-F238E27FC236}">
                    <a16:creationId xmlns:a16="http://schemas.microsoft.com/office/drawing/2014/main" id="{8C8E8062-3BC7-ED40-9145-8E53CCF57A67}"/>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5" name="Line 99">
                <a:extLst>
                  <a:ext uri="{FF2B5EF4-FFF2-40B4-BE49-F238E27FC236}">
                    <a16:creationId xmlns:a16="http://schemas.microsoft.com/office/drawing/2014/main" id="{F05CF0B2-ADFC-5642-9080-810974A88D92}"/>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6" name="Line 100">
                <a:extLst>
                  <a:ext uri="{FF2B5EF4-FFF2-40B4-BE49-F238E27FC236}">
                    <a16:creationId xmlns:a16="http://schemas.microsoft.com/office/drawing/2014/main" id="{B4BFAC33-A46F-6F48-88E9-334122FDFB51}"/>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60" name="Freeform 101">
              <a:extLst>
                <a:ext uri="{FF2B5EF4-FFF2-40B4-BE49-F238E27FC236}">
                  <a16:creationId xmlns:a16="http://schemas.microsoft.com/office/drawing/2014/main" id="{B75AE57F-3BEF-314F-8999-B1D6040F33CD}"/>
                </a:ext>
              </a:extLst>
            </p:cNvPr>
            <p:cNvSpPr>
              <a:spLocks/>
            </p:cNvSpPr>
            <p:nvPr/>
          </p:nvSpPr>
          <p:spPr bwMode="auto">
            <a:xfrm>
              <a:off x="4179" y="2417"/>
              <a:ext cx="577" cy="768"/>
            </a:xfrm>
            <a:custGeom>
              <a:avLst/>
              <a:gdLst>
                <a:gd name="T0" fmla="*/ 577 w 577"/>
                <a:gd name="T1" fmla="*/ 0 h 768"/>
                <a:gd name="T2" fmla="*/ 342 w 577"/>
                <a:gd name="T3" fmla="*/ 0 h 768"/>
                <a:gd name="T4" fmla="*/ 342 w 577"/>
                <a:gd name="T5" fmla="*/ 768 h 768"/>
                <a:gd name="T6" fmla="*/ 0 w 577"/>
                <a:gd name="T7" fmla="*/ 760 h 768"/>
                <a:gd name="T8" fmla="*/ 0 60000 65536"/>
                <a:gd name="T9" fmla="*/ 0 60000 65536"/>
                <a:gd name="T10" fmla="*/ 0 60000 65536"/>
                <a:gd name="T11" fmla="*/ 0 60000 65536"/>
                <a:gd name="T12" fmla="*/ 0 w 577"/>
                <a:gd name="T13" fmla="*/ 0 h 768"/>
                <a:gd name="T14" fmla="*/ 577 w 577"/>
                <a:gd name="T15" fmla="*/ 768 h 768"/>
              </a:gdLst>
              <a:ahLst/>
              <a:cxnLst>
                <a:cxn ang="T8">
                  <a:pos x="T0" y="T1"/>
                </a:cxn>
                <a:cxn ang="T9">
                  <a:pos x="T2" y="T3"/>
                </a:cxn>
                <a:cxn ang="T10">
                  <a:pos x="T4" y="T5"/>
                </a:cxn>
                <a:cxn ang="T11">
                  <a:pos x="T6" y="T7"/>
                </a:cxn>
              </a:cxnLst>
              <a:rect l="T12" t="T13" r="T14" b="T15"/>
              <a:pathLst>
                <a:path w="577" h="768">
                  <a:moveTo>
                    <a:pt x="577" y="0"/>
                  </a:moveTo>
                  <a:lnTo>
                    <a:pt x="342" y="0"/>
                  </a:lnTo>
                  <a:lnTo>
                    <a:pt x="342" y="768"/>
                  </a:lnTo>
                  <a:lnTo>
                    <a:pt x="0" y="760"/>
                  </a:lnTo>
                </a:path>
              </a:pathLst>
            </a:custGeom>
            <a:noFill/>
            <a:ln w="28575" cap="flat" cmpd="sng">
              <a:solidFill>
                <a:srgbClr val="000000"/>
              </a:solidFill>
              <a:prstDash val="solid"/>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61" name="Group 102">
              <a:extLst>
                <a:ext uri="{FF2B5EF4-FFF2-40B4-BE49-F238E27FC236}">
                  <a16:creationId xmlns:a16="http://schemas.microsoft.com/office/drawing/2014/main" id="{02FFB4A2-3C39-EA49-A1C9-F69127E1B83F}"/>
                </a:ext>
              </a:extLst>
            </p:cNvPr>
            <p:cNvGrpSpPr>
              <a:grpSpLocks/>
            </p:cNvGrpSpPr>
            <p:nvPr/>
          </p:nvGrpSpPr>
          <p:grpSpPr bwMode="auto">
            <a:xfrm>
              <a:off x="4240" y="3061"/>
              <a:ext cx="218" cy="231"/>
              <a:chOff x="5140" y="400"/>
              <a:chExt cx="218" cy="231"/>
            </a:xfrm>
          </p:grpSpPr>
          <p:sp>
            <p:nvSpPr>
              <p:cNvPr id="162" name="Oval 103">
                <a:extLst>
                  <a:ext uri="{FF2B5EF4-FFF2-40B4-BE49-F238E27FC236}">
                    <a16:creationId xmlns:a16="http://schemas.microsoft.com/office/drawing/2014/main" id="{6F177354-84EF-E44F-BD75-48DAE4C983D1}"/>
                  </a:ext>
                </a:extLst>
              </p:cNvPr>
              <p:cNvSpPr>
                <a:spLocks noChangeArrowheads="1"/>
              </p:cNvSpPr>
              <p:nvPr/>
            </p:nvSpPr>
            <p:spPr bwMode="auto">
              <a:xfrm>
                <a:off x="5140" y="410"/>
                <a:ext cx="218" cy="218"/>
              </a:xfrm>
              <a:prstGeom prst="ellipse">
                <a:avLst/>
              </a:prstGeom>
              <a:solidFill>
                <a:srgbClr val="FFFFFF"/>
              </a:solidFill>
              <a:ln w="9525">
                <a:solidFill>
                  <a:srgbClr val="CC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3" name="Text Box 104">
                <a:extLst>
                  <a:ext uri="{FF2B5EF4-FFF2-40B4-BE49-F238E27FC236}">
                    <a16:creationId xmlns:a16="http://schemas.microsoft.com/office/drawing/2014/main" id="{1375D29A-087E-7E46-9CEA-14416B49BF28}"/>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4</a:t>
                </a:r>
              </a:p>
            </p:txBody>
          </p:sp>
        </p:grpSp>
      </p:grpSp>
      <p:grpSp>
        <p:nvGrpSpPr>
          <p:cNvPr id="170" name="Group 108">
            <a:extLst>
              <a:ext uri="{FF2B5EF4-FFF2-40B4-BE49-F238E27FC236}">
                <a16:creationId xmlns:a16="http://schemas.microsoft.com/office/drawing/2014/main" id="{DC525981-2B14-2640-B158-CE02695B558C}"/>
              </a:ext>
            </a:extLst>
          </p:cNvPr>
          <p:cNvGrpSpPr>
            <a:grpSpLocks/>
          </p:cNvGrpSpPr>
          <p:nvPr/>
        </p:nvGrpSpPr>
        <p:grpSpPr bwMode="auto">
          <a:xfrm>
            <a:off x="3413747" y="3851621"/>
            <a:ext cx="2497137" cy="566737"/>
            <a:chOff x="1026" y="3559"/>
            <a:chExt cx="1573" cy="357"/>
          </a:xfrm>
        </p:grpSpPr>
        <p:grpSp>
          <p:nvGrpSpPr>
            <p:cNvPr id="171" name="Group 68">
              <a:extLst>
                <a:ext uri="{FF2B5EF4-FFF2-40B4-BE49-F238E27FC236}">
                  <a16:creationId xmlns:a16="http://schemas.microsoft.com/office/drawing/2014/main" id="{BDC038F8-12DC-9B48-A68C-450577D1A20F}"/>
                </a:ext>
              </a:extLst>
            </p:cNvPr>
            <p:cNvGrpSpPr>
              <a:grpSpLocks/>
            </p:cNvGrpSpPr>
            <p:nvPr/>
          </p:nvGrpSpPr>
          <p:grpSpPr bwMode="auto">
            <a:xfrm>
              <a:off x="1412" y="3559"/>
              <a:ext cx="1187" cy="357"/>
              <a:chOff x="4381" y="786"/>
              <a:chExt cx="1108" cy="357"/>
            </a:xfrm>
          </p:grpSpPr>
          <p:sp>
            <p:nvSpPr>
              <p:cNvPr id="176" name="Rectangle 69">
                <a:extLst>
                  <a:ext uri="{FF2B5EF4-FFF2-40B4-BE49-F238E27FC236}">
                    <a16:creationId xmlns:a16="http://schemas.microsoft.com/office/drawing/2014/main" id="{4D5710FE-0785-5A48-AEAB-0C21EC1AE885}"/>
                  </a:ext>
                </a:extLst>
              </p:cNvPr>
              <p:cNvSpPr>
                <a:spLocks noChangeArrowheads="1"/>
              </p:cNvSpPr>
              <p:nvPr/>
            </p:nvSpPr>
            <p:spPr bwMode="auto">
              <a:xfrm>
                <a:off x="4385" y="830"/>
                <a:ext cx="1104"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77" name="Text Box 70">
                <a:extLst>
                  <a:ext uri="{FF2B5EF4-FFF2-40B4-BE49-F238E27FC236}">
                    <a16:creationId xmlns:a16="http://schemas.microsoft.com/office/drawing/2014/main" id="{43A695E4-463A-2748-9301-7528118E9D30}"/>
                  </a:ext>
                </a:extLst>
              </p:cNvPr>
              <p:cNvSpPr txBox="1">
                <a:spLocks noChangeArrowheads="1"/>
              </p:cNvSpPr>
              <p:nvPr/>
            </p:nvSpPr>
            <p:spPr bwMode="auto">
              <a:xfrm>
                <a:off x="4381" y="813"/>
                <a:ext cx="104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138.76.29.7, 5001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128.119.40.186, 80</a:t>
                </a:r>
              </a:p>
            </p:txBody>
          </p:sp>
          <p:grpSp>
            <p:nvGrpSpPr>
              <p:cNvPr id="178" name="Group 71">
                <a:extLst>
                  <a:ext uri="{FF2B5EF4-FFF2-40B4-BE49-F238E27FC236}">
                    <a16:creationId xmlns:a16="http://schemas.microsoft.com/office/drawing/2014/main" id="{5EFBE55D-A0D8-694A-88A8-B573ACAB13D6}"/>
                  </a:ext>
                </a:extLst>
              </p:cNvPr>
              <p:cNvGrpSpPr>
                <a:grpSpLocks/>
              </p:cNvGrpSpPr>
              <p:nvPr/>
            </p:nvGrpSpPr>
            <p:grpSpPr bwMode="auto">
              <a:xfrm>
                <a:off x="5394" y="786"/>
                <a:ext cx="48" cy="99"/>
                <a:chOff x="5508" y="1599"/>
                <a:chExt cx="48" cy="99"/>
              </a:xfrm>
            </p:grpSpPr>
            <p:sp>
              <p:nvSpPr>
                <p:cNvPr id="183" name="Freeform 72">
                  <a:extLst>
                    <a:ext uri="{FF2B5EF4-FFF2-40B4-BE49-F238E27FC236}">
                      <a16:creationId xmlns:a16="http://schemas.microsoft.com/office/drawing/2014/main" id="{402B8F20-1A59-4B4A-B3CF-303CC9B8E967}"/>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4" name="Line 73">
                  <a:extLst>
                    <a:ext uri="{FF2B5EF4-FFF2-40B4-BE49-F238E27FC236}">
                      <a16:creationId xmlns:a16="http://schemas.microsoft.com/office/drawing/2014/main" id="{C93A4D0A-A948-B34D-A905-1543094B96EB}"/>
                    </a:ext>
                  </a:extLst>
                </p:cNvPr>
                <p:cNvSpPr>
                  <a:spLocks noChangeShapeType="1"/>
                </p:cNvSpPr>
                <p:nvPr/>
              </p:nvSpPr>
              <p:spPr bwMode="auto">
                <a:xfrm flipH="1">
                  <a:off x="5512" y="1608"/>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5" name="Line 74">
                  <a:extLst>
                    <a:ext uri="{FF2B5EF4-FFF2-40B4-BE49-F238E27FC236}">
                      <a16:creationId xmlns:a16="http://schemas.microsoft.com/office/drawing/2014/main" id="{3BACA1BE-7962-FA48-BEC5-4229D5B10C4E}"/>
                    </a:ext>
                  </a:extLst>
                </p:cNvPr>
                <p:cNvSpPr>
                  <a:spLocks noChangeShapeType="1"/>
                </p:cNvSpPr>
                <p:nvPr/>
              </p:nvSpPr>
              <p:spPr bwMode="auto">
                <a:xfrm flipH="1">
                  <a:off x="5536" y="1620"/>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79" name="Group 75">
                <a:extLst>
                  <a:ext uri="{FF2B5EF4-FFF2-40B4-BE49-F238E27FC236}">
                    <a16:creationId xmlns:a16="http://schemas.microsoft.com/office/drawing/2014/main" id="{FFF4A8ED-4027-F64B-8F00-59B9F44532D9}"/>
                  </a:ext>
                </a:extLst>
              </p:cNvPr>
              <p:cNvGrpSpPr>
                <a:grpSpLocks/>
              </p:cNvGrpSpPr>
              <p:nvPr/>
            </p:nvGrpSpPr>
            <p:grpSpPr bwMode="auto">
              <a:xfrm>
                <a:off x="5382" y="1044"/>
                <a:ext cx="48" cy="99"/>
                <a:chOff x="5508" y="1599"/>
                <a:chExt cx="48" cy="99"/>
              </a:xfrm>
            </p:grpSpPr>
            <p:sp>
              <p:nvSpPr>
                <p:cNvPr id="180" name="Freeform 76">
                  <a:extLst>
                    <a:ext uri="{FF2B5EF4-FFF2-40B4-BE49-F238E27FC236}">
                      <a16:creationId xmlns:a16="http://schemas.microsoft.com/office/drawing/2014/main" id="{02A7CED3-D721-B04F-9DD9-9B40C20BEDBD}"/>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1" name="Line 77">
                  <a:extLst>
                    <a:ext uri="{FF2B5EF4-FFF2-40B4-BE49-F238E27FC236}">
                      <a16:creationId xmlns:a16="http://schemas.microsoft.com/office/drawing/2014/main" id="{788D0873-6A2B-684C-959E-AF81C0E35B39}"/>
                    </a:ext>
                  </a:extLst>
                </p:cNvPr>
                <p:cNvSpPr>
                  <a:spLocks noChangeShapeType="1"/>
                </p:cNvSpPr>
                <p:nvPr/>
              </p:nvSpPr>
              <p:spPr bwMode="auto">
                <a:xfrm flipH="1">
                  <a:off x="5510" y="1608"/>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2" name="Line 78">
                  <a:extLst>
                    <a:ext uri="{FF2B5EF4-FFF2-40B4-BE49-F238E27FC236}">
                      <a16:creationId xmlns:a16="http://schemas.microsoft.com/office/drawing/2014/main" id="{3F474D4B-441F-5C41-AF76-916D637CC0B5}"/>
                    </a:ext>
                  </a:extLst>
                </p:cNvPr>
                <p:cNvSpPr>
                  <a:spLocks noChangeShapeType="1"/>
                </p:cNvSpPr>
                <p:nvPr/>
              </p:nvSpPr>
              <p:spPr bwMode="auto">
                <a:xfrm flipH="1">
                  <a:off x="5536" y="1620"/>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sp>
          <p:nvSpPr>
            <p:cNvPr id="172" name="Line 79">
              <a:extLst>
                <a:ext uri="{FF2B5EF4-FFF2-40B4-BE49-F238E27FC236}">
                  <a16:creationId xmlns:a16="http://schemas.microsoft.com/office/drawing/2014/main" id="{9BE86E9B-A255-EA46-8072-9F9CD10625BB}"/>
                </a:ext>
              </a:extLst>
            </p:cNvPr>
            <p:cNvSpPr>
              <a:spLocks noChangeShapeType="1"/>
            </p:cNvSpPr>
            <p:nvPr/>
          </p:nvSpPr>
          <p:spPr bwMode="auto">
            <a:xfrm flipH="1">
              <a:off x="1026" y="3729"/>
              <a:ext cx="376"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73" name="Group 105">
              <a:extLst>
                <a:ext uri="{FF2B5EF4-FFF2-40B4-BE49-F238E27FC236}">
                  <a16:creationId xmlns:a16="http://schemas.microsoft.com/office/drawing/2014/main" id="{06A01750-5D72-784D-A71D-2DB7AD454DC8}"/>
                </a:ext>
              </a:extLst>
            </p:cNvPr>
            <p:cNvGrpSpPr>
              <a:grpSpLocks/>
            </p:cNvGrpSpPr>
            <p:nvPr/>
          </p:nvGrpSpPr>
          <p:grpSpPr bwMode="auto">
            <a:xfrm>
              <a:off x="1143" y="3613"/>
              <a:ext cx="218" cy="231"/>
              <a:chOff x="5140" y="400"/>
              <a:chExt cx="218" cy="231"/>
            </a:xfrm>
          </p:grpSpPr>
          <p:sp>
            <p:nvSpPr>
              <p:cNvPr id="174" name="Oval 106">
                <a:extLst>
                  <a:ext uri="{FF2B5EF4-FFF2-40B4-BE49-F238E27FC236}">
                    <a16:creationId xmlns:a16="http://schemas.microsoft.com/office/drawing/2014/main" id="{2E30B4AA-4B2F-4A43-A5B1-B7EAE1C5ADFC}"/>
                  </a:ext>
                </a:extLst>
              </p:cNvPr>
              <p:cNvSpPr>
                <a:spLocks noChangeArrowheads="1"/>
              </p:cNvSpPr>
              <p:nvPr/>
            </p:nvSpPr>
            <p:spPr bwMode="auto">
              <a:xfrm>
                <a:off x="5140" y="410"/>
                <a:ext cx="218" cy="218"/>
              </a:xfrm>
              <a:prstGeom prst="ellipse">
                <a:avLst/>
              </a:prstGeom>
              <a:solidFill>
                <a:srgbClr val="FFFFFF"/>
              </a:solidFill>
              <a:ln w="9525">
                <a:solidFill>
                  <a:srgbClr val="FF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75" name="Text Box 107">
                <a:extLst>
                  <a:ext uri="{FF2B5EF4-FFF2-40B4-BE49-F238E27FC236}">
                    <a16:creationId xmlns:a16="http://schemas.microsoft.com/office/drawing/2014/main" id="{9624DBA2-B294-A642-8E53-F51CB962FB2D}"/>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2</a:t>
                </a:r>
              </a:p>
            </p:txBody>
          </p:sp>
        </p:grpSp>
      </p:grpSp>
      <p:grpSp>
        <p:nvGrpSpPr>
          <p:cNvPr id="186" name="Group 112">
            <a:extLst>
              <a:ext uri="{FF2B5EF4-FFF2-40B4-BE49-F238E27FC236}">
                <a16:creationId xmlns:a16="http://schemas.microsoft.com/office/drawing/2014/main" id="{A97E6727-89A2-3046-B6AF-31E613B89650}"/>
              </a:ext>
            </a:extLst>
          </p:cNvPr>
          <p:cNvGrpSpPr>
            <a:grpSpLocks/>
          </p:cNvGrpSpPr>
          <p:nvPr/>
        </p:nvGrpSpPr>
        <p:grpSpPr bwMode="auto">
          <a:xfrm>
            <a:off x="570534" y="1870421"/>
            <a:ext cx="6465888" cy="2052637"/>
            <a:chOff x="-826" y="1306"/>
            <a:chExt cx="4073" cy="1293"/>
          </a:xfrm>
        </p:grpSpPr>
        <p:sp>
          <p:nvSpPr>
            <p:cNvPr id="187" name="Text Box 82">
              <a:extLst>
                <a:ext uri="{FF2B5EF4-FFF2-40B4-BE49-F238E27FC236}">
                  <a16:creationId xmlns:a16="http://schemas.microsoft.com/office/drawing/2014/main" id="{B476178C-8B46-4945-9E70-1B47BD54703E}"/>
                </a:ext>
              </a:extLst>
            </p:cNvPr>
            <p:cNvSpPr txBox="1">
              <a:spLocks noChangeArrowheads="1"/>
            </p:cNvSpPr>
            <p:nvPr/>
          </p:nvSpPr>
          <p:spPr bwMode="auto">
            <a:xfrm>
              <a:off x="-826" y="1306"/>
              <a:ext cx="1986" cy="8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1"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2:</a:t>
              </a:r>
              <a:r>
                <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NAT router changes datagram source address from 10.0.0.1, 3345 to 138.76.29.7, 5001,</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updates table</a:t>
              </a:r>
              <a:endParaRPr kumimoji="0" lang="en-US" altLang="en-US" sz="1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endParaRPr>
            </a:p>
          </p:txBody>
        </p:sp>
        <p:sp>
          <p:nvSpPr>
            <p:cNvPr id="188" name="Line 83">
              <a:extLst>
                <a:ext uri="{FF2B5EF4-FFF2-40B4-BE49-F238E27FC236}">
                  <a16:creationId xmlns:a16="http://schemas.microsoft.com/office/drawing/2014/main" id="{39A4F056-0635-3B4E-AF02-5943F4D9B3AF}"/>
                </a:ext>
              </a:extLst>
            </p:cNvPr>
            <p:cNvSpPr>
              <a:spLocks noChangeShapeType="1"/>
            </p:cNvSpPr>
            <p:nvPr/>
          </p:nvSpPr>
          <p:spPr bwMode="auto">
            <a:xfrm>
              <a:off x="1285" y="2243"/>
              <a:ext cx="147" cy="356"/>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9" name="Line 110">
              <a:extLst>
                <a:ext uri="{FF2B5EF4-FFF2-40B4-BE49-F238E27FC236}">
                  <a16:creationId xmlns:a16="http://schemas.microsoft.com/office/drawing/2014/main" id="{6A4AF0BA-7183-7E4F-8F56-54A31682489C}"/>
                </a:ext>
              </a:extLst>
            </p:cNvPr>
            <p:cNvSpPr>
              <a:spLocks noChangeShapeType="1"/>
            </p:cNvSpPr>
            <p:nvPr/>
          </p:nvSpPr>
          <p:spPr bwMode="auto">
            <a:xfrm flipV="1">
              <a:off x="1275" y="1788"/>
              <a:ext cx="663" cy="455"/>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90" name="Line 111">
              <a:extLst>
                <a:ext uri="{FF2B5EF4-FFF2-40B4-BE49-F238E27FC236}">
                  <a16:creationId xmlns:a16="http://schemas.microsoft.com/office/drawing/2014/main" id="{3FE0283C-E21B-D542-9E39-C2801B50C383}"/>
                </a:ext>
              </a:extLst>
            </p:cNvPr>
            <p:cNvSpPr>
              <a:spLocks noChangeShapeType="1"/>
            </p:cNvSpPr>
            <p:nvPr/>
          </p:nvSpPr>
          <p:spPr bwMode="auto">
            <a:xfrm flipV="1">
              <a:off x="1275" y="1751"/>
              <a:ext cx="1972" cy="491"/>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91" name="Group 129">
            <a:extLst>
              <a:ext uri="{FF2B5EF4-FFF2-40B4-BE49-F238E27FC236}">
                <a16:creationId xmlns:a16="http://schemas.microsoft.com/office/drawing/2014/main" id="{A019D077-2ABB-3344-ACBC-93645C742D99}"/>
              </a:ext>
            </a:extLst>
          </p:cNvPr>
          <p:cNvGrpSpPr>
            <a:grpSpLocks/>
          </p:cNvGrpSpPr>
          <p:nvPr/>
        </p:nvGrpSpPr>
        <p:grpSpPr bwMode="auto">
          <a:xfrm>
            <a:off x="3242297" y="4880321"/>
            <a:ext cx="2471737" cy="703262"/>
            <a:chOff x="1163" y="3752"/>
            <a:chExt cx="1557" cy="443"/>
          </a:xfrm>
        </p:grpSpPr>
        <p:sp>
          <p:nvSpPr>
            <p:cNvPr id="192" name="Rectangle 115">
              <a:extLst>
                <a:ext uri="{FF2B5EF4-FFF2-40B4-BE49-F238E27FC236}">
                  <a16:creationId xmlns:a16="http://schemas.microsoft.com/office/drawing/2014/main" id="{B8F66CC1-3037-E74D-A021-4043072ED947}"/>
                </a:ext>
              </a:extLst>
            </p:cNvPr>
            <p:cNvSpPr>
              <a:spLocks noChangeArrowheads="1"/>
            </p:cNvSpPr>
            <p:nvPr/>
          </p:nvSpPr>
          <p:spPr bwMode="auto">
            <a:xfrm>
              <a:off x="1163" y="3796"/>
              <a:ext cx="1183"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93" name="Text Box 116">
              <a:extLst>
                <a:ext uri="{FF2B5EF4-FFF2-40B4-BE49-F238E27FC236}">
                  <a16:creationId xmlns:a16="http://schemas.microsoft.com/office/drawing/2014/main" id="{A4628EB5-017E-9542-B612-BEF665CB9DC7}"/>
                </a:ext>
              </a:extLst>
            </p:cNvPr>
            <p:cNvSpPr txBox="1">
              <a:spLocks noChangeArrowheads="1"/>
            </p:cNvSpPr>
            <p:nvPr/>
          </p:nvSpPr>
          <p:spPr bwMode="auto">
            <a:xfrm>
              <a:off x="1281" y="3788"/>
              <a:ext cx="1120"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128.119.40.186, 80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138.76.29.7, 5001</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94" name="Group 117">
              <a:extLst>
                <a:ext uri="{FF2B5EF4-FFF2-40B4-BE49-F238E27FC236}">
                  <a16:creationId xmlns:a16="http://schemas.microsoft.com/office/drawing/2014/main" id="{42DDB704-CE98-4E46-A7DE-DDB1433EC314}"/>
                </a:ext>
              </a:extLst>
            </p:cNvPr>
            <p:cNvGrpSpPr>
              <a:grpSpLocks/>
            </p:cNvGrpSpPr>
            <p:nvPr/>
          </p:nvGrpSpPr>
          <p:grpSpPr bwMode="auto">
            <a:xfrm>
              <a:off x="1214" y="3752"/>
              <a:ext cx="52" cy="99"/>
              <a:chOff x="5508" y="1599"/>
              <a:chExt cx="48" cy="99"/>
            </a:xfrm>
          </p:grpSpPr>
          <p:sp>
            <p:nvSpPr>
              <p:cNvPr id="203" name="Freeform 118">
                <a:extLst>
                  <a:ext uri="{FF2B5EF4-FFF2-40B4-BE49-F238E27FC236}">
                    <a16:creationId xmlns:a16="http://schemas.microsoft.com/office/drawing/2014/main" id="{348FD55D-4B52-B141-A915-FB610816735E}"/>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4" name="Line 119">
                <a:extLst>
                  <a:ext uri="{FF2B5EF4-FFF2-40B4-BE49-F238E27FC236}">
                    <a16:creationId xmlns:a16="http://schemas.microsoft.com/office/drawing/2014/main" id="{89E11CA1-32B5-9E44-B372-81818A9648F2}"/>
                  </a:ext>
                </a:extLst>
              </p:cNvPr>
              <p:cNvSpPr>
                <a:spLocks noChangeShapeType="1"/>
              </p:cNvSpPr>
              <p:nvPr/>
            </p:nvSpPr>
            <p:spPr bwMode="auto">
              <a:xfrm flipH="1">
                <a:off x="5512" y="1608"/>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5" name="Line 120">
                <a:extLst>
                  <a:ext uri="{FF2B5EF4-FFF2-40B4-BE49-F238E27FC236}">
                    <a16:creationId xmlns:a16="http://schemas.microsoft.com/office/drawing/2014/main" id="{E1A1A68F-98DF-6140-8A3B-CC4EC09C27CC}"/>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95" name="Group 121">
              <a:extLst>
                <a:ext uri="{FF2B5EF4-FFF2-40B4-BE49-F238E27FC236}">
                  <a16:creationId xmlns:a16="http://schemas.microsoft.com/office/drawing/2014/main" id="{AA767CA3-B9AF-1947-9E8B-7B78A42C71FF}"/>
                </a:ext>
              </a:extLst>
            </p:cNvPr>
            <p:cNvGrpSpPr>
              <a:grpSpLocks/>
            </p:cNvGrpSpPr>
            <p:nvPr/>
          </p:nvGrpSpPr>
          <p:grpSpPr bwMode="auto">
            <a:xfrm>
              <a:off x="1193" y="3984"/>
              <a:ext cx="52" cy="99"/>
              <a:chOff x="5508" y="1599"/>
              <a:chExt cx="48" cy="99"/>
            </a:xfrm>
          </p:grpSpPr>
          <p:sp>
            <p:nvSpPr>
              <p:cNvPr id="200" name="Freeform 122">
                <a:extLst>
                  <a:ext uri="{FF2B5EF4-FFF2-40B4-BE49-F238E27FC236}">
                    <a16:creationId xmlns:a16="http://schemas.microsoft.com/office/drawing/2014/main" id="{E2185BCA-8B31-CA41-B7BE-278DC93C1499}"/>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1" name="Line 123">
                <a:extLst>
                  <a:ext uri="{FF2B5EF4-FFF2-40B4-BE49-F238E27FC236}">
                    <a16:creationId xmlns:a16="http://schemas.microsoft.com/office/drawing/2014/main" id="{4ACEFFB9-09D4-C34F-AFD8-91F81AEB14B7}"/>
                  </a:ext>
                </a:extLst>
              </p:cNvPr>
              <p:cNvSpPr>
                <a:spLocks noChangeShapeType="1"/>
              </p:cNvSpPr>
              <p:nvPr/>
            </p:nvSpPr>
            <p:spPr bwMode="auto">
              <a:xfrm flipH="1">
                <a:off x="5512" y="1608"/>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2" name="Line 124">
                <a:extLst>
                  <a:ext uri="{FF2B5EF4-FFF2-40B4-BE49-F238E27FC236}">
                    <a16:creationId xmlns:a16="http://schemas.microsoft.com/office/drawing/2014/main" id="{101431C9-4CC0-D847-919C-0DBB752E6ABE}"/>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96" name="Line 125">
              <a:extLst>
                <a:ext uri="{FF2B5EF4-FFF2-40B4-BE49-F238E27FC236}">
                  <a16:creationId xmlns:a16="http://schemas.microsoft.com/office/drawing/2014/main" id="{502198D0-5261-8C4C-8E3A-DF3954900C3B}"/>
                </a:ext>
              </a:extLst>
            </p:cNvPr>
            <p:cNvSpPr>
              <a:spLocks noChangeShapeType="1"/>
            </p:cNvSpPr>
            <p:nvPr/>
          </p:nvSpPr>
          <p:spPr bwMode="auto">
            <a:xfrm flipH="1">
              <a:off x="2344" y="3931"/>
              <a:ext cx="376" cy="0"/>
            </a:xfrm>
            <a:prstGeom prst="line">
              <a:avLst/>
            </a:prstGeom>
            <a:noFill/>
            <a:ln w="1905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97" name="Group 126">
              <a:extLst>
                <a:ext uri="{FF2B5EF4-FFF2-40B4-BE49-F238E27FC236}">
                  <a16:creationId xmlns:a16="http://schemas.microsoft.com/office/drawing/2014/main" id="{B5A4AEEA-E775-7C48-85F8-7A891122D441}"/>
                </a:ext>
              </a:extLst>
            </p:cNvPr>
            <p:cNvGrpSpPr>
              <a:grpSpLocks/>
            </p:cNvGrpSpPr>
            <p:nvPr/>
          </p:nvGrpSpPr>
          <p:grpSpPr bwMode="auto">
            <a:xfrm>
              <a:off x="2409" y="3815"/>
              <a:ext cx="218" cy="231"/>
              <a:chOff x="5140" y="400"/>
              <a:chExt cx="218" cy="231"/>
            </a:xfrm>
          </p:grpSpPr>
          <p:sp>
            <p:nvSpPr>
              <p:cNvPr id="198" name="Oval 127">
                <a:extLst>
                  <a:ext uri="{FF2B5EF4-FFF2-40B4-BE49-F238E27FC236}">
                    <a16:creationId xmlns:a16="http://schemas.microsoft.com/office/drawing/2014/main" id="{6DD6378B-4529-F246-A000-43AD78D87615}"/>
                  </a:ext>
                </a:extLst>
              </p:cNvPr>
              <p:cNvSpPr>
                <a:spLocks noChangeArrowheads="1"/>
              </p:cNvSpPr>
              <p:nvPr/>
            </p:nvSpPr>
            <p:spPr bwMode="auto">
              <a:xfrm>
                <a:off x="5140" y="410"/>
                <a:ext cx="218" cy="218"/>
              </a:xfrm>
              <a:prstGeom prst="ellipse">
                <a:avLst/>
              </a:prstGeom>
              <a:solidFill>
                <a:srgbClr val="FFFFFF"/>
              </a:solidFill>
              <a:ln w="9525">
                <a:solidFill>
                  <a:srgbClr val="CC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99" name="Text Box 128">
                <a:extLst>
                  <a:ext uri="{FF2B5EF4-FFF2-40B4-BE49-F238E27FC236}">
                    <a16:creationId xmlns:a16="http://schemas.microsoft.com/office/drawing/2014/main" id="{3F008E50-4578-AA40-AA1A-1A25E18912AB}"/>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3</a:t>
                </a:r>
              </a:p>
            </p:txBody>
          </p:sp>
        </p:grpSp>
      </p:grpSp>
      <p:sp>
        <p:nvSpPr>
          <p:cNvPr id="206" name="Text Box 131">
            <a:extLst>
              <a:ext uri="{FF2B5EF4-FFF2-40B4-BE49-F238E27FC236}">
                <a16:creationId xmlns:a16="http://schemas.microsoft.com/office/drawing/2014/main" id="{5B16A2E0-A7C5-3944-8912-ED29E0528737}"/>
              </a:ext>
            </a:extLst>
          </p:cNvPr>
          <p:cNvSpPr txBox="1">
            <a:spLocks noChangeArrowheads="1"/>
          </p:cNvSpPr>
          <p:nvPr/>
        </p:nvSpPr>
        <p:spPr bwMode="auto">
          <a:xfrm>
            <a:off x="3146424" y="5435532"/>
            <a:ext cx="3559175"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1"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3:</a:t>
            </a:r>
            <a:r>
              <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reply arrives, destination address: 138.76.29.7, 5001</a:t>
            </a:r>
          </a:p>
        </p:txBody>
      </p:sp>
      <p:sp>
        <p:nvSpPr>
          <p:cNvPr id="227" name="Text Box 12">
            <a:extLst>
              <a:ext uri="{FF2B5EF4-FFF2-40B4-BE49-F238E27FC236}">
                <a16:creationId xmlns:a16="http://schemas.microsoft.com/office/drawing/2014/main" id="{49399310-E32F-3746-9746-E3074C89CF53}"/>
              </a:ext>
            </a:extLst>
          </p:cNvPr>
          <p:cNvSpPr txBox="1">
            <a:spLocks noChangeArrowheads="1"/>
          </p:cNvSpPr>
          <p:nvPr/>
        </p:nvSpPr>
        <p:spPr bwMode="auto">
          <a:xfrm>
            <a:off x="9442128" y="3445831"/>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10.0.0.1</a:t>
            </a:r>
          </a:p>
        </p:txBody>
      </p:sp>
      <p:sp>
        <p:nvSpPr>
          <p:cNvPr id="228" name="Text Box 13">
            <a:extLst>
              <a:ext uri="{FF2B5EF4-FFF2-40B4-BE49-F238E27FC236}">
                <a16:creationId xmlns:a16="http://schemas.microsoft.com/office/drawing/2014/main" id="{79FD3F69-B708-374C-8283-25925B0CF8A1}"/>
              </a:ext>
            </a:extLst>
          </p:cNvPr>
          <p:cNvSpPr txBox="1">
            <a:spLocks noChangeArrowheads="1"/>
          </p:cNvSpPr>
          <p:nvPr/>
        </p:nvSpPr>
        <p:spPr bwMode="auto">
          <a:xfrm>
            <a:off x="9387377" y="4139110"/>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10.0.0.2</a:t>
            </a:r>
          </a:p>
        </p:txBody>
      </p:sp>
      <p:sp>
        <p:nvSpPr>
          <p:cNvPr id="229" name="Text Box 14">
            <a:extLst>
              <a:ext uri="{FF2B5EF4-FFF2-40B4-BE49-F238E27FC236}">
                <a16:creationId xmlns:a16="http://schemas.microsoft.com/office/drawing/2014/main" id="{7F37117D-9CBA-6142-9514-CEDB512B982C}"/>
              </a:ext>
            </a:extLst>
          </p:cNvPr>
          <p:cNvSpPr txBox="1">
            <a:spLocks noChangeArrowheads="1"/>
          </p:cNvSpPr>
          <p:nvPr/>
        </p:nvSpPr>
        <p:spPr bwMode="auto">
          <a:xfrm>
            <a:off x="9361024" y="4861740"/>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10.0.0.3</a:t>
            </a:r>
          </a:p>
        </p:txBody>
      </p:sp>
      <p:grpSp>
        <p:nvGrpSpPr>
          <p:cNvPr id="230" name="Group 107">
            <a:extLst>
              <a:ext uri="{FF2B5EF4-FFF2-40B4-BE49-F238E27FC236}">
                <a16:creationId xmlns:a16="http://schemas.microsoft.com/office/drawing/2014/main" id="{5A276570-5620-5249-95EA-FFEFE4E5954C}"/>
              </a:ext>
            </a:extLst>
          </p:cNvPr>
          <p:cNvGrpSpPr>
            <a:grpSpLocks/>
          </p:cNvGrpSpPr>
          <p:nvPr/>
        </p:nvGrpSpPr>
        <p:grpSpPr bwMode="auto">
          <a:xfrm flipH="1">
            <a:off x="10194143" y="3285987"/>
            <a:ext cx="641350" cy="558800"/>
            <a:chOff x="-44" y="1473"/>
            <a:chExt cx="981" cy="1105"/>
          </a:xfrm>
        </p:grpSpPr>
        <p:pic>
          <p:nvPicPr>
            <p:cNvPr id="231" name="Picture 108" descr="desktop_computer_stylized_medium">
              <a:extLst>
                <a:ext uri="{FF2B5EF4-FFF2-40B4-BE49-F238E27FC236}">
                  <a16:creationId xmlns:a16="http://schemas.microsoft.com/office/drawing/2014/main" id="{5A6AA966-22DC-6D4E-B91F-0DFE251A8CA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 name="Freeform 109">
              <a:extLst>
                <a:ext uri="{FF2B5EF4-FFF2-40B4-BE49-F238E27FC236}">
                  <a16:creationId xmlns:a16="http://schemas.microsoft.com/office/drawing/2014/main" id="{AC8248F8-AA55-9E46-99C8-227C0C6A442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33" name="Group 110">
            <a:extLst>
              <a:ext uri="{FF2B5EF4-FFF2-40B4-BE49-F238E27FC236}">
                <a16:creationId xmlns:a16="http://schemas.microsoft.com/office/drawing/2014/main" id="{F7931E40-ABE0-FB4C-8BE6-E5CA5D446986}"/>
              </a:ext>
            </a:extLst>
          </p:cNvPr>
          <p:cNvGrpSpPr>
            <a:grpSpLocks/>
          </p:cNvGrpSpPr>
          <p:nvPr/>
        </p:nvGrpSpPr>
        <p:grpSpPr bwMode="auto">
          <a:xfrm flipH="1">
            <a:off x="10120943" y="3976903"/>
            <a:ext cx="641350" cy="558800"/>
            <a:chOff x="-44" y="1473"/>
            <a:chExt cx="981" cy="1105"/>
          </a:xfrm>
        </p:grpSpPr>
        <p:pic>
          <p:nvPicPr>
            <p:cNvPr id="234" name="Picture 111" descr="desktop_computer_stylized_medium">
              <a:extLst>
                <a:ext uri="{FF2B5EF4-FFF2-40B4-BE49-F238E27FC236}">
                  <a16:creationId xmlns:a16="http://schemas.microsoft.com/office/drawing/2014/main" id="{46410F71-6550-6941-8D6A-82A57E4875A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5" name="Freeform 112">
              <a:extLst>
                <a:ext uri="{FF2B5EF4-FFF2-40B4-BE49-F238E27FC236}">
                  <a16:creationId xmlns:a16="http://schemas.microsoft.com/office/drawing/2014/main" id="{F4181B7B-5A98-CF43-AEE4-B0DD513BAC6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36" name="Group 113">
            <a:extLst>
              <a:ext uri="{FF2B5EF4-FFF2-40B4-BE49-F238E27FC236}">
                <a16:creationId xmlns:a16="http://schemas.microsoft.com/office/drawing/2014/main" id="{861D5467-8367-2443-9B4C-1AEA7B8ECA68}"/>
              </a:ext>
            </a:extLst>
          </p:cNvPr>
          <p:cNvGrpSpPr>
            <a:grpSpLocks/>
          </p:cNvGrpSpPr>
          <p:nvPr/>
        </p:nvGrpSpPr>
        <p:grpSpPr bwMode="auto">
          <a:xfrm flipH="1">
            <a:off x="10140169" y="4685809"/>
            <a:ext cx="641350" cy="558800"/>
            <a:chOff x="-44" y="1473"/>
            <a:chExt cx="981" cy="1105"/>
          </a:xfrm>
        </p:grpSpPr>
        <p:pic>
          <p:nvPicPr>
            <p:cNvPr id="237" name="Picture 114" descr="desktop_computer_stylized_medium">
              <a:extLst>
                <a:ext uri="{FF2B5EF4-FFF2-40B4-BE49-F238E27FC236}">
                  <a16:creationId xmlns:a16="http://schemas.microsoft.com/office/drawing/2014/main" id="{F446E0AC-D5ED-E540-8785-FC1BD31A3F6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8" name="Freeform 115">
              <a:extLst>
                <a:ext uri="{FF2B5EF4-FFF2-40B4-BE49-F238E27FC236}">
                  <a16:creationId xmlns:a16="http://schemas.microsoft.com/office/drawing/2014/main" id="{64F8FFEC-C205-9D46-881B-232F00BBEB1D}"/>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239" name="Straight Connector 238">
            <a:extLst>
              <a:ext uri="{FF2B5EF4-FFF2-40B4-BE49-F238E27FC236}">
                <a16:creationId xmlns:a16="http://schemas.microsoft.com/office/drawing/2014/main" id="{562723B0-260D-DF45-850D-1F83CDD55DF2}"/>
              </a:ext>
            </a:extLst>
          </p:cNvPr>
          <p:cNvCxnSpPr>
            <a:cxnSpLocks/>
          </p:cNvCxnSpPr>
          <p:nvPr/>
        </p:nvCxnSpPr>
        <p:spPr>
          <a:xfrm>
            <a:off x="9963568" y="3732745"/>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E93D9DA7-8220-C94D-A035-54D2439B3DCA}"/>
              </a:ext>
            </a:extLst>
          </p:cNvPr>
          <p:cNvCxnSpPr>
            <a:cxnSpLocks/>
          </p:cNvCxnSpPr>
          <p:nvPr/>
        </p:nvCxnSpPr>
        <p:spPr>
          <a:xfrm>
            <a:off x="9891178" y="4418545"/>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18D6C476-F9DB-5545-BB86-8E00D4536D0E}"/>
              </a:ext>
            </a:extLst>
          </p:cNvPr>
          <p:cNvCxnSpPr>
            <a:cxnSpLocks/>
          </p:cNvCxnSpPr>
          <p:nvPr/>
        </p:nvCxnSpPr>
        <p:spPr>
          <a:xfrm>
            <a:off x="9910228" y="5134825"/>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Group 1">
            <a:extLst>
              <a:ext uri="{FF2B5EF4-FFF2-40B4-BE49-F238E27FC236}">
                <a16:creationId xmlns:a16="http://schemas.microsoft.com/office/drawing/2014/main" id="{B12C04C6-16E3-F846-AACA-B4245DBFD6F2}"/>
              </a:ext>
            </a:extLst>
          </p:cNvPr>
          <p:cNvGrpSpPr/>
          <p:nvPr/>
        </p:nvGrpSpPr>
        <p:grpSpPr>
          <a:xfrm>
            <a:off x="3937552" y="4333461"/>
            <a:ext cx="3034748" cy="304800"/>
            <a:chOff x="2454675" y="2927412"/>
            <a:chExt cx="4705166" cy="431082"/>
          </a:xfrm>
        </p:grpSpPr>
        <p:cxnSp>
          <p:nvCxnSpPr>
            <p:cNvPr id="246" name="Straight Connector 245">
              <a:extLst>
                <a:ext uri="{FF2B5EF4-FFF2-40B4-BE49-F238E27FC236}">
                  <a16:creationId xmlns:a16="http://schemas.microsoft.com/office/drawing/2014/main" id="{E627D780-1323-2748-B302-A7E383AEE6BE}"/>
                </a:ext>
              </a:extLst>
            </p:cNvPr>
            <p:cNvCxnSpPr/>
            <p:nvPr/>
          </p:nvCxnSpPr>
          <p:spPr>
            <a:xfrm>
              <a:off x="2454675" y="3124940"/>
              <a:ext cx="470516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7" name="Group 246">
              <a:extLst>
                <a:ext uri="{FF2B5EF4-FFF2-40B4-BE49-F238E27FC236}">
                  <a16:creationId xmlns:a16="http://schemas.microsoft.com/office/drawing/2014/main" id="{9AB30032-A510-F64D-97F2-6FC662A0EA56}"/>
                </a:ext>
              </a:extLst>
            </p:cNvPr>
            <p:cNvGrpSpPr/>
            <p:nvPr/>
          </p:nvGrpSpPr>
          <p:grpSpPr>
            <a:xfrm>
              <a:off x="5427861" y="2927412"/>
              <a:ext cx="1040553" cy="431082"/>
              <a:chOff x="7493876" y="2774731"/>
              <a:chExt cx="1481958" cy="894622"/>
            </a:xfrm>
          </p:grpSpPr>
          <p:sp>
            <p:nvSpPr>
              <p:cNvPr id="248" name="Freeform 247">
                <a:extLst>
                  <a:ext uri="{FF2B5EF4-FFF2-40B4-BE49-F238E27FC236}">
                    <a16:creationId xmlns:a16="http://schemas.microsoft.com/office/drawing/2014/main" id="{A1997FEC-C6AB-9545-A2D9-61FD862EE30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9" name="Oval 248">
                <a:extLst>
                  <a:ext uri="{FF2B5EF4-FFF2-40B4-BE49-F238E27FC236}">
                    <a16:creationId xmlns:a16="http://schemas.microsoft.com/office/drawing/2014/main" id="{0E38C263-DE9A-7047-B28D-3D2374F54F6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50" name="Group 249">
                <a:extLst>
                  <a:ext uri="{FF2B5EF4-FFF2-40B4-BE49-F238E27FC236}">
                    <a16:creationId xmlns:a16="http://schemas.microsoft.com/office/drawing/2014/main" id="{D5529F41-5E24-9D46-BA03-33C065DA3213}"/>
                  </a:ext>
                </a:extLst>
              </p:cNvPr>
              <p:cNvGrpSpPr/>
              <p:nvPr/>
            </p:nvGrpSpPr>
            <p:grpSpPr>
              <a:xfrm>
                <a:off x="7713663" y="2848339"/>
                <a:ext cx="1042107" cy="425543"/>
                <a:chOff x="7786941" y="2884917"/>
                <a:chExt cx="897649" cy="353919"/>
              </a:xfrm>
            </p:grpSpPr>
            <p:sp>
              <p:nvSpPr>
                <p:cNvPr id="251" name="Freeform 250">
                  <a:extLst>
                    <a:ext uri="{FF2B5EF4-FFF2-40B4-BE49-F238E27FC236}">
                      <a16:creationId xmlns:a16="http://schemas.microsoft.com/office/drawing/2014/main" id="{AE15E879-3143-CB42-BEE3-B6A32D2D0C7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2" name="Freeform 251">
                  <a:extLst>
                    <a:ext uri="{FF2B5EF4-FFF2-40B4-BE49-F238E27FC236}">
                      <a16:creationId xmlns:a16="http://schemas.microsoft.com/office/drawing/2014/main" id="{DF86F847-AACC-7541-950E-BCAC8B07703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3" name="Freeform 252">
                  <a:extLst>
                    <a:ext uri="{FF2B5EF4-FFF2-40B4-BE49-F238E27FC236}">
                      <a16:creationId xmlns:a16="http://schemas.microsoft.com/office/drawing/2014/main" id="{73A10729-E988-9C44-AF80-3AA3BE3350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4" name="Freeform 253">
                  <a:extLst>
                    <a:ext uri="{FF2B5EF4-FFF2-40B4-BE49-F238E27FC236}">
                      <a16:creationId xmlns:a16="http://schemas.microsoft.com/office/drawing/2014/main" id="{17D86888-2395-8649-A2AB-2EED2F8EE04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cxnSp>
        <p:nvCxnSpPr>
          <p:cNvPr id="255" name="Straight Arrow Connector 254">
            <a:extLst>
              <a:ext uri="{FF2B5EF4-FFF2-40B4-BE49-F238E27FC236}">
                <a16:creationId xmlns:a16="http://schemas.microsoft.com/office/drawing/2014/main" id="{7FD54FD3-566B-9D4F-9E44-CAE5EE93D481}"/>
              </a:ext>
            </a:extLst>
          </p:cNvPr>
          <p:cNvCxnSpPr/>
          <p:nvPr/>
        </p:nvCxnSpPr>
        <p:spPr>
          <a:xfrm flipV="1">
            <a:off x="5701553" y="4503542"/>
            <a:ext cx="0" cy="273831"/>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56" name="Straight Arrow Connector 255">
            <a:extLst>
              <a:ext uri="{FF2B5EF4-FFF2-40B4-BE49-F238E27FC236}">
                <a16:creationId xmlns:a16="http://schemas.microsoft.com/office/drawing/2014/main" id="{2E39225B-8D0F-9646-AC3E-B27235CCF047}"/>
              </a:ext>
            </a:extLst>
          </p:cNvPr>
          <p:cNvCxnSpPr>
            <a:cxnSpLocks/>
          </p:cNvCxnSpPr>
          <p:nvPr/>
        </p:nvCxnSpPr>
        <p:spPr>
          <a:xfrm>
            <a:off x="6577649" y="4166958"/>
            <a:ext cx="0" cy="273831"/>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12" name="Slide Number Placeholder 3">
            <a:extLst>
              <a:ext uri="{FF2B5EF4-FFF2-40B4-BE49-F238E27FC236}">
                <a16:creationId xmlns:a16="http://schemas.microsoft.com/office/drawing/2014/main" id="{9F67CE8D-C42D-5F41-A08F-EBC69C9720F2}"/>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50</a:t>
            </a:fld>
            <a:endParaRPr lang="en-US" dirty="0"/>
          </a:p>
        </p:txBody>
      </p:sp>
    </p:spTree>
    <p:extLst>
      <p:ext uri="{BB962C8B-B14F-4D97-AF65-F5344CB8AC3E}">
        <p14:creationId xmlns:p14="http://schemas.microsoft.com/office/powerpoint/2010/main" val="8042827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125"/>
                                        </p:tgtEl>
                                        <p:attrNameLst>
                                          <p:attrName>style.visibility</p:attrName>
                                        </p:attrNameLst>
                                      </p:cBhvr>
                                      <p:to>
                                        <p:strVal val="visible"/>
                                      </p:to>
                                    </p:set>
                                    <p:animEffect transition="in" filter="wipe(right)">
                                      <p:cBhvr>
                                        <p:cTn id="7" dur="1000"/>
                                        <p:tgtEl>
                                          <p:spTgt spid="125"/>
                                        </p:tgtEl>
                                      </p:cBhvr>
                                    </p:animEffect>
                                  </p:childTnLst>
                                </p:cTn>
                              </p:par>
                            </p:childTnLst>
                          </p:cTn>
                        </p:par>
                        <p:par>
                          <p:cTn id="8" fill="hold">
                            <p:stCondLst>
                              <p:cond delay="1000"/>
                            </p:stCondLst>
                            <p:childTnLst>
                              <p:par>
                                <p:cTn id="9" presetID="1" presetClass="entr" presetSubtype="0" fill="hold" nodeType="afterEffect">
                                  <p:stCondLst>
                                    <p:cond delay="0"/>
                                  </p:stCondLst>
                                  <p:childTnLst>
                                    <p:set>
                                      <p:cBhvr>
                                        <p:cTn id="10" dur="1" fill="hold">
                                          <p:stCondLst>
                                            <p:cond delay="0"/>
                                          </p:stCondLst>
                                        </p:cTn>
                                        <p:tgtEl>
                                          <p:spTgt spid="145"/>
                                        </p:tgtEl>
                                        <p:attrNameLst>
                                          <p:attrName>style.visibility</p:attrName>
                                        </p:attrNameLst>
                                      </p:cBhvr>
                                      <p:to>
                                        <p:strVal val="visible"/>
                                      </p:to>
                                    </p:set>
                                  </p:childTnLst>
                                  <p:subTnLst>
                                    <p:set>
                                      <p:cBhvr override="childStyle">
                                        <p:cTn dur="1" fill="hold" display="0" masterRel="nextClick" afterEffect="1"/>
                                        <p:tgtEl>
                                          <p:spTgt spid="145"/>
                                        </p:tgtEl>
                                        <p:attrNameLst>
                                          <p:attrName>style.visibility</p:attrName>
                                        </p:attrNameLst>
                                      </p:cBhvr>
                                      <p:to>
                                        <p:strVal val="hidden"/>
                                      </p:to>
                                    </p:set>
                                  </p:subTnLst>
                                </p:cTn>
                              </p:par>
                            </p:childTnLst>
                          </p:cTn>
                        </p:par>
                      </p:childTnLst>
                    </p:cTn>
                  </p:par>
                  <p:par>
                    <p:cTn id="11" fill="hold">
                      <p:stCondLst>
                        <p:cond delay="indefinite"/>
                      </p:stCondLst>
                      <p:childTnLst>
                        <p:par>
                          <p:cTn id="12" fill="hold">
                            <p:stCondLst>
                              <p:cond delay="0"/>
                            </p:stCondLst>
                            <p:childTnLst>
                              <p:par>
                                <p:cTn id="13" presetID="22" presetClass="entr" presetSubtype="2" fill="hold" nodeType="clickEffect">
                                  <p:stCondLst>
                                    <p:cond delay="0"/>
                                  </p:stCondLst>
                                  <p:childTnLst>
                                    <p:set>
                                      <p:cBhvr>
                                        <p:cTn id="14" dur="1" fill="hold">
                                          <p:stCondLst>
                                            <p:cond delay="0"/>
                                          </p:stCondLst>
                                        </p:cTn>
                                        <p:tgtEl>
                                          <p:spTgt spid="170"/>
                                        </p:tgtEl>
                                        <p:attrNameLst>
                                          <p:attrName>style.visibility</p:attrName>
                                        </p:attrNameLst>
                                      </p:cBhvr>
                                      <p:to>
                                        <p:strVal val="visible"/>
                                      </p:to>
                                    </p:set>
                                    <p:animEffect transition="in" filter="wipe(right)">
                                      <p:cBhvr>
                                        <p:cTn id="15" dur="1000"/>
                                        <p:tgtEl>
                                          <p:spTgt spid="170"/>
                                        </p:tgtEl>
                                      </p:cBhvr>
                                    </p:animEffect>
                                  </p:childTnLst>
                                </p:cTn>
                              </p:par>
                            </p:childTnLst>
                          </p:cTn>
                        </p:par>
                        <p:par>
                          <p:cTn id="16" fill="hold">
                            <p:stCondLst>
                              <p:cond delay="1000"/>
                            </p:stCondLst>
                            <p:childTnLst>
                              <p:par>
                                <p:cTn id="17" presetID="1" presetClass="entr" presetSubtype="0" fill="hold" grpId="0" nodeType="afterEffect">
                                  <p:stCondLst>
                                    <p:cond delay="0"/>
                                  </p:stCondLst>
                                  <p:childTnLst>
                                    <p:set>
                                      <p:cBhvr>
                                        <p:cTn id="18" dur="1" fill="hold">
                                          <p:stCondLst>
                                            <p:cond delay="0"/>
                                          </p:stCondLst>
                                        </p:cTn>
                                        <p:tgtEl>
                                          <p:spTgt spid="154"/>
                                        </p:tgtEl>
                                        <p:attrNameLst>
                                          <p:attrName>style.visibility</p:attrName>
                                        </p:attrNameLst>
                                      </p:cBhvr>
                                      <p:to>
                                        <p:strVal val="visible"/>
                                      </p:to>
                                    </p:set>
                                  </p:childTnLst>
                                </p:cTn>
                              </p:par>
                            </p:childTnLst>
                          </p:cTn>
                        </p:par>
                        <p:par>
                          <p:cTn id="19" fill="hold">
                            <p:stCondLst>
                              <p:cond delay="1000"/>
                            </p:stCondLst>
                            <p:childTnLst>
                              <p:par>
                                <p:cTn id="20" presetID="1" presetClass="entr" presetSubtype="0" fill="hold" nodeType="afterEffect">
                                  <p:stCondLst>
                                    <p:cond delay="0"/>
                                  </p:stCondLst>
                                  <p:childTnLst>
                                    <p:set>
                                      <p:cBhvr>
                                        <p:cTn id="21" dur="1" fill="hold">
                                          <p:stCondLst>
                                            <p:cond delay="0"/>
                                          </p:stCondLst>
                                        </p:cTn>
                                        <p:tgtEl>
                                          <p:spTgt spid="186"/>
                                        </p:tgtEl>
                                        <p:attrNameLst>
                                          <p:attrName>style.visibility</p:attrName>
                                        </p:attrNameLst>
                                      </p:cBhvr>
                                      <p:to>
                                        <p:strVal val="visible"/>
                                      </p:to>
                                    </p:set>
                                  </p:childTnLst>
                                  <p:subTnLst>
                                    <p:set>
                                      <p:cBhvr override="childStyle">
                                        <p:cTn dur="1" fill="hold" display="0" masterRel="nextClick" afterEffect="1"/>
                                        <p:tgtEl>
                                          <p:spTgt spid="186"/>
                                        </p:tgtEl>
                                        <p:attrNameLst>
                                          <p:attrName>style.visibility</p:attrName>
                                        </p:attrNameLst>
                                      </p:cBhvr>
                                      <p:to>
                                        <p:strVal val="hidden"/>
                                      </p:to>
                                    </p:set>
                                  </p:sub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191"/>
                                        </p:tgtEl>
                                        <p:attrNameLst>
                                          <p:attrName>style.visibility</p:attrName>
                                        </p:attrNameLst>
                                      </p:cBhvr>
                                      <p:to>
                                        <p:strVal val="visible"/>
                                      </p:to>
                                    </p:set>
                                    <p:animEffect transition="in" filter="wipe(left)">
                                      <p:cBhvr>
                                        <p:cTn id="26" dur="1000"/>
                                        <p:tgtEl>
                                          <p:spTgt spid="191"/>
                                        </p:tgtEl>
                                      </p:cBhvr>
                                    </p:animEffect>
                                  </p:childTnLst>
                                </p:cTn>
                              </p:par>
                            </p:childTnLst>
                          </p:cTn>
                        </p:par>
                        <p:par>
                          <p:cTn id="27" fill="hold">
                            <p:stCondLst>
                              <p:cond delay="1000"/>
                            </p:stCondLst>
                            <p:childTnLst>
                              <p:par>
                                <p:cTn id="28" presetID="1" presetClass="entr" presetSubtype="0" fill="hold" grpId="0" nodeType="afterEffect">
                                  <p:stCondLst>
                                    <p:cond delay="0"/>
                                  </p:stCondLst>
                                  <p:childTnLst>
                                    <p:set>
                                      <p:cBhvr>
                                        <p:cTn id="29" dur="1" fill="hold">
                                          <p:stCondLst>
                                            <p:cond delay="0"/>
                                          </p:stCondLst>
                                        </p:cTn>
                                        <p:tgtEl>
                                          <p:spTgt spid="206"/>
                                        </p:tgtEl>
                                        <p:attrNameLst>
                                          <p:attrName>style.visibility</p:attrName>
                                        </p:attrNameLst>
                                      </p:cBhvr>
                                      <p:to>
                                        <p:strVal val="visible"/>
                                      </p:to>
                                    </p:set>
                                  </p:childTnLst>
                                  <p:subTnLst>
                                    <p:set>
                                      <p:cBhvr override="childStyle">
                                        <p:cTn dur="1" fill="hold" display="0" masterRel="nextClick" afterEffect="1"/>
                                        <p:tgtEl>
                                          <p:spTgt spid="206"/>
                                        </p:tgtEl>
                                        <p:attrNameLst>
                                          <p:attrName>style.visibility</p:attrName>
                                        </p:attrNameLst>
                                      </p:cBhvr>
                                      <p:to>
                                        <p:strVal val="hidden"/>
                                      </p:to>
                                    </p:set>
                                  </p:subTnLst>
                                </p:cTn>
                              </p:par>
                            </p:childTnLst>
                          </p:cTn>
                        </p:par>
                      </p:childTnLst>
                    </p:cTn>
                  </p:par>
                  <p:par>
                    <p:cTn id="30" fill="hold">
                      <p:stCondLst>
                        <p:cond delay="indefinite"/>
                      </p:stCondLst>
                      <p:childTnLst>
                        <p:par>
                          <p:cTn id="31" fill="hold">
                            <p:stCondLst>
                              <p:cond delay="0"/>
                            </p:stCondLst>
                            <p:childTnLst>
                              <p:par>
                                <p:cTn id="32" presetID="22" presetClass="entr" presetSubtype="8" fill="hold" nodeType="clickEffect">
                                  <p:stCondLst>
                                    <p:cond delay="0"/>
                                  </p:stCondLst>
                                  <p:childTnLst>
                                    <p:set>
                                      <p:cBhvr>
                                        <p:cTn id="33" dur="1" fill="hold">
                                          <p:stCondLst>
                                            <p:cond delay="0"/>
                                          </p:stCondLst>
                                        </p:cTn>
                                        <p:tgtEl>
                                          <p:spTgt spid="155"/>
                                        </p:tgtEl>
                                        <p:attrNameLst>
                                          <p:attrName>style.visibility</p:attrName>
                                        </p:attrNameLst>
                                      </p:cBhvr>
                                      <p:to>
                                        <p:strVal val="visible"/>
                                      </p:to>
                                    </p:set>
                                    <p:animEffect transition="in" filter="wipe(left)">
                                      <p:cBhvr>
                                        <p:cTn id="34" dur="1000"/>
                                        <p:tgtEl>
                                          <p:spTgt spid="1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4" grpId="0"/>
      <p:bldP spid="206"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604425" y="1435933"/>
            <a:ext cx="11097244" cy="51901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1488" marR="0" lvl="0" indent="-341313"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NAT has been controversial:</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routers “should” only process up to layer 3</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address “shortage” should be solved by IPv6</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violates end-to-end argument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(port # manipulation by network-layer device)</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NAT traversal: what if client wants to connect to server behind NAT?</a:t>
            </a:r>
          </a:p>
          <a:p>
            <a:pPr marL="471488" marR="0" lvl="0" indent="-341313"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but NAT is here to stay:</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extensively used in home and institutional nets, 4G/5G cellular  nets</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4" name="Slide Number Placeholder 3">
            <a:extLst>
              <a:ext uri="{FF2B5EF4-FFF2-40B4-BE49-F238E27FC236}">
                <a16:creationId xmlns:a16="http://schemas.microsoft.com/office/drawing/2014/main" id="{F2A4FAD2-B6BA-4345-B284-73F2E1BF7E7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51</a:t>
            </a:fld>
            <a:endParaRPr lang="en-US" dirty="0"/>
          </a:p>
        </p:txBody>
      </p:sp>
    </p:spTree>
    <p:extLst>
      <p:ext uri="{BB962C8B-B14F-4D97-AF65-F5344CB8AC3E}">
        <p14:creationId xmlns:p14="http://schemas.microsoft.com/office/powerpoint/2010/main" val="29207709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1">
                                            <p:txEl>
                                              <p:pRg st="0" end="0"/>
                                            </p:txEl>
                                          </p:spTgt>
                                        </p:tgtEl>
                                        <p:attrNameLst>
                                          <p:attrName>style.visibility</p:attrName>
                                        </p:attrNameLst>
                                      </p:cBhvr>
                                      <p:to>
                                        <p:strVal val="visible"/>
                                      </p:to>
                                    </p:set>
                                    <p:animEffect transition="in" filter="dissolve">
                                      <p:cBhvr>
                                        <p:cTn id="7" dur="500"/>
                                        <p:tgtEl>
                                          <p:spTgt spid="81">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81">
                                            <p:txEl>
                                              <p:pRg st="1" end="1"/>
                                            </p:txEl>
                                          </p:spTgt>
                                        </p:tgtEl>
                                        <p:attrNameLst>
                                          <p:attrName>style.visibility</p:attrName>
                                        </p:attrNameLst>
                                      </p:cBhvr>
                                      <p:to>
                                        <p:strVal val="visible"/>
                                      </p:to>
                                    </p:set>
                                    <p:animEffect transition="in" filter="dissolve">
                                      <p:cBhvr>
                                        <p:cTn id="10" dur="500"/>
                                        <p:tgtEl>
                                          <p:spTgt spid="81">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81">
                                            <p:txEl>
                                              <p:pRg st="2" end="2"/>
                                            </p:txEl>
                                          </p:spTgt>
                                        </p:tgtEl>
                                        <p:attrNameLst>
                                          <p:attrName>style.visibility</p:attrName>
                                        </p:attrNameLst>
                                      </p:cBhvr>
                                      <p:to>
                                        <p:strVal val="visible"/>
                                      </p:to>
                                    </p:set>
                                    <p:animEffect transition="in" filter="dissolve">
                                      <p:cBhvr>
                                        <p:cTn id="13" dur="500"/>
                                        <p:tgtEl>
                                          <p:spTgt spid="81">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81">
                                            <p:txEl>
                                              <p:pRg st="3" end="3"/>
                                            </p:txEl>
                                          </p:spTgt>
                                        </p:tgtEl>
                                        <p:attrNameLst>
                                          <p:attrName>style.visibility</p:attrName>
                                        </p:attrNameLst>
                                      </p:cBhvr>
                                      <p:to>
                                        <p:strVal val="visible"/>
                                      </p:to>
                                    </p:set>
                                    <p:animEffect transition="in" filter="dissolve">
                                      <p:cBhvr>
                                        <p:cTn id="16" dur="500"/>
                                        <p:tgtEl>
                                          <p:spTgt spid="81">
                                            <p:txEl>
                                              <p:pRg st="3" end="3"/>
                                            </p:txEl>
                                          </p:spTgt>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81">
                                            <p:txEl>
                                              <p:pRg st="4" end="4"/>
                                            </p:txEl>
                                          </p:spTgt>
                                        </p:tgtEl>
                                        <p:attrNameLst>
                                          <p:attrName>style.visibility</p:attrName>
                                        </p:attrNameLst>
                                      </p:cBhvr>
                                      <p:to>
                                        <p:strVal val="visible"/>
                                      </p:to>
                                    </p:set>
                                    <p:animEffect transition="in" filter="dissolve">
                                      <p:cBhvr>
                                        <p:cTn id="19" dur="500"/>
                                        <p:tgtEl>
                                          <p:spTgt spid="81">
                                            <p:txEl>
                                              <p:pRg st="4" end="4"/>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grpId="0" nodeType="clickEffect">
                                  <p:stCondLst>
                                    <p:cond delay="0"/>
                                  </p:stCondLst>
                                  <p:childTnLst>
                                    <p:set>
                                      <p:cBhvr>
                                        <p:cTn id="23" dur="1" fill="hold">
                                          <p:stCondLst>
                                            <p:cond delay="0"/>
                                          </p:stCondLst>
                                        </p:cTn>
                                        <p:tgtEl>
                                          <p:spTgt spid="81">
                                            <p:txEl>
                                              <p:pRg st="5" end="5"/>
                                            </p:txEl>
                                          </p:spTgt>
                                        </p:tgtEl>
                                        <p:attrNameLst>
                                          <p:attrName>style.visibility</p:attrName>
                                        </p:attrNameLst>
                                      </p:cBhvr>
                                      <p:to>
                                        <p:strVal val="visible"/>
                                      </p:to>
                                    </p:set>
                                    <p:animEffect transition="in" filter="dissolve">
                                      <p:cBhvr>
                                        <p:cTn id="24" dur="500"/>
                                        <p:tgtEl>
                                          <p:spTgt spid="81">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81">
                                            <p:txEl>
                                              <p:pRg st="6" end="6"/>
                                            </p:txEl>
                                          </p:spTgt>
                                        </p:tgtEl>
                                        <p:attrNameLst>
                                          <p:attrName>style.visibility</p:attrName>
                                        </p:attrNameLst>
                                      </p:cBhvr>
                                      <p:to>
                                        <p:strVal val="visible"/>
                                      </p:to>
                                    </p:set>
                                    <p:animEffect transition="in" filter="dissolve">
                                      <p:cBhvr>
                                        <p:cTn id="27" dur="500"/>
                                        <p:tgtEl>
                                          <p:spTgt spid="81">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build="p"/>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604425" y="1435933"/>
            <a:ext cx="11097244" cy="51901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1488" marR="0" lvl="0" indent="-3413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initial motivation:</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32-bit IPv4 address space would be completely allocated  </a:t>
            </a:r>
          </a:p>
          <a:p>
            <a:pPr marL="471488" marR="0" lvl="0" indent="-3413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additional motivation: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speed processing/forwarding: 40-byte fixed length header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enable different network-layer treatment of “flows”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IPv6: motivation</a:t>
            </a:r>
          </a:p>
        </p:txBody>
      </p:sp>
      <p:sp>
        <p:nvSpPr>
          <p:cNvPr id="4" name="Slide Number Placeholder 3">
            <a:extLst>
              <a:ext uri="{FF2B5EF4-FFF2-40B4-BE49-F238E27FC236}">
                <a16:creationId xmlns:a16="http://schemas.microsoft.com/office/drawing/2014/main" id="{3DCBCA91-367F-144D-81CF-EC6DDC4A71F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52</a:t>
            </a:fld>
            <a:endParaRPr lang="en-US" dirty="0"/>
          </a:p>
        </p:txBody>
      </p:sp>
    </p:spTree>
    <p:extLst>
      <p:ext uri="{BB962C8B-B14F-4D97-AF65-F5344CB8AC3E}">
        <p14:creationId xmlns:p14="http://schemas.microsoft.com/office/powerpoint/2010/main" val="36813797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1">
                                            <p:txEl>
                                              <p:pRg st="0" end="0"/>
                                            </p:txEl>
                                          </p:spTgt>
                                        </p:tgtEl>
                                        <p:attrNameLst>
                                          <p:attrName>style.visibility</p:attrName>
                                        </p:attrNameLst>
                                      </p:cBhvr>
                                      <p:to>
                                        <p:strVal val="visible"/>
                                      </p:to>
                                    </p:set>
                                    <p:animEffect transition="in" filter="dissolve">
                                      <p:cBhvr>
                                        <p:cTn id="7" dur="500"/>
                                        <p:tgtEl>
                                          <p:spTgt spid="81">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1">
                                            <p:txEl>
                                              <p:pRg st="1" end="1"/>
                                            </p:txEl>
                                          </p:spTgt>
                                        </p:tgtEl>
                                        <p:attrNameLst>
                                          <p:attrName>style.visibility</p:attrName>
                                        </p:attrNameLst>
                                      </p:cBhvr>
                                      <p:to>
                                        <p:strVal val="visible"/>
                                      </p:to>
                                    </p:set>
                                    <p:animEffect transition="in" filter="dissolve">
                                      <p:cBhvr>
                                        <p:cTn id="12" dur="500"/>
                                        <p:tgtEl>
                                          <p:spTgt spid="81">
                                            <p:txEl>
                                              <p:pRg st="1" end="1"/>
                                            </p:txEl>
                                          </p:spTgt>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81">
                                            <p:txEl>
                                              <p:pRg st="2" end="2"/>
                                            </p:txEl>
                                          </p:spTgt>
                                        </p:tgtEl>
                                        <p:attrNameLst>
                                          <p:attrName>style.visibility</p:attrName>
                                        </p:attrNameLst>
                                      </p:cBhvr>
                                      <p:to>
                                        <p:strVal val="visible"/>
                                      </p:to>
                                    </p:set>
                                    <p:animEffect transition="in" filter="dissolve">
                                      <p:cBhvr>
                                        <p:cTn id="15" dur="500"/>
                                        <p:tgtEl>
                                          <p:spTgt spid="81">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81">
                                            <p:txEl>
                                              <p:pRg st="3" end="3"/>
                                            </p:txEl>
                                          </p:spTgt>
                                        </p:tgtEl>
                                        <p:attrNameLst>
                                          <p:attrName>style.visibility</p:attrName>
                                        </p:attrNameLst>
                                      </p:cBhvr>
                                      <p:to>
                                        <p:strVal val="visible"/>
                                      </p:to>
                                    </p:set>
                                    <p:animEffect transition="in" filter="dissolve">
                                      <p:cBhvr>
                                        <p:cTn id="20" dur="500"/>
                                        <p:tgtEl>
                                          <p:spTgt spid="81">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uiExpand="1" build="p"/>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IPv6 datagram format</a:t>
            </a:r>
          </a:p>
        </p:txBody>
      </p:sp>
      <p:sp>
        <p:nvSpPr>
          <p:cNvPr id="7" name="Rectangle 56">
            <a:extLst>
              <a:ext uri="{FF2B5EF4-FFF2-40B4-BE49-F238E27FC236}">
                <a16:creationId xmlns:a16="http://schemas.microsoft.com/office/drawing/2014/main" id="{06BD331B-6C82-EA41-9AF4-9AB955F03E40}"/>
              </a:ext>
            </a:extLst>
          </p:cNvPr>
          <p:cNvSpPr>
            <a:spLocks noChangeArrowheads="1"/>
          </p:cNvSpPr>
          <p:nvPr/>
        </p:nvSpPr>
        <p:spPr bwMode="auto">
          <a:xfrm>
            <a:off x="3731801" y="2152167"/>
            <a:ext cx="4748212" cy="2817812"/>
          </a:xfrm>
          <a:prstGeom prst="rect">
            <a:avLst/>
          </a:prstGeom>
          <a:solidFill>
            <a:schemeClr val="bg1"/>
          </a:solidFill>
          <a:ln w="19050">
            <a:solidFill>
              <a:schemeClr val="tx1"/>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8" name="Line 60">
            <a:extLst>
              <a:ext uri="{FF2B5EF4-FFF2-40B4-BE49-F238E27FC236}">
                <a16:creationId xmlns:a16="http://schemas.microsoft.com/office/drawing/2014/main" id="{FF46BAEB-0183-724A-A6DD-D25D457DBDD2}"/>
              </a:ext>
            </a:extLst>
          </p:cNvPr>
          <p:cNvSpPr>
            <a:spLocks noChangeShapeType="1"/>
          </p:cNvSpPr>
          <p:nvPr/>
        </p:nvSpPr>
        <p:spPr bwMode="auto">
          <a:xfrm>
            <a:off x="3733388" y="2461729"/>
            <a:ext cx="4727575"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 name="Line 61">
            <a:extLst>
              <a:ext uri="{FF2B5EF4-FFF2-40B4-BE49-F238E27FC236}">
                <a16:creationId xmlns:a16="http://schemas.microsoft.com/office/drawing/2014/main" id="{4AB2FA49-F8C7-3B44-B21F-4186310D80F5}"/>
              </a:ext>
            </a:extLst>
          </p:cNvPr>
          <p:cNvSpPr>
            <a:spLocks noChangeShapeType="1"/>
          </p:cNvSpPr>
          <p:nvPr/>
        </p:nvSpPr>
        <p:spPr bwMode="auto">
          <a:xfrm>
            <a:off x="4384263" y="2161692"/>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Line 63">
            <a:extLst>
              <a:ext uri="{FF2B5EF4-FFF2-40B4-BE49-F238E27FC236}">
                <a16:creationId xmlns:a16="http://schemas.microsoft.com/office/drawing/2014/main" id="{3032CAAE-849B-6041-8584-A4B185020812}"/>
              </a:ext>
            </a:extLst>
          </p:cNvPr>
          <p:cNvSpPr>
            <a:spLocks noChangeShapeType="1"/>
          </p:cNvSpPr>
          <p:nvPr/>
        </p:nvSpPr>
        <p:spPr bwMode="auto">
          <a:xfrm>
            <a:off x="5073238" y="2158517"/>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 name="Line 64">
            <a:extLst>
              <a:ext uri="{FF2B5EF4-FFF2-40B4-BE49-F238E27FC236}">
                <a16:creationId xmlns:a16="http://schemas.microsoft.com/office/drawing/2014/main" id="{08C91634-6D01-FD43-B618-241CCA3AE545}"/>
              </a:ext>
            </a:extLst>
          </p:cNvPr>
          <p:cNvSpPr>
            <a:spLocks noChangeShapeType="1"/>
          </p:cNvSpPr>
          <p:nvPr/>
        </p:nvSpPr>
        <p:spPr bwMode="auto">
          <a:xfrm>
            <a:off x="6000338" y="2456967"/>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Line 65">
            <a:extLst>
              <a:ext uri="{FF2B5EF4-FFF2-40B4-BE49-F238E27FC236}">
                <a16:creationId xmlns:a16="http://schemas.microsoft.com/office/drawing/2014/main" id="{B1E03300-E1D2-D14B-81BA-074E0B943A8D}"/>
              </a:ext>
            </a:extLst>
          </p:cNvPr>
          <p:cNvSpPr>
            <a:spLocks noChangeShapeType="1"/>
          </p:cNvSpPr>
          <p:nvPr/>
        </p:nvSpPr>
        <p:spPr bwMode="auto">
          <a:xfrm>
            <a:off x="7146513" y="2460142"/>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Line 66">
            <a:extLst>
              <a:ext uri="{FF2B5EF4-FFF2-40B4-BE49-F238E27FC236}">
                <a16:creationId xmlns:a16="http://schemas.microsoft.com/office/drawing/2014/main" id="{154D8129-6C32-E84D-B8E1-4813483FD7D4}"/>
              </a:ext>
            </a:extLst>
          </p:cNvPr>
          <p:cNvSpPr>
            <a:spLocks noChangeShapeType="1"/>
          </p:cNvSpPr>
          <p:nvPr/>
        </p:nvSpPr>
        <p:spPr bwMode="auto">
          <a:xfrm>
            <a:off x="3720688" y="3982554"/>
            <a:ext cx="4760913"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 name="Line 67">
            <a:extLst>
              <a:ext uri="{FF2B5EF4-FFF2-40B4-BE49-F238E27FC236}">
                <a16:creationId xmlns:a16="http://schemas.microsoft.com/office/drawing/2014/main" id="{9A2D256A-3619-D145-8E9B-835ABDC5637D}"/>
              </a:ext>
            </a:extLst>
          </p:cNvPr>
          <p:cNvSpPr>
            <a:spLocks noChangeShapeType="1"/>
          </p:cNvSpPr>
          <p:nvPr/>
        </p:nvSpPr>
        <p:spPr bwMode="auto">
          <a:xfrm>
            <a:off x="3738151" y="3342792"/>
            <a:ext cx="4760912"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Line 68">
            <a:extLst>
              <a:ext uri="{FF2B5EF4-FFF2-40B4-BE49-F238E27FC236}">
                <a16:creationId xmlns:a16="http://schemas.microsoft.com/office/drawing/2014/main" id="{4BED1352-6084-5E44-8ADB-97D4B1546060}"/>
              </a:ext>
            </a:extLst>
          </p:cNvPr>
          <p:cNvSpPr>
            <a:spLocks noChangeShapeType="1"/>
          </p:cNvSpPr>
          <p:nvPr/>
        </p:nvSpPr>
        <p:spPr bwMode="auto">
          <a:xfrm>
            <a:off x="3723863" y="2760179"/>
            <a:ext cx="4760913"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 name="Text Box 69">
            <a:extLst>
              <a:ext uri="{FF2B5EF4-FFF2-40B4-BE49-F238E27FC236}">
                <a16:creationId xmlns:a16="http://schemas.microsoft.com/office/drawing/2014/main" id="{E0AC04AF-B0F8-7444-B657-E5F780A80276}"/>
              </a:ext>
            </a:extLst>
          </p:cNvPr>
          <p:cNvSpPr txBox="1">
            <a:spLocks noChangeArrowheads="1"/>
          </p:cNvSpPr>
          <p:nvPr/>
        </p:nvSpPr>
        <p:spPr bwMode="auto">
          <a:xfrm>
            <a:off x="5234225" y="4260919"/>
            <a:ext cx="17235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payload (data)</a:t>
            </a:r>
          </a:p>
        </p:txBody>
      </p:sp>
      <p:sp>
        <p:nvSpPr>
          <p:cNvPr id="18" name="Text Box 70">
            <a:extLst>
              <a:ext uri="{FF2B5EF4-FFF2-40B4-BE49-F238E27FC236}">
                <a16:creationId xmlns:a16="http://schemas.microsoft.com/office/drawing/2014/main" id="{5C952E09-E1D5-644F-A77A-EF94E62A6DCB}"/>
              </a:ext>
            </a:extLst>
          </p:cNvPr>
          <p:cNvSpPr txBox="1">
            <a:spLocks noChangeArrowheads="1"/>
          </p:cNvSpPr>
          <p:nvPr/>
        </p:nvSpPr>
        <p:spPr bwMode="auto">
          <a:xfrm>
            <a:off x="4968463" y="3385654"/>
            <a:ext cx="2165350" cy="55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(128 bits)</a:t>
            </a:r>
          </a:p>
        </p:txBody>
      </p:sp>
      <p:sp>
        <p:nvSpPr>
          <p:cNvPr id="19" name="Text Box 71">
            <a:extLst>
              <a:ext uri="{FF2B5EF4-FFF2-40B4-BE49-F238E27FC236}">
                <a16:creationId xmlns:a16="http://schemas.microsoft.com/office/drawing/2014/main" id="{5DB8207C-7284-E643-8418-E273F617A0B3}"/>
              </a:ext>
            </a:extLst>
          </p:cNvPr>
          <p:cNvSpPr txBox="1">
            <a:spLocks noChangeArrowheads="1"/>
          </p:cNvSpPr>
          <p:nvPr/>
        </p:nvSpPr>
        <p:spPr bwMode="auto">
          <a:xfrm>
            <a:off x="5133563" y="2779229"/>
            <a:ext cx="1746250" cy="55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source address</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(128 bits)</a:t>
            </a:r>
          </a:p>
        </p:txBody>
      </p:sp>
      <p:sp>
        <p:nvSpPr>
          <p:cNvPr id="20" name="Text Box 72">
            <a:extLst>
              <a:ext uri="{FF2B5EF4-FFF2-40B4-BE49-F238E27FC236}">
                <a16:creationId xmlns:a16="http://schemas.microsoft.com/office/drawing/2014/main" id="{A085D2DC-A1A9-7842-BB93-C0F03DCF58EF}"/>
              </a:ext>
            </a:extLst>
          </p:cNvPr>
          <p:cNvSpPr txBox="1">
            <a:spLocks noChangeArrowheads="1"/>
          </p:cNvSpPr>
          <p:nvPr/>
        </p:nvSpPr>
        <p:spPr bwMode="auto">
          <a:xfrm>
            <a:off x="4217576" y="2426804"/>
            <a:ext cx="1352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payload len</a:t>
            </a:r>
          </a:p>
        </p:txBody>
      </p:sp>
      <p:sp>
        <p:nvSpPr>
          <p:cNvPr id="21" name="Text Box 73">
            <a:extLst>
              <a:ext uri="{FF2B5EF4-FFF2-40B4-BE49-F238E27FC236}">
                <a16:creationId xmlns:a16="http://schemas.microsoft.com/office/drawing/2014/main" id="{BBC2A83E-7E03-734C-8CE7-1FE8A5C1A015}"/>
              </a:ext>
            </a:extLst>
          </p:cNvPr>
          <p:cNvSpPr txBox="1">
            <a:spLocks noChangeArrowheads="1"/>
          </p:cNvSpPr>
          <p:nvPr/>
        </p:nvSpPr>
        <p:spPr bwMode="auto">
          <a:xfrm>
            <a:off x="5998751" y="2434742"/>
            <a:ext cx="1009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next hdr</a:t>
            </a:r>
          </a:p>
        </p:txBody>
      </p:sp>
      <p:sp>
        <p:nvSpPr>
          <p:cNvPr id="22" name="Text Box 74">
            <a:extLst>
              <a:ext uri="{FF2B5EF4-FFF2-40B4-BE49-F238E27FC236}">
                <a16:creationId xmlns:a16="http://schemas.microsoft.com/office/drawing/2014/main" id="{57026753-C52D-054A-BAC4-B9BFD12FC199}"/>
              </a:ext>
            </a:extLst>
          </p:cNvPr>
          <p:cNvSpPr txBox="1">
            <a:spLocks noChangeArrowheads="1"/>
          </p:cNvSpPr>
          <p:nvPr/>
        </p:nvSpPr>
        <p:spPr bwMode="auto">
          <a:xfrm>
            <a:off x="7254463" y="2420454"/>
            <a:ext cx="1035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hop limit</a:t>
            </a:r>
          </a:p>
        </p:txBody>
      </p:sp>
      <p:sp>
        <p:nvSpPr>
          <p:cNvPr id="23" name="Text Box 75">
            <a:extLst>
              <a:ext uri="{FF2B5EF4-FFF2-40B4-BE49-F238E27FC236}">
                <a16:creationId xmlns:a16="http://schemas.microsoft.com/office/drawing/2014/main" id="{6AE14882-771E-7C44-B5A7-46D9917BA232}"/>
              </a:ext>
            </a:extLst>
          </p:cNvPr>
          <p:cNvSpPr txBox="1">
            <a:spLocks noChangeArrowheads="1"/>
          </p:cNvSpPr>
          <p:nvPr/>
        </p:nvSpPr>
        <p:spPr bwMode="auto">
          <a:xfrm>
            <a:off x="6124163" y="2126767"/>
            <a:ext cx="1136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label</a:t>
            </a:r>
          </a:p>
        </p:txBody>
      </p:sp>
      <p:sp>
        <p:nvSpPr>
          <p:cNvPr id="24" name="Text Box 76">
            <a:extLst>
              <a:ext uri="{FF2B5EF4-FFF2-40B4-BE49-F238E27FC236}">
                <a16:creationId xmlns:a16="http://schemas.microsoft.com/office/drawing/2014/main" id="{E4F605DE-8A23-A342-A2D0-EA394C25E769}"/>
              </a:ext>
            </a:extLst>
          </p:cNvPr>
          <p:cNvSpPr txBox="1">
            <a:spLocks noChangeArrowheads="1"/>
          </p:cNvSpPr>
          <p:nvPr/>
        </p:nvSpPr>
        <p:spPr bwMode="auto">
          <a:xfrm>
            <a:off x="4503326" y="2112479"/>
            <a:ext cx="438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pri</a:t>
            </a: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Text Box 77">
            <a:extLst>
              <a:ext uri="{FF2B5EF4-FFF2-40B4-BE49-F238E27FC236}">
                <a16:creationId xmlns:a16="http://schemas.microsoft.com/office/drawing/2014/main" id="{F5BAFC39-337A-7D4D-B953-EDE378336D82}"/>
              </a:ext>
            </a:extLst>
          </p:cNvPr>
          <p:cNvSpPr txBox="1">
            <a:spLocks noChangeArrowheads="1"/>
          </p:cNvSpPr>
          <p:nvPr/>
        </p:nvSpPr>
        <p:spPr bwMode="auto">
          <a:xfrm>
            <a:off x="3796888" y="2120417"/>
            <a:ext cx="501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ver</a:t>
            </a:r>
          </a:p>
        </p:txBody>
      </p:sp>
      <p:sp>
        <p:nvSpPr>
          <p:cNvPr id="26" name="Line 79">
            <a:extLst>
              <a:ext uri="{FF2B5EF4-FFF2-40B4-BE49-F238E27FC236}">
                <a16:creationId xmlns:a16="http://schemas.microsoft.com/office/drawing/2014/main" id="{6D309F43-CEA6-6C4A-A66E-1ED5E647B3B1}"/>
              </a:ext>
            </a:extLst>
          </p:cNvPr>
          <p:cNvSpPr>
            <a:spLocks noChangeShapeType="1"/>
          </p:cNvSpPr>
          <p:nvPr/>
        </p:nvSpPr>
        <p:spPr bwMode="auto">
          <a:xfrm>
            <a:off x="3696324" y="1921565"/>
            <a:ext cx="4816475" cy="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sp>
        <p:nvSpPr>
          <p:cNvPr id="27" name="Text Box 78">
            <a:extLst>
              <a:ext uri="{FF2B5EF4-FFF2-40B4-BE49-F238E27FC236}">
                <a16:creationId xmlns:a16="http://schemas.microsoft.com/office/drawing/2014/main" id="{293429CE-DA58-654F-BA3A-CCFCE2B31159}"/>
              </a:ext>
            </a:extLst>
          </p:cNvPr>
          <p:cNvSpPr txBox="1">
            <a:spLocks noChangeArrowheads="1"/>
          </p:cNvSpPr>
          <p:nvPr/>
        </p:nvSpPr>
        <p:spPr bwMode="auto">
          <a:xfrm>
            <a:off x="5555286" y="1731065"/>
            <a:ext cx="864339" cy="36933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32 bits</a:t>
            </a:r>
          </a:p>
        </p:txBody>
      </p:sp>
      <p:grpSp>
        <p:nvGrpSpPr>
          <p:cNvPr id="38" name="Group 37">
            <a:extLst>
              <a:ext uri="{FF2B5EF4-FFF2-40B4-BE49-F238E27FC236}">
                <a16:creationId xmlns:a16="http://schemas.microsoft.com/office/drawing/2014/main" id="{6AEA1261-6406-384A-80E1-CD0E73579F74}"/>
              </a:ext>
            </a:extLst>
          </p:cNvPr>
          <p:cNvGrpSpPr/>
          <p:nvPr/>
        </p:nvGrpSpPr>
        <p:grpSpPr>
          <a:xfrm>
            <a:off x="159026" y="1902722"/>
            <a:ext cx="4399722" cy="1089529"/>
            <a:chOff x="159026" y="1902722"/>
            <a:chExt cx="4399722" cy="1089529"/>
          </a:xfrm>
        </p:grpSpPr>
        <p:sp>
          <p:nvSpPr>
            <p:cNvPr id="30" name="Rectangle 4">
              <a:extLst>
                <a:ext uri="{FF2B5EF4-FFF2-40B4-BE49-F238E27FC236}">
                  <a16:creationId xmlns:a16="http://schemas.microsoft.com/office/drawing/2014/main" id="{A62F1DF5-B9B3-694D-A24D-1B7BD3EDB470}"/>
                </a:ext>
              </a:extLst>
            </p:cNvPr>
            <p:cNvSpPr>
              <a:spLocks noChangeArrowheads="1"/>
            </p:cNvSpPr>
            <p:nvPr/>
          </p:nvSpPr>
          <p:spPr bwMode="auto">
            <a:xfrm>
              <a:off x="159026" y="1902722"/>
              <a:ext cx="3072157" cy="10895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priority: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identify priority among datagrams in flow</a:t>
              </a:r>
            </a:p>
          </p:txBody>
        </p:sp>
        <p:cxnSp>
          <p:nvCxnSpPr>
            <p:cNvPr id="32" name="Straight Connector 31">
              <a:extLst>
                <a:ext uri="{FF2B5EF4-FFF2-40B4-BE49-F238E27FC236}">
                  <a16:creationId xmlns:a16="http://schemas.microsoft.com/office/drawing/2014/main" id="{687B5EFD-DE55-954C-AA2E-B11349D91A5E}"/>
                </a:ext>
              </a:extLst>
            </p:cNvPr>
            <p:cNvCxnSpPr/>
            <p:nvPr/>
          </p:nvCxnSpPr>
          <p:spPr>
            <a:xfrm>
              <a:off x="3299791" y="2398643"/>
              <a:ext cx="1258957"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1" name="Group 40">
            <a:extLst>
              <a:ext uri="{FF2B5EF4-FFF2-40B4-BE49-F238E27FC236}">
                <a16:creationId xmlns:a16="http://schemas.microsoft.com/office/drawing/2014/main" id="{E7C16337-BB18-3647-8DA0-0577F7F7EAE2}"/>
              </a:ext>
            </a:extLst>
          </p:cNvPr>
          <p:cNvGrpSpPr/>
          <p:nvPr/>
        </p:nvGrpSpPr>
        <p:grpSpPr>
          <a:xfrm>
            <a:off x="7480852" y="1426988"/>
            <a:ext cx="4499112" cy="1421928"/>
            <a:chOff x="7480852" y="1426988"/>
            <a:chExt cx="4499112" cy="1421928"/>
          </a:xfrm>
        </p:grpSpPr>
        <p:sp>
          <p:nvSpPr>
            <p:cNvPr id="29" name="Rectangle 4">
              <a:extLst>
                <a:ext uri="{FF2B5EF4-FFF2-40B4-BE49-F238E27FC236}">
                  <a16:creationId xmlns:a16="http://schemas.microsoft.com/office/drawing/2014/main" id="{5C471EC3-3AA5-544E-9614-322ED92F4309}"/>
                </a:ext>
              </a:extLst>
            </p:cNvPr>
            <p:cNvSpPr>
              <a:spLocks noChangeArrowheads="1"/>
            </p:cNvSpPr>
            <p:nvPr/>
          </p:nvSpPr>
          <p:spPr bwMode="auto">
            <a:xfrm>
              <a:off x="8742156" y="1426988"/>
              <a:ext cx="3237808" cy="1421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flow label: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identify datagrams in same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flow.”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(concept of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flow” not well defined).</a:t>
              </a:r>
            </a:p>
          </p:txBody>
        </p:sp>
        <p:cxnSp>
          <p:nvCxnSpPr>
            <p:cNvPr id="34" name="Straight Connector 33">
              <a:extLst>
                <a:ext uri="{FF2B5EF4-FFF2-40B4-BE49-F238E27FC236}">
                  <a16:creationId xmlns:a16="http://schemas.microsoft.com/office/drawing/2014/main" id="{2E335EC0-BE93-7D48-B1F1-2EBDF7E08A9B}"/>
                </a:ext>
              </a:extLst>
            </p:cNvPr>
            <p:cNvCxnSpPr/>
            <p:nvPr/>
          </p:nvCxnSpPr>
          <p:spPr>
            <a:xfrm>
              <a:off x="7480852" y="2325756"/>
              <a:ext cx="1258957"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0" name="Group 39">
            <a:extLst>
              <a:ext uri="{FF2B5EF4-FFF2-40B4-BE49-F238E27FC236}">
                <a16:creationId xmlns:a16="http://schemas.microsoft.com/office/drawing/2014/main" id="{81414790-8DD3-3D4D-8E4E-CD4D79358549}"/>
              </a:ext>
            </a:extLst>
          </p:cNvPr>
          <p:cNvGrpSpPr/>
          <p:nvPr/>
        </p:nvGrpSpPr>
        <p:grpSpPr>
          <a:xfrm>
            <a:off x="0" y="2970865"/>
            <a:ext cx="4028661" cy="757130"/>
            <a:chOff x="0" y="2970865"/>
            <a:chExt cx="4028661" cy="757130"/>
          </a:xfrm>
        </p:grpSpPr>
        <p:sp>
          <p:nvSpPr>
            <p:cNvPr id="31" name="Rectangle 4">
              <a:extLst>
                <a:ext uri="{FF2B5EF4-FFF2-40B4-BE49-F238E27FC236}">
                  <a16:creationId xmlns:a16="http://schemas.microsoft.com/office/drawing/2014/main" id="{FD2BAAAA-1AE8-4040-B5EF-F0275A2B5E9A}"/>
                </a:ext>
              </a:extLst>
            </p:cNvPr>
            <p:cNvSpPr>
              <a:spLocks noChangeArrowheads="1"/>
            </p:cNvSpPr>
            <p:nvPr/>
          </p:nvSpPr>
          <p:spPr bwMode="auto">
            <a:xfrm>
              <a:off x="0" y="2970865"/>
              <a:ext cx="3237808" cy="757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128-bit </a:t>
              </a:r>
            </a:p>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IPv6 addresses</a:t>
              </a:r>
              <a:endPar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37" name="Straight Connector 36">
              <a:extLst>
                <a:ext uri="{FF2B5EF4-FFF2-40B4-BE49-F238E27FC236}">
                  <a16:creationId xmlns:a16="http://schemas.microsoft.com/office/drawing/2014/main" id="{86D2440C-820D-DB4D-9733-7F45283BFBFD}"/>
                </a:ext>
              </a:extLst>
            </p:cNvPr>
            <p:cNvCxnSpPr>
              <a:cxnSpLocks/>
            </p:cNvCxnSpPr>
            <p:nvPr/>
          </p:nvCxnSpPr>
          <p:spPr>
            <a:xfrm>
              <a:off x="3124200" y="3380098"/>
              <a:ext cx="904461" cy="30400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BB9E4D90-DD97-EC4E-8478-927833442B32}"/>
                </a:ext>
              </a:extLst>
            </p:cNvPr>
            <p:cNvCxnSpPr>
              <a:cxnSpLocks/>
            </p:cNvCxnSpPr>
            <p:nvPr/>
          </p:nvCxnSpPr>
          <p:spPr>
            <a:xfrm flipV="1">
              <a:off x="3124200" y="3055420"/>
              <a:ext cx="904461" cy="30400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43" name="TextBox 42">
            <a:extLst>
              <a:ext uri="{FF2B5EF4-FFF2-40B4-BE49-F238E27FC236}">
                <a16:creationId xmlns:a16="http://schemas.microsoft.com/office/drawing/2014/main" id="{2147A05B-9FF8-9348-9157-B03754DD0182}"/>
              </a:ext>
            </a:extLst>
          </p:cNvPr>
          <p:cNvSpPr txBox="1"/>
          <p:nvPr/>
        </p:nvSpPr>
        <p:spPr>
          <a:xfrm>
            <a:off x="1192696" y="5022574"/>
            <a:ext cx="8971722"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What’s missing (compared with IPv4): </a:t>
            </a:r>
          </a:p>
          <a:p>
            <a:pPr marL="285750" marR="0" lvl="0" indent="-28575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checksum (to speed processing at routers)</a:t>
            </a:r>
          </a:p>
          <a:p>
            <a:pPr marL="285750" marR="0" lvl="0" indent="-28575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fragmentation/reassembly</a:t>
            </a:r>
          </a:p>
          <a:p>
            <a:pPr marL="285750" marR="0" lvl="0" indent="-28575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options (available as upper-layer, next-header protocol at router)</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Slide Number Placeholder 3">
            <a:extLst>
              <a:ext uri="{FF2B5EF4-FFF2-40B4-BE49-F238E27FC236}">
                <a16:creationId xmlns:a16="http://schemas.microsoft.com/office/drawing/2014/main" id="{FECA57F1-CDA6-B74D-8BAA-F8802916451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53</a:t>
            </a:fld>
            <a:endParaRPr lang="en-US" dirty="0"/>
          </a:p>
        </p:txBody>
      </p:sp>
    </p:spTree>
    <p:extLst>
      <p:ext uri="{BB962C8B-B14F-4D97-AF65-F5344CB8AC3E}">
        <p14:creationId xmlns:p14="http://schemas.microsoft.com/office/powerpoint/2010/main" val="11028156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dissolve">
                                      <p:cBhvr>
                                        <p:cTn id="7" dur="500"/>
                                        <p:tgtEl>
                                          <p:spTgt spid="4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1"/>
                                        </p:tgtEl>
                                        <p:attrNameLst>
                                          <p:attrName>style.visibility</p:attrName>
                                        </p:attrNameLst>
                                      </p:cBhvr>
                                      <p:to>
                                        <p:strVal val="visible"/>
                                      </p:to>
                                    </p:set>
                                    <p:animEffect transition="in" filter="dissolve">
                                      <p:cBhvr>
                                        <p:cTn id="12" dur="500"/>
                                        <p:tgtEl>
                                          <p:spTgt spid="4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38"/>
                                        </p:tgtEl>
                                        <p:attrNameLst>
                                          <p:attrName>style.visibility</p:attrName>
                                        </p:attrNameLst>
                                      </p:cBhvr>
                                      <p:to>
                                        <p:strVal val="visible"/>
                                      </p:to>
                                    </p:set>
                                    <p:animEffect transition="in" filter="dissolve">
                                      <p:cBhvr>
                                        <p:cTn id="17" dur="500"/>
                                        <p:tgtEl>
                                          <p:spTgt spid="38"/>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43"/>
                                        </p:tgtEl>
                                        <p:attrNameLst>
                                          <p:attrName>style.visibility</p:attrName>
                                        </p:attrNameLst>
                                      </p:cBhvr>
                                      <p:to>
                                        <p:strVal val="visible"/>
                                      </p:to>
                                    </p:set>
                                    <p:animEffect transition="in" filter="dissolve">
                                      <p:cBhvr>
                                        <p:cTn id="22"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79475"/>
            <a:ext cx="10515600" cy="1193105"/>
          </a:xfrm>
        </p:spPr>
        <p:txBody>
          <a:bodyPr/>
          <a:lstStyle/>
          <a:p>
            <a:pPr>
              <a:lnSpc>
                <a:spcPct val="75000"/>
              </a:lnSpc>
            </a:pPr>
            <a:r>
              <a:rPr lang="en-US" altLang="en-US" dirty="0">
                <a:ea typeface="ＭＳ Ｐゴシック" panose="020B0600070205080204" pitchFamily="34" charset="-128"/>
                <a:cs typeface="ＭＳ Ｐゴシック" panose="020B0600070205080204" pitchFamily="34" charset="-128"/>
              </a:rPr>
              <a:t>not all routers can be upgraded simultaneously</a:t>
            </a:r>
          </a:p>
          <a:p>
            <a:pPr lvl="1">
              <a:lnSpc>
                <a:spcPct val="75000"/>
              </a:lnSpc>
            </a:pPr>
            <a:r>
              <a:rPr lang="en-US" altLang="en-US" sz="2800" dirty="0">
                <a:ea typeface="ＭＳ Ｐゴシック" panose="020B0600070205080204" pitchFamily="34" charset="-128"/>
              </a:rPr>
              <a:t>no “</a:t>
            </a:r>
            <a:r>
              <a:rPr lang="en-US" altLang="ja-JP" sz="2800" dirty="0">
                <a:ea typeface="ＭＳ Ｐゴシック" panose="020B0600070205080204" pitchFamily="34" charset="-128"/>
              </a:rPr>
              <a:t>flag days”</a:t>
            </a:r>
          </a:p>
          <a:p>
            <a:pPr lvl="1">
              <a:lnSpc>
                <a:spcPct val="75000"/>
              </a:lnSpc>
            </a:pPr>
            <a:r>
              <a:rPr lang="en-US" altLang="en-US" sz="2800" dirty="0">
                <a:ea typeface="ＭＳ Ｐゴシック" panose="020B0600070205080204" pitchFamily="34" charset="-128"/>
              </a:rPr>
              <a:t>how will network operate with mixed IPv4 and IPv6 routers? </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Transition from IPv4 to IPv6</a:t>
            </a:r>
          </a:p>
        </p:txBody>
      </p:sp>
      <p:grpSp>
        <p:nvGrpSpPr>
          <p:cNvPr id="3" name="Group 2">
            <a:extLst>
              <a:ext uri="{FF2B5EF4-FFF2-40B4-BE49-F238E27FC236}">
                <a16:creationId xmlns:a16="http://schemas.microsoft.com/office/drawing/2014/main" id="{B2DCBD89-E19C-084D-BCB3-FA5D2DD220BC}"/>
              </a:ext>
            </a:extLst>
          </p:cNvPr>
          <p:cNvGrpSpPr/>
          <p:nvPr/>
        </p:nvGrpSpPr>
        <p:grpSpPr>
          <a:xfrm>
            <a:off x="2588799" y="4315653"/>
            <a:ext cx="6629400" cy="2227263"/>
            <a:chOff x="2588799" y="4315653"/>
            <a:chExt cx="6629400" cy="2227263"/>
          </a:xfrm>
        </p:grpSpPr>
        <p:grpSp>
          <p:nvGrpSpPr>
            <p:cNvPr id="44" name="Group 47">
              <a:extLst>
                <a:ext uri="{FF2B5EF4-FFF2-40B4-BE49-F238E27FC236}">
                  <a16:creationId xmlns:a16="http://schemas.microsoft.com/office/drawing/2014/main" id="{85CE4E48-327A-8A4D-A954-DE107FCAEB31}"/>
                </a:ext>
              </a:extLst>
            </p:cNvPr>
            <p:cNvGrpSpPr>
              <a:grpSpLocks/>
            </p:cNvGrpSpPr>
            <p:nvPr/>
          </p:nvGrpSpPr>
          <p:grpSpPr bwMode="auto">
            <a:xfrm>
              <a:off x="3387311" y="5349116"/>
              <a:ext cx="4854575" cy="473075"/>
              <a:chOff x="1163" y="3504"/>
              <a:chExt cx="3058" cy="298"/>
            </a:xfrm>
          </p:grpSpPr>
          <p:sp>
            <p:nvSpPr>
              <p:cNvPr id="45" name="Rectangle 26">
                <a:extLst>
                  <a:ext uri="{FF2B5EF4-FFF2-40B4-BE49-F238E27FC236}">
                    <a16:creationId xmlns:a16="http://schemas.microsoft.com/office/drawing/2014/main" id="{0B8F7B45-E1EB-F74C-93D5-404449143184}"/>
                  </a:ext>
                </a:extLst>
              </p:cNvPr>
              <p:cNvSpPr>
                <a:spLocks noChangeArrowheads="1"/>
              </p:cNvSpPr>
              <p:nvPr/>
            </p:nvSpPr>
            <p:spPr bwMode="auto">
              <a:xfrm>
                <a:off x="1163" y="3505"/>
                <a:ext cx="3058" cy="295"/>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 name="Line 27">
                <a:extLst>
                  <a:ext uri="{FF2B5EF4-FFF2-40B4-BE49-F238E27FC236}">
                    <a16:creationId xmlns:a16="http://schemas.microsoft.com/office/drawing/2014/main" id="{5BB83C09-29F8-E14A-8594-6289590FD122}"/>
                  </a:ext>
                </a:extLst>
              </p:cNvPr>
              <p:cNvSpPr>
                <a:spLocks noChangeShapeType="1"/>
              </p:cNvSpPr>
              <p:nvPr/>
            </p:nvSpPr>
            <p:spPr bwMode="auto">
              <a:xfrm>
                <a:off x="2022" y="3504"/>
                <a:ext cx="0" cy="295"/>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Line 28">
                <a:extLst>
                  <a:ext uri="{FF2B5EF4-FFF2-40B4-BE49-F238E27FC236}">
                    <a16:creationId xmlns:a16="http://schemas.microsoft.com/office/drawing/2014/main" id="{45A07E19-C579-6C4A-B872-F2972F10380C}"/>
                  </a:ext>
                </a:extLst>
              </p:cNvPr>
              <p:cNvSpPr>
                <a:spLocks noChangeShapeType="1"/>
              </p:cNvSpPr>
              <p:nvPr/>
            </p:nvSpPr>
            <p:spPr bwMode="auto">
              <a:xfrm>
                <a:off x="1781" y="3507"/>
                <a:ext cx="0" cy="295"/>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Line 29">
                <a:extLst>
                  <a:ext uri="{FF2B5EF4-FFF2-40B4-BE49-F238E27FC236}">
                    <a16:creationId xmlns:a16="http://schemas.microsoft.com/office/drawing/2014/main" id="{26CE7756-DC4E-8F4C-B1A2-C3AAC5F9E1D7}"/>
                  </a:ext>
                </a:extLst>
              </p:cNvPr>
              <p:cNvSpPr>
                <a:spLocks noChangeShapeType="1"/>
              </p:cNvSpPr>
              <p:nvPr/>
            </p:nvSpPr>
            <p:spPr bwMode="auto">
              <a:xfrm>
                <a:off x="1532" y="3504"/>
                <a:ext cx="0" cy="295"/>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Line 31">
                <a:extLst>
                  <a:ext uri="{FF2B5EF4-FFF2-40B4-BE49-F238E27FC236}">
                    <a16:creationId xmlns:a16="http://schemas.microsoft.com/office/drawing/2014/main" id="{E7FFE15F-A560-7B48-9D5C-0D4C42F11873}"/>
                  </a:ext>
                </a:extLst>
              </p:cNvPr>
              <p:cNvSpPr>
                <a:spLocks noChangeShapeType="1"/>
              </p:cNvSpPr>
              <p:nvPr/>
            </p:nvSpPr>
            <p:spPr bwMode="auto">
              <a:xfrm>
                <a:off x="1187"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Line 32">
                <a:extLst>
                  <a:ext uri="{FF2B5EF4-FFF2-40B4-BE49-F238E27FC236}">
                    <a16:creationId xmlns:a16="http://schemas.microsoft.com/office/drawing/2014/main" id="{DCA21855-02AD-4C46-B913-B70528AA95D3}"/>
                  </a:ext>
                </a:extLst>
              </p:cNvPr>
              <p:cNvSpPr>
                <a:spLocks noChangeShapeType="1"/>
              </p:cNvSpPr>
              <p:nvPr/>
            </p:nvSpPr>
            <p:spPr bwMode="auto">
              <a:xfrm>
                <a:off x="1187"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Line 33">
                <a:extLst>
                  <a:ext uri="{FF2B5EF4-FFF2-40B4-BE49-F238E27FC236}">
                    <a16:creationId xmlns:a16="http://schemas.microsoft.com/office/drawing/2014/main" id="{9214E5A2-AFB0-BD42-B022-36FDD4FC8793}"/>
                  </a:ext>
                </a:extLst>
              </p:cNvPr>
              <p:cNvSpPr>
                <a:spLocks noChangeShapeType="1"/>
              </p:cNvSpPr>
              <p:nvPr/>
            </p:nvSpPr>
            <p:spPr bwMode="auto">
              <a:xfrm>
                <a:off x="1283"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Line 34">
                <a:extLst>
                  <a:ext uri="{FF2B5EF4-FFF2-40B4-BE49-F238E27FC236}">
                    <a16:creationId xmlns:a16="http://schemas.microsoft.com/office/drawing/2014/main" id="{06D605D3-808D-7B4E-BBDE-CF4C297F5023}"/>
                  </a:ext>
                </a:extLst>
              </p:cNvPr>
              <p:cNvSpPr>
                <a:spLocks noChangeShapeType="1"/>
              </p:cNvSpPr>
              <p:nvPr/>
            </p:nvSpPr>
            <p:spPr bwMode="auto">
              <a:xfrm>
                <a:off x="1283"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Line 35">
                <a:extLst>
                  <a:ext uri="{FF2B5EF4-FFF2-40B4-BE49-F238E27FC236}">
                    <a16:creationId xmlns:a16="http://schemas.microsoft.com/office/drawing/2014/main" id="{2EAA871A-A6B1-2F44-9A79-2326FD66CA28}"/>
                  </a:ext>
                </a:extLst>
              </p:cNvPr>
              <p:cNvSpPr>
                <a:spLocks noChangeShapeType="1"/>
              </p:cNvSpPr>
              <p:nvPr/>
            </p:nvSpPr>
            <p:spPr bwMode="auto">
              <a:xfrm>
                <a:off x="1379"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Line 36">
                <a:extLst>
                  <a:ext uri="{FF2B5EF4-FFF2-40B4-BE49-F238E27FC236}">
                    <a16:creationId xmlns:a16="http://schemas.microsoft.com/office/drawing/2014/main" id="{4AB1D42E-1D5F-FE45-A523-C7543989DE8F}"/>
                  </a:ext>
                </a:extLst>
              </p:cNvPr>
              <p:cNvSpPr>
                <a:spLocks noChangeShapeType="1"/>
              </p:cNvSpPr>
              <p:nvPr/>
            </p:nvSpPr>
            <p:spPr bwMode="auto">
              <a:xfrm>
                <a:off x="1379"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Line 37">
                <a:extLst>
                  <a:ext uri="{FF2B5EF4-FFF2-40B4-BE49-F238E27FC236}">
                    <a16:creationId xmlns:a16="http://schemas.microsoft.com/office/drawing/2014/main" id="{90B32EFE-1E28-D647-8125-D4EB79D8100B}"/>
                  </a:ext>
                </a:extLst>
              </p:cNvPr>
              <p:cNvSpPr>
                <a:spLocks noChangeShapeType="1"/>
              </p:cNvSpPr>
              <p:nvPr/>
            </p:nvSpPr>
            <p:spPr bwMode="auto">
              <a:xfrm>
                <a:off x="1475"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Line 38">
                <a:extLst>
                  <a:ext uri="{FF2B5EF4-FFF2-40B4-BE49-F238E27FC236}">
                    <a16:creationId xmlns:a16="http://schemas.microsoft.com/office/drawing/2014/main" id="{9AF24D69-1E89-014E-983B-84CE811B3B6C}"/>
                  </a:ext>
                </a:extLst>
              </p:cNvPr>
              <p:cNvSpPr>
                <a:spLocks noChangeShapeType="1"/>
              </p:cNvSpPr>
              <p:nvPr/>
            </p:nvSpPr>
            <p:spPr bwMode="auto">
              <a:xfrm>
                <a:off x="1475"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Line 39">
                <a:extLst>
                  <a:ext uri="{FF2B5EF4-FFF2-40B4-BE49-F238E27FC236}">
                    <a16:creationId xmlns:a16="http://schemas.microsoft.com/office/drawing/2014/main" id="{E5582665-5410-4F4B-BB26-C2BE5777C922}"/>
                  </a:ext>
                </a:extLst>
              </p:cNvPr>
              <p:cNvSpPr>
                <a:spLocks noChangeShapeType="1"/>
              </p:cNvSpPr>
              <p:nvPr/>
            </p:nvSpPr>
            <p:spPr bwMode="auto">
              <a:xfrm>
                <a:off x="1327" y="3506"/>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Line 40">
                <a:extLst>
                  <a:ext uri="{FF2B5EF4-FFF2-40B4-BE49-F238E27FC236}">
                    <a16:creationId xmlns:a16="http://schemas.microsoft.com/office/drawing/2014/main" id="{517D11AD-7383-864C-AED0-B4B1CA23D875}"/>
                  </a:ext>
                </a:extLst>
              </p:cNvPr>
              <p:cNvSpPr>
                <a:spLocks noChangeShapeType="1"/>
              </p:cNvSpPr>
              <p:nvPr/>
            </p:nvSpPr>
            <p:spPr bwMode="auto">
              <a:xfrm>
                <a:off x="1327" y="374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Line 41">
                <a:extLst>
                  <a:ext uri="{FF2B5EF4-FFF2-40B4-BE49-F238E27FC236}">
                    <a16:creationId xmlns:a16="http://schemas.microsoft.com/office/drawing/2014/main" id="{740AB5BD-C969-9E46-818D-C58B8E93548F}"/>
                  </a:ext>
                </a:extLst>
              </p:cNvPr>
              <p:cNvSpPr>
                <a:spLocks noChangeShapeType="1"/>
              </p:cNvSpPr>
              <p:nvPr/>
            </p:nvSpPr>
            <p:spPr bwMode="auto">
              <a:xfrm>
                <a:off x="1213" y="3508"/>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Line 42">
                <a:extLst>
                  <a:ext uri="{FF2B5EF4-FFF2-40B4-BE49-F238E27FC236}">
                    <a16:creationId xmlns:a16="http://schemas.microsoft.com/office/drawing/2014/main" id="{484D648A-3257-2B45-8669-ED9980CF3F79}"/>
                  </a:ext>
                </a:extLst>
              </p:cNvPr>
              <p:cNvSpPr>
                <a:spLocks noChangeShapeType="1"/>
              </p:cNvSpPr>
              <p:nvPr/>
            </p:nvSpPr>
            <p:spPr bwMode="auto">
              <a:xfrm>
                <a:off x="1213" y="3746"/>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1" name="Text Box 48">
              <a:extLst>
                <a:ext uri="{FF2B5EF4-FFF2-40B4-BE49-F238E27FC236}">
                  <a16:creationId xmlns:a16="http://schemas.microsoft.com/office/drawing/2014/main" id="{3025677D-1A39-4D4E-952D-47FA93E9C304}"/>
                </a:ext>
              </a:extLst>
            </p:cNvPr>
            <p:cNvSpPr txBox="1">
              <a:spLocks noChangeArrowheads="1"/>
            </p:cNvSpPr>
            <p:nvPr/>
          </p:nvSpPr>
          <p:spPr bwMode="auto">
            <a:xfrm>
              <a:off x="2882486" y="4547428"/>
              <a:ext cx="20066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source, dest addr </a:t>
              </a:r>
            </a:p>
          </p:txBody>
        </p:sp>
        <p:sp>
          <p:nvSpPr>
            <p:cNvPr id="62" name="Text Box 50">
              <a:extLst>
                <a:ext uri="{FF2B5EF4-FFF2-40B4-BE49-F238E27FC236}">
                  <a16:creationId xmlns:a16="http://schemas.microsoft.com/office/drawing/2014/main" id="{3F15789A-CD81-DA43-90BD-430C29BF1ECC}"/>
                </a:ext>
              </a:extLst>
            </p:cNvPr>
            <p:cNvSpPr txBox="1">
              <a:spLocks noChangeArrowheads="1"/>
            </p:cNvSpPr>
            <p:nvPr/>
          </p:nvSpPr>
          <p:spPr bwMode="auto">
            <a:xfrm>
              <a:off x="2588799" y="4315653"/>
              <a:ext cx="16525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header fields </a:t>
              </a:r>
            </a:p>
          </p:txBody>
        </p:sp>
        <p:sp>
          <p:nvSpPr>
            <p:cNvPr id="63" name="Line 55">
              <a:extLst>
                <a:ext uri="{FF2B5EF4-FFF2-40B4-BE49-F238E27FC236}">
                  <a16:creationId xmlns:a16="http://schemas.microsoft.com/office/drawing/2014/main" id="{2B0FC6EA-6836-1247-B55A-1F3BC4B8C3BF}"/>
                </a:ext>
              </a:extLst>
            </p:cNvPr>
            <p:cNvSpPr>
              <a:spLocks noChangeShapeType="1"/>
            </p:cNvSpPr>
            <p:nvPr/>
          </p:nvSpPr>
          <p:spPr bwMode="auto">
            <a:xfrm>
              <a:off x="4141374" y="4806191"/>
              <a:ext cx="0" cy="738187"/>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56">
              <a:extLst>
                <a:ext uri="{FF2B5EF4-FFF2-40B4-BE49-F238E27FC236}">
                  <a16:creationId xmlns:a16="http://schemas.microsoft.com/office/drawing/2014/main" id="{575738DA-3D85-0C40-B1CC-102540708635}"/>
                </a:ext>
              </a:extLst>
            </p:cNvPr>
            <p:cNvSpPr>
              <a:spLocks noChangeShapeType="1"/>
            </p:cNvSpPr>
            <p:nvPr/>
          </p:nvSpPr>
          <p:spPr bwMode="auto">
            <a:xfrm>
              <a:off x="4146136" y="4801428"/>
              <a:ext cx="381000" cy="738188"/>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57">
              <a:extLst>
                <a:ext uri="{FF2B5EF4-FFF2-40B4-BE49-F238E27FC236}">
                  <a16:creationId xmlns:a16="http://schemas.microsoft.com/office/drawing/2014/main" id="{25FB55E6-487A-584F-801B-6DCFD28711EB}"/>
                </a:ext>
              </a:extLst>
            </p:cNvPr>
            <p:cNvSpPr>
              <a:spLocks noChangeShapeType="1"/>
            </p:cNvSpPr>
            <p:nvPr/>
          </p:nvSpPr>
          <p:spPr bwMode="auto">
            <a:xfrm>
              <a:off x="3546061" y="4558541"/>
              <a:ext cx="0" cy="97631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Text Box 23">
              <a:extLst>
                <a:ext uri="{FF2B5EF4-FFF2-40B4-BE49-F238E27FC236}">
                  <a16:creationId xmlns:a16="http://schemas.microsoft.com/office/drawing/2014/main" id="{F83CF542-0D7B-B642-9D47-1F5780EFFFE6}"/>
                </a:ext>
              </a:extLst>
            </p:cNvPr>
            <p:cNvSpPr txBox="1">
              <a:spLocks noChangeArrowheads="1"/>
            </p:cNvSpPr>
            <p:nvPr/>
          </p:nvSpPr>
          <p:spPr bwMode="auto">
            <a:xfrm>
              <a:off x="4949411" y="6176203"/>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datagram</a:t>
              </a:r>
            </a:p>
          </p:txBody>
        </p:sp>
        <p:sp>
          <p:nvSpPr>
            <p:cNvPr id="67" name="Line 24">
              <a:extLst>
                <a:ext uri="{FF2B5EF4-FFF2-40B4-BE49-F238E27FC236}">
                  <a16:creationId xmlns:a16="http://schemas.microsoft.com/office/drawing/2014/main" id="{FC5D76F7-DA23-B744-AEE7-007E350319B9}"/>
                </a:ext>
              </a:extLst>
            </p:cNvPr>
            <p:cNvSpPr>
              <a:spLocks noChangeShapeType="1"/>
            </p:cNvSpPr>
            <p:nvPr/>
          </p:nvSpPr>
          <p:spPr bwMode="auto">
            <a:xfrm>
              <a:off x="6570249" y="6365116"/>
              <a:ext cx="16954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25">
              <a:extLst>
                <a:ext uri="{FF2B5EF4-FFF2-40B4-BE49-F238E27FC236}">
                  <a16:creationId xmlns:a16="http://schemas.microsoft.com/office/drawing/2014/main" id="{37CA3CBB-F876-E848-B825-EA004F538DB7}"/>
                </a:ext>
              </a:extLst>
            </p:cNvPr>
            <p:cNvSpPr>
              <a:spLocks noChangeShapeType="1"/>
            </p:cNvSpPr>
            <p:nvPr/>
          </p:nvSpPr>
          <p:spPr bwMode="auto">
            <a:xfrm flipH="1">
              <a:off x="3380961" y="6365116"/>
              <a:ext cx="16065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Text Box 64">
              <a:extLst>
                <a:ext uri="{FF2B5EF4-FFF2-40B4-BE49-F238E27FC236}">
                  <a16:creationId xmlns:a16="http://schemas.microsoft.com/office/drawing/2014/main" id="{3D823FF2-049B-2745-A899-C1EADB194DD4}"/>
                </a:ext>
              </a:extLst>
            </p:cNvPr>
            <p:cNvSpPr txBox="1">
              <a:spLocks noChangeArrowheads="1"/>
            </p:cNvSpPr>
            <p:nvPr/>
          </p:nvSpPr>
          <p:spPr bwMode="auto">
            <a:xfrm>
              <a:off x="5670136" y="5826953"/>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datagram</a:t>
              </a:r>
            </a:p>
          </p:txBody>
        </p:sp>
        <p:sp>
          <p:nvSpPr>
            <p:cNvPr id="70" name="Line 65">
              <a:extLst>
                <a:ext uri="{FF2B5EF4-FFF2-40B4-BE49-F238E27FC236}">
                  <a16:creationId xmlns:a16="http://schemas.microsoft.com/office/drawing/2014/main" id="{647F016D-72CE-0A42-A123-FC8779F68E9D}"/>
                </a:ext>
              </a:extLst>
            </p:cNvPr>
            <p:cNvSpPr>
              <a:spLocks noChangeShapeType="1"/>
            </p:cNvSpPr>
            <p:nvPr/>
          </p:nvSpPr>
          <p:spPr bwMode="auto">
            <a:xfrm>
              <a:off x="7306849" y="59968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Line 66">
              <a:extLst>
                <a:ext uri="{FF2B5EF4-FFF2-40B4-BE49-F238E27FC236}">
                  <a16:creationId xmlns:a16="http://schemas.microsoft.com/office/drawing/2014/main" id="{D1F92FDA-6A3B-4F4D-9882-D486C8F81A16}"/>
                </a:ext>
              </a:extLst>
            </p:cNvPr>
            <p:cNvSpPr>
              <a:spLocks noChangeShapeType="1"/>
            </p:cNvSpPr>
            <p:nvPr/>
          </p:nvSpPr>
          <p:spPr bwMode="auto">
            <a:xfrm flipH="1">
              <a:off x="4808124" y="5996816"/>
              <a:ext cx="925512"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Rectangle 69">
              <a:extLst>
                <a:ext uri="{FF2B5EF4-FFF2-40B4-BE49-F238E27FC236}">
                  <a16:creationId xmlns:a16="http://schemas.microsoft.com/office/drawing/2014/main" id="{3CA4B0A3-1924-9F4B-8C00-0B7305199E0B}"/>
                </a:ext>
              </a:extLst>
            </p:cNvPr>
            <p:cNvSpPr>
              <a:spLocks noChangeArrowheads="1"/>
            </p:cNvSpPr>
            <p:nvPr/>
          </p:nvSpPr>
          <p:spPr bwMode="auto">
            <a:xfrm>
              <a:off x="4776374" y="5384041"/>
              <a:ext cx="3422650" cy="401637"/>
            </a:xfrm>
            <a:prstGeom prst="rect">
              <a:avLst/>
            </a:prstGeom>
            <a:solidFill>
              <a:srgbClr val="66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73" name="Group 70">
              <a:extLst>
                <a:ext uri="{FF2B5EF4-FFF2-40B4-BE49-F238E27FC236}">
                  <a16:creationId xmlns:a16="http://schemas.microsoft.com/office/drawing/2014/main" id="{F5129026-19D5-D04F-AA22-0EA328FF6601}"/>
                </a:ext>
              </a:extLst>
            </p:cNvPr>
            <p:cNvGrpSpPr>
              <a:grpSpLocks/>
            </p:cNvGrpSpPr>
            <p:nvPr/>
          </p:nvGrpSpPr>
          <p:grpSpPr bwMode="auto">
            <a:xfrm>
              <a:off x="5838411" y="4414078"/>
              <a:ext cx="3379788" cy="1109663"/>
              <a:chOff x="2868" y="2782"/>
              <a:chExt cx="2129" cy="699"/>
            </a:xfrm>
          </p:grpSpPr>
          <p:sp>
            <p:nvSpPr>
              <p:cNvPr id="74" name="Text Box 51">
                <a:extLst>
                  <a:ext uri="{FF2B5EF4-FFF2-40B4-BE49-F238E27FC236}">
                    <a16:creationId xmlns:a16="http://schemas.microsoft.com/office/drawing/2014/main" id="{0B64CEDF-9FF3-9140-9742-3908E5BF0A76}"/>
                  </a:ext>
                </a:extLst>
              </p:cNvPr>
              <p:cNvSpPr txBox="1">
                <a:spLocks noChangeArrowheads="1"/>
              </p:cNvSpPr>
              <p:nvPr/>
            </p:nvSpPr>
            <p:spPr bwMode="auto">
              <a:xfrm>
                <a:off x="4204" y="2782"/>
                <a:ext cx="79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payload </a:t>
                </a:r>
              </a:p>
            </p:txBody>
          </p:sp>
          <p:sp>
            <p:nvSpPr>
              <p:cNvPr id="75" name="Line 54">
                <a:extLst>
                  <a:ext uri="{FF2B5EF4-FFF2-40B4-BE49-F238E27FC236}">
                    <a16:creationId xmlns:a16="http://schemas.microsoft.com/office/drawing/2014/main" id="{A0D83449-189A-C940-A264-4540DB3CDD5C}"/>
                  </a:ext>
                </a:extLst>
              </p:cNvPr>
              <p:cNvSpPr>
                <a:spLocks noChangeShapeType="1"/>
              </p:cNvSpPr>
              <p:nvPr/>
            </p:nvSpPr>
            <p:spPr bwMode="auto">
              <a:xfrm flipH="1">
                <a:off x="2868" y="2979"/>
                <a:ext cx="1532" cy="50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76" name="Group 71">
            <a:extLst>
              <a:ext uri="{FF2B5EF4-FFF2-40B4-BE49-F238E27FC236}">
                <a16:creationId xmlns:a16="http://schemas.microsoft.com/office/drawing/2014/main" id="{11FE3D05-AB54-8048-97B8-F988E3FA27D7}"/>
              </a:ext>
            </a:extLst>
          </p:cNvPr>
          <p:cNvGrpSpPr>
            <a:grpSpLocks/>
          </p:cNvGrpSpPr>
          <p:nvPr/>
        </p:nvGrpSpPr>
        <p:grpSpPr bwMode="auto">
          <a:xfrm>
            <a:off x="4792249" y="4318828"/>
            <a:ext cx="3402012" cy="1476375"/>
            <a:chOff x="2280" y="1247"/>
            <a:chExt cx="2143" cy="930"/>
          </a:xfrm>
        </p:grpSpPr>
        <p:sp>
          <p:nvSpPr>
            <p:cNvPr id="77" name="Rectangle 5">
              <a:extLst>
                <a:ext uri="{FF2B5EF4-FFF2-40B4-BE49-F238E27FC236}">
                  <a16:creationId xmlns:a16="http://schemas.microsoft.com/office/drawing/2014/main" id="{7836EF7C-2C36-D04E-9464-59A64A8CE943}"/>
                </a:ext>
              </a:extLst>
            </p:cNvPr>
            <p:cNvSpPr>
              <a:spLocks noChangeArrowheads="1"/>
            </p:cNvSpPr>
            <p:nvPr/>
          </p:nvSpPr>
          <p:spPr bwMode="auto">
            <a:xfrm>
              <a:off x="2280" y="1918"/>
              <a:ext cx="2143" cy="253"/>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8" name="Line 8">
              <a:extLst>
                <a:ext uri="{FF2B5EF4-FFF2-40B4-BE49-F238E27FC236}">
                  <a16:creationId xmlns:a16="http://schemas.microsoft.com/office/drawing/2014/main" id="{22F7E034-02DD-0244-A9BA-0A7469D63EA3}"/>
                </a:ext>
              </a:extLst>
            </p:cNvPr>
            <p:cNvSpPr>
              <a:spLocks noChangeShapeType="1"/>
            </p:cNvSpPr>
            <p:nvPr/>
          </p:nvSpPr>
          <p:spPr bwMode="auto">
            <a:xfrm>
              <a:off x="2333" y="1918"/>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Line 9">
              <a:extLst>
                <a:ext uri="{FF2B5EF4-FFF2-40B4-BE49-F238E27FC236}">
                  <a16:creationId xmlns:a16="http://schemas.microsoft.com/office/drawing/2014/main" id="{43D3B1B8-8C3B-8940-B5FC-CC0850459D80}"/>
                </a:ext>
              </a:extLst>
            </p:cNvPr>
            <p:cNvSpPr>
              <a:spLocks noChangeShapeType="1"/>
            </p:cNvSpPr>
            <p:nvPr/>
          </p:nvSpPr>
          <p:spPr bwMode="auto">
            <a:xfrm>
              <a:off x="2307" y="1917"/>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Line 10">
              <a:extLst>
                <a:ext uri="{FF2B5EF4-FFF2-40B4-BE49-F238E27FC236}">
                  <a16:creationId xmlns:a16="http://schemas.microsoft.com/office/drawing/2014/main" id="{D4EEA358-A0E2-2E4C-B3F1-4AB85620D57A}"/>
                </a:ext>
              </a:extLst>
            </p:cNvPr>
            <p:cNvSpPr>
              <a:spLocks noChangeShapeType="1"/>
            </p:cNvSpPr>
            <p:nvPr/>
          </p:nvSpPr>
          <p:spPr bwMode="auto">
            <a:xfrm>
              <a:off x="2381" y="1918"/>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Line 11">
              <a:extLst>
                <a:ext uri="{FF2B5EF4-FFF2-40B4-BE49-F238E27FC236}">
                  <a16:creationId xmlns:a16="http://schemas.microsoft.com/office/drawing/2014/main" id="{044BD051-8D50-4149-AA8D-83655F9F0995}"/>
                </a:ext>
              </a:extLst>
            </p:cNvPr>
            <p:cNvSpPr>
              <a:spLocks noChangeShapeType="1"/>
            </p:cNvSpPr>
            <p:nvPr/>
          </p:nvSpPr>
          <p:spPr bwMode="auto">
            <a:xfrm>
              <a:off x="2407" y="1916"/>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Line 12">
              <a:extLst>
                <a:ext uri="{FF2B5EF4-FFF2-40B4-BE49-F238E27FC236}">
                  <a16:creationId xmlns:a16="http://schemas.microsoft.com/office/drawing/2014/main" id="{16F7C54D-7A80-2C4A-80DA-304D757F0F38}"/>
                </a:ext>
              </a:extLst>
            </p:cNvPr>
            <p:cNvSpPr>
              <a:spLocks noChangeShapeType="1"/>
            </p:cNvSpPr>
            <p:nvPr/>
          </p:nvSpPr>
          <p:spPr bwMode="auto">
            <a:xfrm>
              <a:off x="2441" y="1916"/>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Line 13">
              <a:extLst>
                <a:ext uri="{FF2B5EF4-FFF2-40B4-BE49-F238E27FC236}">
                  <a16:creationId xmlns:a16="http://schemas.microsoft.com/office/drawing/2014/main" id="{BCAFC5F9-EFA9-0C42-B353-8A1070775B65}"/>
                </a:ext>
              </a:extLst>
            </p:cNvPr>
            <p:cNvSpPr>
              <a:spLocks noChangeShapeType="1"/>
            </p:cNvSpPr>
            <p:nvPr/>
          </p:nvSpPr>
          <p:spPr bwMode="auto">
            <a:xfrm>
              <a:off x="2483" y="1916"/>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Line 14">
              <a:extLst>
                <a:ext uri="{FF2B5EF4-FFF2-40B4-BE49-F238E27FC236}">
                  <a16:creationId xmlns:a16="http://schemas.microsoft.com/office/drawing/2014/main" id="{7A455CBF-E8BD-0F48-B73C-FE33944CE085}"/>
                </a:ext>
              </a:extLst>
            </p:cNvPr>
            <p:cNvSpPr>
              <a:spLocks noChangeShapeType="1"/>
            </p:cNvSpPr>
            <p:nvPr/>
          </p:nvSpPr>
          <p:spPr bwMode="auto">
            <a:xfrm>
              <a:off x="2679" y="1923"/>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Line 15">
              <a:extLst>
                <a:ext uri="{FF2B5EF4-FFF2-40B4-BE49-F238E27FC236}">
                  <a16:creationId xmlns:a16="http://schemas.microsoft.com/office/drawing/2014/main" id="{850745A4-4FB6-764F-9779-3BFEABB0B564}"/>
                </a:ext>
              </a:extLst>
            </p:cNvPr>
            <p:cNvSpPr>
              <a:spLocks noChangeShapeType="1"/>
            </p:cNvSpPr>
            <p:nvPr/>
          </p:nvSpPr>
          <p:spPr bwMode="auto">
            <a:xfrm>
              <a:off x="2915" y="1923"/>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Text Box 16">
              <a:extLst>
                <a:ext uri="{FF2B5EF4-FFF2-40B4-BE49-F238E27FC236}">
                  <a16:creationId xmlns:a16="http://schemas.microsoft.com/office/drawing/2014/main" id="{C92465C7-640E-8E40-AABE-A68237BB5270}"/>
                </a:ext>
              </a:extLst>
            </p:cNvPr>
            <p:cNvSpPr txBox="1">
              <a:spLocks noChangeArrowheads="1"/>
            </p:cNvSpPr>
            <p:nvPr/>
          </p:nvSpPr>
          <p:spPr bwMode="auto">
            <a:xfrm>
              <a:off x="2672" y="1557"/>
              <a:ext cx="103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UDP/TCP payload</a:t>
              </a:r>
            </a:p>
          </p:txBody>
        </p:sp>
        <p:sp>
          <p:nvSpPr>
            <p:cNvPr id="87" name="Text Box 17">
              <a:extLst>
                <a:ext uri="{FF2B5EF4-FFF2-40B4-BE49-F238E27FC236}">
                  <a16:creationId xmlns:a16="http://schemas.microsoft.com/office/drawing/2014/main" id="{0FFE545A-E60B-2A44-B522-258BF945C0F5}"/>
                </a:ext>
              </a:extLst>
            </p:cNvPr>
            <p:cNvSpPr txBox="1">
              <a:spLocks noChangeArrowheads="1"/>
            </p:cNvSpPr>
            <p:nvPr/>
          </p:nvSpPr>
          <p:spPr bwMode="auto">
            <a:xfrm>
              <a:off x="2500" y="1396"/>
              <a:ext cx="1202"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source dest addr</a:t>
              </a:r>
            </a:p>
          </p:txBody>
        </p:sp>
        <p:sp>
          <p:nvSpPr>
            <p:cNvPr id="88" name="Text Box 18">
              <a:extLst>
                <a:ext uri="{FF2B5EF4-FFF2-40B4-BE49-F238E27FC236}">
                  <a16:creationId xmlns:a16="http://schemas.microsoft.com/office/drawing/2014/main" id="{5BD7D9E7-6402-9D47-BA33-3A9B8E5B107C}"/>
                </a:ext>
              </a:extLst>
            </p:cNvPr>
            <p:cNvSpPr txBox="1">
              <a:spLocks noChangeArrowheads="1"/>
            </p:cNvSpPr>
            <p:nvPr/>
          </p:nvSpPr>
          <p:spPr bwMode="auto">
            <a:xfrm>
              <a:off x="2314" y="1247"/>
              <a:ext cx="1010"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header fields</a:t>
              </a:r>
            </a:p>
          </p:txBody>
        </p:sp>
        <p:sp>
          <p:nvSpPr>
            <p:cNvPr id="89" name="Line 19">
              <a:extLst>
                <a:ext uri="{FF2B5EF4-FFF2-40B4-BE49-F238E27FC236}">
                  <a16:creationId xmlns:a16="http://schemas.microsoft.com/office/drawing/2014/main" id="{966AB423-8D07-2E42-BE6D-24621D3AA5B0}"/>
                </a:ext>
              </a:extLst>
            </p:cNvPr>
            <p:cNvSpPr>
              <a:spLocks noChangeShapeType="1"/>
            </p:cNvSpPr>
            <p:nvPr/>
          </p:nvSpPr>
          <p:spPr bwMode="auto">
            <a:xfrm>
              <a:off x="2602" y="1543"/>
              <a:ext cx="3" cy="44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Line 20">
              <a:extLst>
                <a:ext uri="{FF2B5EF4-FFF2-40B4-BE49-F238E27FC236}">
                  <a16:creationId xmlns:a16="http://schemas.microsoft.com/office/drawing/2014/main" id="{E2986984-445C-9D40-98A5-B2B136507A4C}"/>
                </a:ext>
              </a:extLst>
            </p:cNvPr>
            <p:cNvSpPr>
              <a:spLocks noChangeShapeType="1"/>
            </p:cNvSpPr>
            <p:nvPr/>
          </p:nvSpPr>
          <p:spPr bwMode="auto">
            <a:xfrm>
              <a:off x="2594" y="1546"/>
              <a:ext cx="174" cy="44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Line 58">
              <a:extLst>
                <a:ext uri="{FF2B5EF4-FFF2-40B4-BE49-F238E27FC236}">
                  <a16:creationId xmlns:a16="http://schemas.microsoft.com/office/drawing/2014/main" id="{FCCF7949-C7D9-4B4B-8F2F-D4A3EAD4DD97}"/>
                </a:ext>
              </a:extLst>
            </p:cNvPr>
            <p:cNvSpPr>
              <a:spLocks noChangeShapeType="1"/>
            </p:cNvSpPr>
            <p:nvPr/>
          </p:nvSpPr>
          <p:spPr bwMode="auto">
            <a:xfrm>
              <a:off x="2386" y="1399"/>
              <a:ext cx="0" cy="549"/>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Line 59">
              <a:extLst>
                <a:ext uri="{FF2B5EF4-FFF2-40B4-BE49-F238E27FC236}">
                  <a16:creationId xmlns:a16="http://schemas.microsoft.com/office/drawing/2014/main" id="{2EE4142D-9D18-8544-8787-6701552DE833}"/>
                </a:ext>
              </a:extLst>
            </p:cNvPr>
            <p:cNvSpPr>
              <a:spLocks noChangeShapeType="1"/>
            </p:cNvSpPr>
            <p:nvPr/>
          </p:nvSpPr>
          <p:spPr bwMode="auto">
            <a:xfrm>
              <a:off x="3334" y="1720"/>
              <a:ext cx="0" cy="25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93" name="Content Placeholder 1">
            <a:extLst>
              <a:ext uri="{FF2B5EF4-FFF2-40B4-BE49-F238E27FC236}">
                <a16:creationId xmlns:a16="http://schemas.microsoft.com/office/drawing/2014/main" id="{540A4A87-3C0C-F547-82DE-27743B195213}"/>
              </a:ext>
            </a:extLst>
          </p:cNvPr>
          <p:cNvSpPr txBox="1">
            <a:spLocks/>
          </p:cNvSpPr>
          <p:nvPr/>
        </p:nvSpPr>
        <p:spPr>
          <a:xfrm>
            <a:off x="844826" y="2618555"/>
            <a:ext cx="10515600" cy="139685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tunneling: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IPv6 datagram carried as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payload</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in IPv4 datagram among IPv4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routers (“packet within a packet”)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tunneling used extensively in other contexts (4G/5G)</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Slide Number Placeholder 3">
            <a:extLst>
              <a:ext uri="{FF2B5EF4-FFF2-40B4-BE49-F238E27FC236}">
                <a16:creationId xmlns:a16="http://schemas.microsoft.com/office/drawing/2014/main" id="{945B7C4C-9296-874F-B9F9-50A07C0FDEE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54</a:t>
            </a:fld>
            <a:endParaRPr lang="en-US" dirty="0"/>
          </a:p>
        </p:txBody>
      </p:sp>
    </p:spTree>
    <p:extLst>
      <p:ext uri="{BB962C8B-B14F-4D97-AF65-F5344CB8AC3E}">
        <p14:creationId xmlns:p14="http://schemas.microsoft.com/office/powerpoint/2010/main" val="1866786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3"/>
                                        </p:tgtEl>
                                        <p:attrNameLst>
                                          <p:attrName>style.visibility</p:attrName>
                                        </p:attrNameLst>
                                      </p:cBhvr>
                                      <p:to>
                                        <p:strVal val="visible"/>
                                      </p:to>
                                    </p:set>
                                    <p:animEffect transition="in" filter="dissolve">
                                      <p:cBhvr>
                                        <p:cTn id="7" dur="500"/>
                                        <p:tgtEl>
                                          <p:spTgt spid="9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6"/>
                                        </p:tgtEl>
                                        <p:attrNameLst>
                                          <p:attrName>style.visibility</p:attrName>
                                        </p:attrNameLst>
                                      </p:cBhvr>
                                      <p:to>
                                        <p:strVal val="visible"/>
                                      </p:to>
                                    </p:set>
                                    <p:animEffect transition="in" filter="dissolve">
                                      <p:cBhvr>
                                        <p:cTn id="17" dur="500"/>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Tunneling and encapsulation</a:t>
            </a:r>
          </a:p>
        </p:txBody>
      </p:sp>
      <p:sp>
        <p:nvSpPr>
          <p:cNvPr id="168" name="Text Box 75">
            <a:extLst>
              <a:ext uri="{FF2B5EF4-FFF2-40B4-BE49-F238E27FC236}">
                <a16:creationId xmlns:a16="http://schemas.microsoft.com/office/drawing/2014/main" id="{9929FFB1-4B85-B14E-8A8D-EE3B2BBCB609}"/>
              </a:ext>
            </a:extLst>
          </p:cNvPr>
          <p:cNvSpPr txBox="1">
            <a:spLocks noChangeArrowheads="1"/>
          </p:cNvSpPr>
          <p:nvPr/>
        </p:nvSpPr>
        <p:spPr bwMode="auto">
          <a:xfrm>
            <a:off x="888274" y="1697883"/>
            <a:ext cx="275952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Ethernet connecting two IPv6 routers:</a:t>
            </a:r>
          </a:p>
        </p:txBody>
      </p:sp>
      <p:grpSp>
        <p:nvGrpSpPr>
          <p:cNvPr id="3" name="Group 2">
            <a:extLst>
              <a:ext uri="{FF2B5EF4-FFF2-40B4-BE49-F238E27FC236}">
                <a16:creationId xmlns:a16="http://schemas.microsoft.com/office/drawing/2014/main" id="{9516739A-1258-BE4F-9C41-77F7DE9A3736}"/>
              </a:ext>
            </a:extLst>
          </p:cNvPr>
          <p:cNvGrpSpPr/>
          <p:nvPr/>
        </p:nvGrpSpPr>
        <p:grpSpPr>
          <a:xfrm>
            <a:off x="4274280" y="1626442"/>
            <a:ext cx="5834767" cy="995120"/>
            <a:chOff x="3663591" y="1108282"/>
            <a:chExt cx="5834767" cy="995120"/>
          </a:xfrm>
        </p:grpSpPr>
        <p:sp>
          <p:nvSpPr>
            <p:cNvPr id="167" name="Rectangle 67">
              <a:extLst>
                <a:ext uri="{FF2B5EF4-FFF2-40B4-BE49-F238E27FC236}">
                  <a16:creationId xmlns:a16="http://schemas.microsoft.com/office/drawing/2014/main" id="{09A35161-06D7-5F46-8581-CAD586A060A0}"/>
                </a:ext>
              </a:extLst>
            </p:cNvPr>
            <p:cNvSpPr>
              <a:spLocks noChangeArrowheads="1"/>
            </p:cNvSpPr>
            <p:nvPr/>
          </p:nvSpPr>
          <p:spPr bwMode="auto">
            <a:xfrm>
              <a:off x="5385352" y="1616420"/>
              <a:ext cx="2405062" cy="666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9" name="Text Box 244">
              <a:extLst>
                <a:ext uri="{FF2B5EF4-FFF2-40B4-BE49-F238E27FC236}">
                  <a16:creationId xmlns:a16="http://schemas.microsoft.com/office/drawing/2014/main" id="{8F946424-1CCF-1D48-9329-4BE5B2E1BE06}"/>
                </a:ext>
              </a:extLst>
            </p:cNvPr>
            <p:cNvSpPr txBox="1">
              <a:spLocks noChangeArrowheads="1"/>
            </p:cNvSpPr>
            <p:nvPr/>
          </p:nvSpPr>
          <p:spPr bwMode="auto">
            <a:xfrm>
              <a:off x="5480234" y="1110007"/>
              <a:ext cx="2471780" cy="510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Ethernet connects two IPv6 routers</a:t>
              </a:r>
            </a:p>
          </p:txBody>
        </p:sp>
        <p:grpSp>
          <p:nvGrpSpPr>
            <p:cNvPr id="269" name="Group 268">
              <a:extLst>
                <a:ext uri="{FF2B5EF4-FFF2-40B4-BE49-F238E27FC236}">
                  <a16:creationId xmlns:a16="http://schemas.microsoft.com/office/drawing/2014/main" id="{F2AFC9CA-57A7-2A4B-B2A8-73EE2B3D1201}"/>
                </a:ext>
              </a:extLst>
            </p:cNvPr>
            <p:cNvGrpSpPr/>
            <p:nvPr/>
          </p:nvGrpSpPr>
          <p:grpSpPr>
            <a:xfrm>
              <a:off x="3663591" y="1108282"/>
              <a:ext cx="1764058" cy="965200"/>
              <a:chOff x="3670217" y="2254595"/>
              <a:chExt cx="1764058" cy="965200"/>
            </a:xfrm>
          </p:grpSpPr>
          <p:sp>
            <p:nvSpPr>
              <p:cNvPr id="270" name="Text Box 92">
                <a:extLst>
                  <a:ext uri="{FF2B5EF4-FFF2-40B4-BE49-F238E27FC236}">
                    <a16:creationId xmlns:a16="http://schemas.microsoft.com/office/drawing/2014/main" id="{2E0B16B3-F2F3-2C48-B2D9-7825734D0A01}"/>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271" name="Text Box 108">
                <a:extLst>
                  <a:ext uri="{FF2B5EF4-FFF2-40B4-BE49-F238E27FC236}">
                    <a16:creationId xmlns:a16="http://schemas.microsoft.com/office/drawing/2014/main" id="{F159ED48-E177-7C41-B64B-06B2B085521B}"/>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272" name="Line 141">
                <a:extLst>
                  <a:ext uri="{FF2B5EF4-FFF2-40B4-BE49-F238E27FC236}">
                    <a16:creationId xmlns:a16="http://schemas.microsoft.com/office/drawing/2014/main" id="{0635167B-2AF3-A14C-85E2-3598CB9CF52F}"/>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Text Box 143">
                <a:extLst>
                  <a:ext uri="{FF2B5EF4-FFF2-40B4-BE49-F238E27FC236}">
                    <a16:creationId xmlns:a16="http://schemas.microsoft.com/office/drawing/2014/main" id="{87A044D8-2093-0E46-9D20-BAE30730DC1F}"/>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74" name="Text Box 144">
                <a:extLst>
                  <a:ext uri="{FF2B5EF4-FFF2-40B4-BE49-F238E27FC236}">
                    <a16:creationId xmlns:a16="http://schemas.microsoft.com/office/drawing/2014/main" id="{F207BD95-5E7A-4D4E-BE7D-41925B60863F}"/>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75" name="Group 274">
                <a:extLst>
                  <a:ext uri="{FF2B5EF4-FFF2-40B4-BE49-F238E27FC236}">
                    <a16:creationId xmlns:a16="http://schemas.microsoft.com/office/drawing/2014/main" id="{4A073E69-860F-5249-AFC4-C4A38D391439}"/>
                  </a:ext>
                </a:extLst>
              </p:cNvPr>
              <p:cNvGrpSpPr/>
              <p:nvPr/>
            </p:nvGrpSpPr>
            <p:grpSpPr>
              <a:xfrm>
                <a:off x="3670217" y="2586162"/>
                <a:ext cx="731126" cy="344556"/>
                <a:chOff x="7493876" y="2774731"/>
                <a:chExt cx="1481958" cy="894622"/>
              </a:xfrm>
            </p:grpSpPr>
            <p:sp>
              <p:nvSpPr>
                <p:cNvPr id="284" name="Freeform 283">
                  <a:extLst>
                    <a:ext uri="{FF2B5EF4-FFF2-40B4-BE49-F238E27FC236}">
                      <a16:creationId xmlns:a16="http://schemas.microsoft.com/office/drawing/2014/main" id="{F8A16A7C-85C7-A24F-BB87-4093501CBD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5" name="Oval 284">
                  <a:extLst>
                    <a:ext uri="{FF2B5EF4-FFF2-40B4-BE49-F238E27FC236}">
                      <a16:creationId xmlns:a16="http://schemas.microsoft.com/office/drawing/2014/main" id="{8BC5BF39-F377-5146-97C0-6EF8F1928312}"/>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86" name="Group 285">
                  <a:extLst>
                    <a:ext uri="{FF2B5EF4-FFF2-40B4-BE49-F238E27FC236}">
                      <a16:creationId xmlns:a16="http://schemas.microsoft.com/office/drawing/2014/main" id="{591C4487-83B3-D542-ADA7-A3219B9450D3}"/>
                    </a:ext>
                  </a:extLst>
                </p:cNvPr>
                <p:cNvGrpSpPr/>
                <p:nvPr/>
              </p:nvGrpSpPr>
              <p:grpSpPr>
                <a:xfrm>
                  <a:off x="7713663" y="2848339"/>
                  <a:ext cx="1042107" cy="425543"/>
                  <a:chOff x="7786941" y="2884917"/>
                  <a:chExt cx="897649" cy="353919"/>
                </a:xfrm>
              </p:grpSpPr>
              <p:sp>
                <p:nvSpPr>
                  <p:cNvPr id="287" name="Freeform 286">
                    <a:extLst>
                      <a:ext uri="{FF2B5EF4-FFF2-40B4-BE49-F238E27FC236}">
                        <a16:creationId xmlns:a16="http://schemas.microsoft.com/office/drawing/2014/main" id="{587D49BB-7359-F14F-9FAA-DBE4B215BD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8" name="Freeform 287">
                    <a:extLst>
                      <a:ext uri="{FF2B5EF4-FFF2-40B4-BE49-F238E27FC236}">
                        <a16:creationId xmlns:a16="http://schemas.microsoft.com/office/drawing/2014/main" id="{A081F8B5-4855-AD41-8946-CFB9780B4B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9" name="Freeform 288">
                    <a:extLst>
                      <a:ext uri="{FF2B5EF4-FFF2-40B4-BE49-F238E27FC236}">
                        <a16:creationId xmlns:a16="http://schemas.microsoft.com/office/drawing/2014/main" id="{12524264-0777-0C42-AF6A-3CBF1F755F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0" name="Freeform 289">
                    <a:extLst>
                      <a:ext uri="{FF2B5EF4-FFF2-40B4-BE49-F238E27FC236}">
                        <a16:creationId xmlns:a16="http://schemas.microsoft.com/office/drawing/2014/main" id="{FF4F4DB1-DF2D-BD4D-8E20-DCBADE21EC3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76" name="Group 275">
                <a:extLst>
                  <a:ext uri="{FF2B5EF4-FFF2-40B4-BE49-F238E27FC236}">
                    <a16:creationId xmlns:a16="http://schemas.microsoft.com/office/drawing/2014/main" id="{B5FF489C-4A51-4246-9098-943E871C0053}"/>
                  </a:ext>
                </a:extLst>
              </p:cNvPr>
              <p:cNvGrpSpPr/>
              <p:nvPr/>
            </p:nvGrpSpPr>
            <p:grpSpPr>
              <a:xfrm>
                <a:off x="4703149" y="2589549"/>
                <a:ext cx="731126" cy="344556"/>
                <a:chOff x="7493876" y="2774731"/>
                <a:chExt cx="1481958" cy="894622"/>
              </a:xfrm>
            </p:grpSpPr>
            <p:sp>
              <p:nvSpPr>
                <p:cNvPr id="277" name="Freeform 276">
                  <a:extLst>
                    <a:ext uri="{FF2B5EF4-FFF2-40B4-BE49-F238E27FC236}">
                      <a16:creationId xmlns:a16="http://schemas.microsoft.com/office/drawing/2014/main" id="{DF781C98-CD40-6448-A759-51A33B9B786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78" name="Oval 277">
                  <a:extLst>
                    <a:ext uri="{FF2B5EF4-FFF2-40B4-BE49-F238E27FC236}">
                      <a16:creationId xmlns:a16="http://schemas.microsoft.com/office/drawing/2014/main" id="{1ED403CB-BAEA-6B47-A295-E1B338E81081}"/>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9" name="Group 278">
                  <a:extLst>
                    <a:ext uri="{FF2B5EF4-FFF2-40B4-BE49-F238E27FC236}">
                      <a16:creationId xmlns:a16="http://schemas.microsoft.com/office/drawing/2014/main" id="{B654F614-FA15-3B4E-AF13-036BBC0D152E}"/>
                    </a:ext>
                  </a:extLst>
                </p:cNvPr>
                <p:cNvGrpSpPr/>
                <p:nvPr/>
              </p:nvGrpSpPr>
              <p:grpSpPr>
                <a:xfrm>
                  <a:off x="7713663" y="2848339"/>
                  <a:ext cx="1042107" cy="425543"/>
                  <a:chOff x="7786941" y="2884917"/>
                  <a:chExt cx="897649" cy="353919"/>
                </a:xfrm>
              </p:grpSpPr>
              <p:sp>
                <p:nvSpPr>
                  <p:cNvPr id="280" name="Freeform 279">
                    <a:extLst>
                      <a:ext uri="{FF2B5EF4-FFF2-40B4-BE49-F238E27FC236}">
                        <a16:creationId xmlns:a16="http://schemas.microsoft.com/office/drawing/2014/main" id="{3010894A-4D62-8948-8AAC-9B942BF5F27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1" name="Freeform 280">
                    <a:extLst>
                      <a:ext uri="{FF2B5EF4-FFF2-40B4-BE49-F238E27FC236}">
                        <a16:creationId xmlns:a16="http://schemas.microsoft.com/office/drawing/2014/main" id="{27D3A458-EB4A-F945-B4E8-15003E8491A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2" name="Freeform 281">
                    <a:extLst>
                      <a:ext uri="{FF2B5EF4-FFF2-40B4-BE49-F238E27FC236}">
                        <a16:creationId xmlns:a16="http://schemas.microsoft.com/office/drawing/2014/main" id="{CEF2E442-594C-4E44-B866-4A3771967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3" name="Freeform 282">
                    <a:extLst>
                      <a:ext uri="{FF2B5EF4-FFF2-40B4-BE49-F238E27FC236}">
                        <a16:creationId xmlns:a16="http://schemas.microsoft.com/office/drawing/2014/main" id="{4AEACB60-4D98-B143-9AD1-BDCACC68427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91" name="Group 290">
              <a:extLst>
                <a:ext uri="{FF2B5EF4-FFF2-40B4-BE49-F238E27FC236}">
                  <a16:creationId xmlns:a16="http://schemas.microsoft.com/office/drawing/2014/main" id="{6CD9FE67-1834-004F-B7B8-EC2ACE51FC02}"/>
                </a:ext>
              </a:extLst>
            </p:cNvPr>
            <p:cNvGrpSpPr/>
            <p:nvPr/>
          </p:nvGrpSpPr>
          <p:grpSpPr>
            <a:xfrm>
              <a:off x="7734300" y="1138202"/>
              <a:ext cx="1764058" cy="965200"/>
              <a:chOff x="3670217" y="2254595"/>
              <a:chExt cx="1764058" cy="965200"/>
            </a:xfrm>
          </p:grpSpPr>
          <p:sp>
            <p:nvSpPr>
              <p:cNvPr id="292" name="Text Box 92">
                <a:extLst>
                  <a:ext uri="{FF2B5EF4-FFF2-40B4-BE49-F238E27FC236}">
                    <a16:creationId xmlns:a16="http://schemas.microsoft.com/office/drawing/2014/main" id="{4E1422BC-3A6A-6B44-A701-1A4C4A646A43}"/>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293" name="Text Box 108">
                <a:extLst>
                  <a:ext uri="{FF2B5EF4-FFF2-40B4-BE49-F238E27FC236}">
                    <a16:creationId xmlns:a16="http://schemas.microsoft.com/office/drawing/2014/main" id="{6FC6F4F3-504B-0A4C-99EE-AAE5D6AF031D}"/>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294" name="Line 141">
                <a:extLst>
                  <a:ext uri="{FF2B5EF4-FFF2-40B4-BE49-F238E27FC236}">
                    <a16:creationId xmlns:a16="http://schemas.microsoft.com/office/drawing/2014/main" id="{90DCDADB-6394-A84B-BA95-D8E0F9F2E56B}"/>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Text Box 143">
                <a:extLst>
                  <a:ext uri="{FF2B5EF4-FFF2-40B4-BE49-F238E27FC236}">
                    <a16:creationId xmlns:a16="http://schemas.microsoft.com/office/drawing/2014/main" id="{18B62826-F267-0049-A412-8619C591057C}"/>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96" name="Text Box 144">
                <a:extLst>
                  <a:ext uri="{FF2B5EF4-FFF2-40B4-BE49-F238E27FC236}">
                    <a16:creationId xmlns:a16="http://schemas.microsoft.com/office/drawing/2014/main" id="{DB366F83-3A13-0249-80B2-D1CABCF6E95E}"/>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97" name="Group 296">
                <a:extLst>
                  <a:ext uri="{FF2B5EF4-FFF2-40B4-BE49-F238E27FC236}">
                    <a16:creationId xmlns:a16="http://schemas.microsoft.com/office/drawing/2014/main" id="{811A1EE5-9CFA-BD4B-BC78-E2DEBF1097E9}"/>
                  </a:ext>
                </a:extLst>
              </p:cNvPr>
              <p:cNvGrpSpPr/>
              <p:nvPr/>
            </p:nvGrpSpPr>
            <p:grpSpPr>
              <a:xfrm>
                <a:off x="3670217" y="2586162"/>
                <a:ext cx="731126" cy="344556"/>
                <a:chOff x="7493876" y="2774731"/>
                <a:chExt cx="1481958" cy="894622"/>
              </a:xfrm>
            </p:grpSpPr>
            <p:sp>
              <p:nvSpPr>
                <p:cNvPr id="306" name="Freeform 305">
                  <a:extLst>
                    <a:ext uri="{FF2B5EF4-FFF2-40B4-BE49-F238E27FC236}">
                      <a16:creationId xmlns:a16="http://schemas.microsoft.com/office/drawing/2014/main" id="{3A74AED1-F0EA-0349-BE24-8AC41946D59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7" name="Oval 306">
                  <a:extLst>
                    <a:ext uri="{FF2B5EF4-FFF2-40B4-BE49-F238E27FC236}">
                      <a16:creationId xmlns:a16="http://schemas.microsoft.com/office/drawing/2014/main" id="{EBB7616C-F33E-2141-AF35-E0C68F6DA62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8" name="Group 307">
                  <a:extLst>
                    <a:ext uri="{FF2B5EF4-FFF2-40B4-BE49-F238E27FC236}">
                      <a16:creationId xmlns:a16="http://schemas.microsoft.com/office/drawing/2014/main" id="{885BD882-BC9B-DD4D-8DDC-9F2AB1102AB3}"/>
                    </a:ext>
                  </a:extLst>
                </p:cNvPr>
                <p:cNvGrpSpPr/>
                <p:nvPr/>
              </p:nvGrpSpPr>
              <p:grpSpPr>
                <a:xfrm>
                  <a:off x="7713663" y="2848339"/>
                  <a:ext cx="1042107" cy="425543"/>
                  <a:chOff x="7786941" y="2884917"/>
                  <a:chExt cx="897649" cy="353919"/>
                </a:xfrm>
              </p:grpSpPr>
              <p:sp>
                <p:nvSpPr>
                  <p:cNvPr id="309" name="Freeform 308">
                    <a:extLst>
                      <a:ext uri="{FF2B5EF4-FFF2-40B4-BE49-F238E27FC236}">
                        <a16:creationId xmlns:a16="http://schemas.microsoft.com/office/drawing/2014/main" id="{B030882F-74FC-2847-B126-520EE17206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0E0B8D53-1472-DA4D-AE29-51DFB53F576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1" name="Freeform 310">
                    <a:extLst>
                      <a:ext uri="{FF2B5EF4-FFF2-40B4-BE49-F238E27FC236}">
                        <a16:creationId xmlns:a16="http://schemas.microsoft.com/office/drawing/2014/main" id="{058C9471-DEE6-AE4F-8503-FD801436B8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2" name="Freeform 311">
                    <a:extLst>
                      <a:ext uri="{FF2B5EF4-FFF2-40B4-BE49-F238E27FC236}">
                        <a16:creationId xmlns:a16="http://schemas.microsoft.com/office/drawing/2014/main" id="{4F6D32E6-1749-DB4A-918E-98CCCD9725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98" name="Group 297">
                <a:extLst>
                  <a:ext uri="{FF2B5EF4-FFF2-40B4-BE49-F238E27FC236}">
                    <a16:creationId xmlns:a16="http://schemas.microsoft.com/office/drawing/2014/main" id="{1DD98ED7-111E-954C-9872-D507EE1D2233}"/>
                  </a:ext>
                </a:extLst>
              </p:cNvPr>
              <p:cNvGrpSpPr/>
              <p:nvPr/>
            </p:nvGrpSpPr>
            <p:grpSpPr>
              <a:xfrm>
                <a:off x="4703149" y="2589549"/>
                <a:ext cx="731126" cy="344556"/>
                <a:chOff x="7493876" y="2774731"/>
                <a:chExt cx="1481958" cy="894622"/>
              </a:xfrm>
            </p:grpSpPr>
            <p:sp>
              <p:nvSpPr>
                <p:cNvPr id="299" name="Freeform 298">
                  <a:extLst>
                    <a:ext uri="{FF2B5EF4-FFF2-40B4-BE49-F238E27FC236}">
                      <a16:creationId xmlns:a16="http://schemas.microsoft.com/office/drawing/2014/main" id="{CE90818F-F7C9-8A4F-8C28-757575ABCA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0" name="Oval 299">
                  <a:extLst>
                    <a:ext uri="{FF2B5EF4-FFF2-40B4-BE49-F238E27FC236}">
                      <a16:creationId xmlns:a16="http://schemas.microsoft.com/office/drawing/2014/main" id="{CEC89AC2-BDFD-AC4F-A951-DA4DB8992147}"/>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1" name="Group 300">
                  <a:extLst>
                    <a:ext uri="{FF2B5EF4-FFF2-40B4-BE49-F238E27FC236}">
                      <a16:creationId xmlns:a16="http://schemas.microsoft.com/office/drawing/2014/main" id="{695885FE-D0A9-7145-8BD4-0AB640821495}"/>
                    </a:ext>
                  </a:extLst>
                </p:cNvPr>
                <p:cNvGrpSpPr/>
                <p:nvPr/>
              </p:nvGrpSpPr>
              <p:grpSpPr>
                <a:xfrm>
                  <a:off x="7713663" y="2848339"/>
                  <a:ext cx="1042107" cy="425543"/>
                  <a:chOff x="7786941" y="2884917"/>
                  <a:chExt cx="897649" cy="353919"/>
                </a:xfrm>
              </p:grpSpPr>
              <p:sp>
                <p:nvSpPr>
                  <p:cNvPr id="302" name="Freeform 301">
                    <a:extLst>
                      <a:ext uri="{FF2B5EF4-FFF2-40B4-BE49-F238E27FC236}">
                        <a16:creationId xmlns:a16="http://schemas.microsoft.com/office/drawing/2014/main" id="{C9F1E916-77E1-464F-9DA9-93947467D4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3" name="Freeform 302">
                    <a:extLst>
                      <a:ext uri="{FF2B5EF4-FFF2-40B4-BE49-F238E27FC236}">
                        <a16:creationId xmlns:a16="http://schemas.microsoft.com/office/drawing/2014/main" id="{D22EEE39-5B44-8441-8AA6-2DC425C85D5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4" name="Freeform 303">
                    <a:extLst>
                      <a:ext uri="{FF2B5EF4-FFF2-40B4-BE49-F238E27FC236}">
                        <a16:creationId xmlns:a16="http://schemas.microsoft.com/office/drawing/2014/main" id="{9DADD220-43C9-0848-95D9-0ED14661FF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5" name="Freeform 304">
                    <a:extLst>
                      <a:ext uri="{FF2B5EF4-FFF2-40B4-BE49-F238E27FC236}">
                        <a16:creationId xmlns:a16="http://schemas.microsoft.com/office/drawing/2014/main" id="{FF7D8FD7-6529-FE42-B132-6122472F475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grpSp>
        <p:nvGrpSpPr>
          <p:cNvPr id="18" name="Group 17">
            <a:extLst>
              <a:ext uri="{FF2B5EF4-FFF2-40B4-BE49-F238E27FC236}">
                <a16:creationId xmlns:a16="http://schemas.microsoft.com/office/drawing/2014/main" id="{CBFD91D7-0B04-D846-BFE6-3B2EB08046BF}"/>
              </a:ext>
            </a:extLst>
          </p:cNvPr>
          <p:cNvGrpSpPr/>
          <p:nvPr/>
        </p:nvGrpSpPr>
        <p:grpSpPr>
          <a:xfrm>
            <a:off x="3244703" y="3195320"/>
            <a:ext cx="1748069" cy="467910"/>
            <a:chOff x="3229463" y="3119120"/>
            <a:chExt cx="1748069" cy="467910"/>
          </a:xfrm>
        </p:grpSpPr>
        <p:sp>
          <p:nvSpPr>
            <p:cNvPr id="260" name="Line 57">
              <a:extLst>
                <a:ext uri="{FF2B5EF4-FFF2-40B4-BE49-F238E27FC236}">
                  <a16:creationId xmlns:a16="http://schemas.microsoft.com/office/drawing/2014/main" id="{444FAB3B-BC2A-474E-B52E-60DB95D89EE7}"/>
                </a:ext>
              </a:extLst>
            </p:cNvPr>
            <p:cNvSpPr>
              <a:spLocks noChangeShapeType="1"/>
            </p:cNvSpPr>
            <p:nvPr/>
          </p:nvSpPr>
          <p:spPr bwMode="auto">
            <a:xfrm flipH="1">
              <a:off x="4023360" y="3119120"/>
              <a:ext cx="954172" cy="18796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1" name="Text Box 18">
              <a:extLst>
                <a:ext uri="{FF2B5EF4-FFF2-40B4-BE49-F238E27FC236}">
                  <a16:creationId xmlns:a16="http://schemas.microsoft.com/office/drawing/2014/main" id="{765FA291-F9CB-864C-A7BD-493491891E46}"/>
                </a:ext>
              </a:extLst>
            </p:cNvPr>
            <p:cNvSpPr txBox="1">
              <a:spLocks noChangeArrowheads="1"/>
            </p:cNvSpPr>
            <p:nvPr/>
          </p:nvSpPr>
          <p:spPr bwMode="auto">
            <a:xfrm>
              <a:off x="3229463" y="3311570"/>
              <a:ext cx="151676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Link-layer frame</a:t>
              </a:r>
            </a:p>
          </p:txBody>
        </p:sp>
      </p:grpSp>
      <p:grpSp>
        <p:nvGrpSpPr>
          <p:cNvPr id="13" name="Group 12">
            <a:extLst>
              <a:ext uri="{FF2B5EF4-FFF2-40B4-BE49-F238E27FC236}">
                <a16:creationId xmlns:a16="http://schemas.microsoft.com/office/drawing/2014/main" id="{F3A2D044-A80D-BF48-BFF6-B13D3278C64F}"/>
              </a:ext>
            </a:extLst>
          </p:cNvPr>
          <p:cNvGrpSpPr/>
          <p:nvPr/>
        </p:nvGrpSpPr>
        <p:grpSpPr>
          <a:xfrm>
            <a:off x="4809173" y="2446973"/>
            <a:ext cx="4886325" cy="951547"/>
            <a:chOff x="4672013" y="2614613"/>
            <a:chExt cx="4886325" cy="1157209"/>
          </a:xfrm>
        </p:grpSpPr>
        <p:grpSp>
          <p:nvGrpSpPr>
            <p:cNvPr id="5" name="Group 4">
              <a:extLst>
                <a:ext uri="{FF2B5EF4-FFF2-40B4-BE49-F238E27FC236}">
                  <a16:creationId xmlns:a16="http://schemas.microsoft.com/office/drawing/2014/main" id="{A8B018EE-E224-B940-B878-E69EDA1EA956}"/>
                </a:ext>
              </a:extLst>
            </p:cNvPr>
            <p:cNvGrpSpPr/>
            <p:nvPr/>
          </p:nvGrpSpPr>
          <p:grpSpPr>
            <a:xfrm>
              <a:off x="4674002" y="3295572"/>
              <a:ext cx="4854575" cy="476250"/>
              <a:chOff x="1427882" y="4286172"/>
              <a:chExt cx="4854575" cy="476250"/>
            </a:xfrm>
          </p:grpSpPr>
          <p:sp>
            <p:nvSpPr>
              <p:cNvPr id="363" name="Rectangle 26">
                <a:extLst>
                  <a:ext uri="{FF2B5EF4-FFF2-40B4-BE49-F238E27FC236}">
                    <a16:creationId xmlns:a16="http://schemas.microsoft.com/office/drawing/2014/main" id="{6BFDBC4B-8987-6D40-B37D-40C15D4A02DF}"/>
                  </a:ext>
                </a:extLst>
              </p:cNvPr>
              <p:cNvSpPr>
                <a:spLocks noChangeArrowheads="1"/>
              </p:cNvSpPr>
              <p:nvPr/>
            </p:nvSpPr>
            <p:spPr bwMode="auto">
              <a:xfrm>
                <a:off x="1427882" y="4289347"/>
                <a:ext cx="4854575" cy="468313"/>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64" name="Line 27">
                <a:extLst>
                  <a:ext uri="{FF2B5EF4-FFF2-40B4-BE49-F238E27FC236}">
                    <a16:creationId xmlns:a16="http://schemas.microsoft.com/office/drawing/2014/main" id="{41F3CE6F-3D8F-6541-A266-4991BCC28A29}"/>
                  </a:ext>
                </a:extLst>
              </p:cNvPr>
              <p:cNvSpPr>
                <a:spLocks noChangeShapeType="1"/>
              </p:cNvSpPr>
              <p:nvPr/>
            </p:nvSpPr>
            <p:spPr bwMode="auto">
              <a:xfrm>
                <a:off x="2791545" y="428775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Line 28">
                <a:extLst>
                  <a:ext uri="{FF2B5EF4-FFF2-40B4-BE49-F238E27FC236}">
                    <a16:creationId xmlns:a16="http://schemas.microsoft.com/office/drawing/2014/main" id="{6FA825CB-5465-7D40-B46B-B6CEDF1233D8}"/>
                  </a:ext>
                </a:extLst>
              </p:cNvPr>
              <p:cNvSpPr>
                <a:spLocks noChangeShapeType="1"/>
              </p:cNvSpPr>
              <p:nvPr/>
            </p:nvSpPr>
            <p:spPr bwMode="auto">
              <a:xfrm>
                <a:off x="2313707" y="4286172"/>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Line 29">
                <a:extLst>
                  <a:ext uri="{FF2B5EF4-FFF2-40B4-BE49-F238E27FC236}">
                    <a16:creationId xmlns:a16="http://schemas.microsoft.com/office/drawing/2014/main" id="{5DC15200-24FA-DB49-BEA1-C166763FD829}"/>
                  </a:ext>
                </a:extLst>
              </p:cNvPr>
              <p:cNvSpPr>
                <a:spLocks noChangeShapeType="1"/>
              </p:cNvSpPr>
              <p:nvPr/>
            </p:nvSpPr>
            <p:spPr bwMode="auto">
              <a:xfrm>
                <a:off x="1867620" y="429410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 name="Group 1">
                <a:extLst>
                  <a:ext uri="{FF2B5EF4-FFF2-40B4-BE49-F238E27FC236}">
                    <a16:creationId xmlns:a16="http://schemas.microsoft.com/office/drawing/2014/main" id="{642ADB5E-2087-8042-9E8E-E6E371A900BA}"/>
                  </a:ext>
                </a:extLst>
              </p:cNvPr>
              <p:cNvGrpSpPr/>
              <p:nvPr/>
            </p:nvGrpSpPr>
            <p:grpSpPr>
              <a:xfrm>
                <a:off x="2865478" y="4319509"/>
                <a:ext cx="3402012" cy="414337"/>
                <a:chOff x="8090620" y="3748009"/>
                <a:chExt cx="3402012" cy="414337"/>
              </a:xfrm>
            </p:grpSpPr>
            <p:sp>
              <p:nvSpPr>
                <p:cNvPr id="357" name="Line 65">
                  <a:extLst>
                    <a:ext uri="{FF2B5EF4-FFF2-40B4-BE49-F238E27FC236}">
                      <a16:creationId xmlns:a16="http://schemas.microsoft.com/office/drawing/2014/main" id="{BD890452-F6E7-4448-B613-CFB0A5846EB1}"/>
                    </a:ext>
                  </a:extLst>
                </p:cNvPr>
                <p:cNvSpPr>
                  <a:spLocks noChangeShapeType="1"/>
                </p:cNvSpPr>
                <p:nvPr/>
              </p:nvSpPr>
              <p:spPr bwMode="auto">
                <a:xfrm>
                  <a:off x="8743763" y="40537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Rectangle 5">
                  <a:extLst>
                    <a:ext uri="{FF2B5EF4-FFF2-40B4-BE49-F238E27FC236}">
                      <a16:creationId xmlns:a16="http://schemas.microsoft.com/office/drawing/2014/main" id="{5EF7AC7D-7AE1-C241-9F61-F18D9E6049CC}"/>
                    </a:ext>
                  </a:extLst>
                </p:cNvPr>
                <p:cNvSpPr>
                  <a:spLocks noChangeArrowheads="1"/>
                </p:cNvSpPr>
                <p:nvPr/>
              </p:nvSpPr>
              <p:spPr bwMode="auto">
                <a:xfrm>
                  <a:off x="8090620" y="3751184"/>
                  <a:ext cx="3402012" cy="401638"/>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81" name="Line 8">
                  <a:extLst>
                    <a:ext uri="{FF2B5EF4-FFF2-40B4-BE49-F238E27FC236}">
                      <a16:creationId xmlns:a16="http://schemas.microsoft.com/office/drawing/2014/main" id="{618C687D-95D3-1A4E-B0FA-FBAF474EB450}"/>
                    </a:ext>
                  </a:extLst>
                </p:cNvPr>
                <p:cNvSpPr>
                  <a:spLocks noChangeShapeType="1"/>
                </p:cNvSpPr>
                <p:nvPr/>
              </p:nvSpPr>
              <p:spPr bwMode="auto">
                <a:xfrm>
                  <a:off x="81747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Line 9">
                  <a:extLst>
                    <a:ext uri="{FF2B5EF4-FFF2-40B4-BE49-F238E27FC236}">
                      <a16:creationId xmlns:a16="http://schemas.microsoft.com/office/drawing/2014/main" id="{AC79F5F7-9AC4-9640-BA5C-522DDD5C0A1A}"/>
                    </a:ext>
                  </a:extLst>
                </p:cNvPr>
                <p:cNvSpPr>
                  <a:spLocks noChangeShapeType="1"/>
                </p:cNvSpPr>
                <p:nvPr/>
              </p:nvSpPr>
              <p:spPr bwMode="auto">
                <a:xfrm>
                  <a:off x="8133482" y="3749596"/>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3" name="Line 10">
                  <a:extLst>
                    <a:ext uri="{FF2B5EF4-FFF2-40B4-BE49-F238E27FC236}">
                      <a16:creationId xmlns:a16="http://schemas.microsoft.com/office/drawing/2014/main" id="{65704044-79FE-A64A-9FF3-9C238BBA6EBE}"/>
                    </a:ext>
                  </a:extLst>
                </p:cNvPr>
                <p:cNvSpPr>
                  <a:spLocks noChangeShapeType="1"/>
                </p:cNvSpPr>
                <p:nvPr/>
              </p:nvSpPr>
              <p:spPr bwMode="auto">
                <a:xfrm>
                  <a:off x="82509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4" name="Line 11">
                  <a:extLst>
                    <a:ext uri="{FF2B5EF4-FFF2-40B4-BE49-F238E27FC236}">
                      <a16:creationId xmlns:a16="http://schemas.microsoft.com/office/drawing/2014/main" id="{DEF1C2BA-CE66-FF4D-9460-A93DC4051AD1}"/>
                    </a:ext>
                  </a:extLst>
                </p:cNvPr>
                <p:cNvSpPr>
                  <a:spLocks noChangeShapeType="1"/>
                </p:cNvSpPr>
                <p:nvPr/>
              </p:nvSpPr>
              <p:spPr bwMode="auto">
                <a:xfrm>
                  <a:off x="829223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5" name="Line 12">
                  <a:extLst>
                    <a:ext uri="{FF2B5EF4-FFF2-40B4-BE49-F238E27FC236}">
                      <a16:creationId xmlns:a16="http://schemas.microsoft.com/office/drawing/2014/main" id="{D8887A1E-28D5-0A4F-92E6-4ECCFDBB64BD}"/>
                    </a:ext>
                  </a:extLst>
                </p:cNvPr>
                <p:cNvSpPr>
                  <a:spLocks noChangeShapeType="1"/>
                </p:cNvSpPr>
                <p:nvPr/>
              </p:nvSpPr>
              <p:spPr bwMode="auto">
                <a:xfrm>
                  <a:off x="8346207"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6" name="Line 13">
                  <a:extLst>
                    <a:ext uri="{FF2B5EF4-FFF2-40B4-BE49-F238E27FC236}">
                      <a16:creationId xmlns:a16="http://schemas.microsoft.com/office/drawing/2014/main" id="{95560225-2265-4D42-A60A-F3E5B304489D}"/>
                    </a:ext>
                  </a:extLst>
                </p:cNvPr>
                <p:cNvSpPr>
                  <a:spLocks noChangeShapeType="1"/>
                </p:cNvSpPr>
                <p:nvPr/>
              </p:nvSpPr>
              <p:spPr bwMode="auto">
                <a:xfrm>
                  <a:off x="841288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7" name="Line 14">
                  <a:extLst>
                    <a:ext uri="{FF2B5EF4-FFF2-40B4-BE49-F238E27FC236}">
                      <a16:creationId xmlns:a16="http://schemas.microsoft.com/office/drawing/2014/main" id="{B139DC60-F2B1-EB4B-9B25-F3D05712A88E}"/>
                    </a:ext>
                  </a:extLst>
                </p:cNvPr>
                <p:cNvSpPr>
                  <a:spLocks noChangeShapeType="1"/>
                </p:cNvSpPr>
                <p:nvPr/>
              </p:nvSpPr>
              <p:spPr bwMode="auto">
                <a:xfrm>
                  <a:off x="872403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8" name="Line 15">
                  <a:extLst>
                    <a:ext uri="{FF2B5EF4-FFF2-40B4-BE49-F238E27FC236}">
                      <a16:creationId xmlns:a16="http://schemas.microsoft.com/office/drawing/2014/main" id="{D3E0CBF2-6911-6140-9A17-888FFCCF0907}"/>
                    </a:ext>
                  </a:extLst>
                </p:cNvPr>
                <p:cNvSpPr>
                  <a:spLocks noChangeShapeType="1"/>
                </p:cNvSpPr>
                <p:nvPr/>
              </p:nvSpPr>
              <p:spPr bwMode="auto">
                <a:xfrm>
                  <a:off x="909868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98" name="Rectangle 5">
                <a:extLst>
                  <a:ext uri="{FF2B5EF4-FFF2-40B4-BE49-F238E27FC236}">
                    <a16:creationId xmlns:a16="http://schemas.microsoft.com/office/drawing/2014/main" id="{2B3FAF22-1D43-DB4D-8D8C-2A571BF20F1F}"/>
                  </a:ext>
                </a:extLst>
              </p:cNvPr>
              <p:cNvSpPr>
                <a:spLocks noChangeArrowheads="1"/>
              </p:cNvSpPr>
              <p:nvPr/>
            </p:nvSpPr>
            <p:spPr bwMode="auto">
              <a:xfrm>
                <a:off x="2901848" y="4384275"/>
                <a:ext cx="3244616" cy="285690"/>
              </a:xfrm>
              <a:prstGeom prst="rect">
                <a:avLst/>
              </a:prstGeom>
              <a:solidFill>
                <a:srgbClr val="66CCFF"/>
              </a:solidFill>
              <a:ln w="12700">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56" name="Text Box 64">
                <a:extLst>
                  <a:ext uri="{FF2B5EF4-FFF2-40B4-BE49-F238E27FC236}">
                    <a16:creationId xmlns:a16="http://schemas.microsoft.com/office/drawing/2014/main" id="{E06A4353-7E86-5847-8F31-E80191A371FB}"/>
                  </a:ext>
                </a:extLst>
              </p:cNvPr>
              <p:cNvSpPr txBox="1">
                <a:spLocks noChangeArrowheads="1"/>
              </p:cNvSpPr>
              <p:nvPr/>
            </p:nvSpPr>
            <p:spPr bwMode="auto">
              <a:xfrm>
                <a:off x="4133520" y="4301715"/>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datagram</a:t>
                </a:r>
              </a:p>
            </p:txBody>
          </p:sp>
        </p:grpSp>
        <p:sp>
          <p:nvSpPr>
            <p:cNvPr id="10" name="Freeform 9">
              <a:extLst>
                <a:ext uri="{FF2B5EF4-FFF2-40B4-BE49-F238E27FC236}">
                  <a16:creationId xmlns:a16="http://schemas.microsoft.com/office/drawing/2014/main" id="{67D3DA8C-D325-4046-9687-29D212044012}"/>
                </a:ext>
              </a:extLst>
            </p:cNvPr>
            <p:cNvSpPr/>
            <p:nvPr/>
          </p:nvSpPr>
          <p:spPr>
            <a:xfrm>
              <a:off x="4672013" y="2614613"/>
              <a:ext cx="4886325" cy="685800"/>
            </a:xfrm>
            <a:custGeom>
              <a:avLst/>
              <a:gdLst>
                <a:gd name="connsiteX0" fmla="*/ 0 w 4886325"/>
                <a:gd name="connsiteY0" fmla="*/ 685800 h 685800"/>
                <a:gd name="connsiteX1" fmla="*/ 2171700 w 4886325"/>
                <a:gd name="connsiteY1" fmla="*/ 0 h 685800"/>
                <a:gd name="connsiteX2" fmla="*/ 2443162 w 4886325"/>
                <a:gd name="connsiteY2" fmla="*/ 157162 h 685800"/>
                <a:gd name="connsiteX3" fmla="*/ 2493168 w 4886325"/>
                <a:gd name="connsiteY3" fmla="*/ 150018 h 685800"/>
                <a:gd name="connsiteX4" fmla="*/ 4886325 w 4886325"/>
                <a:gd name="connsiteY4" fmla="*/ 685800 h 685800"/>
                <a:gd name="connsiteX5" fmla="*/ 0 w 4886325"/>
                <a:gd name="connsiteY5"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6325" h="685800">
                  <a:moveTo>
                    <a:pt x="0" y="685800"/>
                  </a:moveTo>
                  <a:lnTo>
                    <a:pt x="2171700" y="0"/>
                  </a:lnTo>
                  <a:lnTo>
                    <a:pt x="2443162" y="157162"/>
                  </a:lnTo>
                  <a:lnTo>
                    <a:pt x="2493168" y="150018"/>
                  </a:lnTo>
                  <a:lnTo>
                    <a:pt x="4886325" y="685800"/>
                  </a:lnTo>
                  <a:lnTo>
                    <a:pt x="0" y="685800"/>
                  </a:lnTo>
                  <a:close/>
                </a:path>
              </a:pathLst>
            </a:custGeom>
            <a:gradFill>
              <a:gsLst>
                <a:gs pos="0">
                  <a:schemeClr val="accent1">
                    <a:lumMod val="5000"/>
                    <a:lumOff val="95000"/>
                  </a:schemeClr>
                </a:gs>
                <a:gs pos="100000">
                  <a:schemeClr val="bg1">
                    <a:lumMod val="8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4" name="Group 13">
            <a:extLst>
              <a:ext uri="{FF2B5EF4-FFF2-40B4-BE49-F238E27FC236}">
                <a16:creationId xmlns:a16="http://schemas.microsoft.com/office/drawing/2014/main" id="{03E5998F-A621-DC4D-AA10-4A3065CB51C8}"/>
              </a:ext>
            </a:extLst>
          </p:cNvPr>
          <p:cNvGrpSpPr/>
          <p:nvPr/>
        </p:nvGrpSpPr>
        <p:grpSpPr>
          <a:xfrm>
            <a:off x="6964680" y="2244777"/>
            <a:ext cx="838200" cy="376503"/>
            <a:chOff x="6827520" y="2412417"/>
            <a:chExt cx="838200" cy="376503"/>
          </a:xfrm>
        </p:grpSpPr>
        <p:sp>
          <p:nvSpPr>
            <p:cNvPr id="4" name="Right Arrow 3">
              <a:extLst>
                <a:ext uri="{FF2B5EF4-FFF2-40B4-BE49-F238E27FC236}">
                  <a16:creationId xmlns:a16="http://schemas.microsoft.com/office/drawing/2014/main" id="{F775AAA1-C68A-6E48-B93F-2EC82451679E}"/>
                </a:ext>
              </a:extLst>
            </p:cNvPr>
            <p:cNvSpPr/>
            <p:nvPr/>
          </p:nvSpPr>
          <p:spPr>
            <a:xfrm>
              <a:off x="7178040" y="2468880"/>
              <a:ext cx="487680" cy="304800"/>
            </a:xfrm>
            <a:prstGeom prst="rightArrow">
              <a:avLst/>
            </a:prstGeom>
            <a:gradFill>
              <a:gsLst>
                <a:gs pos="0">
                  <a:schemeClr val="accent1">
                    <a:lumMod val="5000"/>
                    <a:lumOff val="95000"/>
                  </a:schemeClr>
                </a:gs>
                <a:gs pos="100000">
                  <a:srgbClr val="CC0001"/>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13" name="Group 61">
              <a:extLst>
                <a:ext uri="{FF2B5EF4-FFF2-40B4-BE49-F238E27FC236}">
                  <a16:creationId xmlns:a16="http://schemas.microsoft.com/office/drawing/2014/main" id="{DA8A7729-4179-2747-BD0E-4CE16794F2C1}"/>
                </a:ext>
              </a:extLst>
            </p:cNvPr>
            <p:cNvGrpSpPr>
              <a:grpSpLocks/>
            </p:cNvGrpSpPr>
            <p:nvPr/>
          </p:nvGrpSpPr>
          <p:grpSpPr bwMode="auto">
            <a:xfrm>
              <a:off x="6827520" y="2412417"/>
              <a:ext cx="335280" cy="376503"/>
              <a:chOff x="335231" y="4405745"/>
              <a:chExt cx="1252537" cy="2138362"/>
            </a:xfrm>
          </p:grpSpPr>
          <p:sp>
            <p:nvSpPr>
              <p:cNvPr id="415" name="Freeform 414">
                <a:extLst>
                  <a:ext uri="{FF2B5EF4-FFF2-40B4-BE49-F238E27FC236}">
                    <a16:creationId xmlns:a16="http://schemas.microsoft.com/office/drawing/2014/main" id="{00613895-5F49-B341-AE32-45F01EC3F402}"/>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C0001"/>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16" name="Freeform 415">
                <a:extLst>
                  <a:ext uri="{FF2B5EF4-FFF2-40B4-BE49-F238E27FC236}">
                    <a16:creationId xmlns:a16="http://schemas.microsoft.com/office/drawing/2014/main" id="{43B7ABE8-5D31-7143-AA6A-3AB733CE2DC6}"/>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23934"/>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17" name="Rectangle 65">
                <a:extLst>
                  <a:ext uri="{FF2B5EF4-FFF2-40B4-BE49-F238E27FC236}">
                    <a16:creationId xmlns:a16="http://schemas.microsoft.com/office/drawing/2014/main" id="{68F192F6-ED5A-CE43-91EA-B245844A9187}"/>
                  </a:ext>
                </a:extLst>
              </p:cNvPr>
              <p:cNvSpPr>
                <a:spLocks noChangeArrowheads="1"/>
              </p:cNvSpPr>
              <p:nvPr/>
            </p:nvSpPr>
            <p:spPr bwMode="auto">
              <a:xfrm>
                <a:off x="1296825" y="5178575"/>
                <a:ext cx="289686" cy="1351389"/>
              </a:xfrm>
              <a:prstGeom prst="rect">
                <a:avLst/>
              </a:prstGeom>
              <a:solidFill>
                <a:srgbClr val="EBADAA"/>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sp>
        <p:nvSpPr>
          <p:cNvPr id="15" name="TextBox 14">
            <a:extLst>
              <a:ext uri="{FF2B5EF4-FFF2-40B4-BE49-F238E27FC236}">
                <a16:creationId xmlns:a16="http://schemas.microsoft.com/office/drawing/2014/main" id="{B24DFD8D-7E45-C14A-98B8-9FDCF13CB43E}"/>
              </a:ext>
            </a:extLst>
          </p:cNvPr>
          <p:cNvSpPr txBox="1"/>
          <p:nvPr/>
        </p:nvSpPr>
        <p:spPr>
          <a:xfrm>
            <a:off x="4831080" y="3383280"/>
            <a:ext cx="487902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The usual: datagram as payload in link-layer frame</a:t>
            </a:r>
          </a:p>
        </p:txBody>
      </p:sp>
      <p:grpSp>
        <p:nvGrpSpPr>
          <p:cNvPr id="22" name="Group 21">
            <a:extLst>
              <a:ext uri="{FF2B5EF4-FFF2-40B4-BE49-F238E27FC236}">
                <a16:creationId xmlns:a16="http://schemas.microsoft.com/office/drawing/2014/main" id="{6955EFF3-F060-3445-9081-547BFBAF19BD}"/>
              </a:ext>
            </a:extLst>
          </p:cNvPr>
          <p:cNvGrpSpPr/>
          <p:nvPr/>
        </p:nvGrpSpPr>
        <p:grpSpPr>
          <a:xfrm>
            <a:off x="4282206" y="4270968"/>
            <a:ext cx="5834767" cy="1635995"/>
            <a:chOff x="4282206" y="4270968"/>
            <a:chExt cx="5834767" cy="1635995"/>
          </a:xfrm>
        </p:grpSpPr>
        <p:grpSp>
          <p:nvGrpSpPr>
            <p:cNvPr id="496" name="Group 495">
              <a:extLst>
                <a:ext uri="{FF2B5EF4-FFF2-40B4-BE49-F238E27FC236}">
                  <a16:creationId xmlns:a16="http://schemas.microsoft.com/office/drawing/2014/main" id="{84987C4E-F0D3-1E4E-9333-AA4663F4A8D6}"/>
                </a:ext>
              </a:extLst>
            </p:cNvPr>
            <p:cNvGrpSpPr/>
            <p:nvPr/>
          </p:nvGrpSpPr>
          <p:grpSpPr>
            <a:xfrm>
              <a:off x="5980176" y="4270968"/>
              <a:ext cx="2432304" cy="1345360"/>
              <a:chOff x="5705856" y="2228808"/>
              <a:chExt cx="2432304" cy="1345360"/>
            </a:xfrm>
          </p:grpSpPr>
          <p:sp>
            <p:nvSpPr>
              <p:cNvPr id="497" name="Freeform 417">
                <a:extLst>
                  <a:ext uri="{FF2B5EF4-FFF2-40B4-BE49-F238E27FC236}">
                    <a16:creationId xmlns:a16="http://schemas.microsoft.com/office/drawing/2014/main" id="{87F82499-92C4-7044-81C6-8C0BE2857D86}"/>
                  </a:ext>
                </a:extLst>
              </p:cNvPr>
              <p:cNvSpPr>
                <a:spLocks/>
              </p:cNvSpPr>
              <p:nvPr/>
            </p:nvSpPr>
            <p:spPr bwMode="auto">
              <a:xfrm rot="659626">
                <a:off x="5879224" y="2228808"/>
                <a:ext cx="2125934" cy="1345360"/>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 name="connsiteX0" fmla="*/ 6208 w 10764"/>
                  <a:gd name="connsiteY0" fmla="*/ 124 h 9874"/>
                  <a:gd name="connsiteX1" fmla="*/ 3717 w 10764"/>
                  <a:gd name="connsiteY1" fmla="*/ 746 h 9874"/>
                  <a:gd name="connsiteX2" fmla="*/ 1941 w 10764"/>
                  <a:gd name="connsiteY2" fmla="*/ 1872 h 9874"/>
                  <a:gd name="connsiteX3" fmla="*/ 1420 w 10764"/>
                  <a:gd name="connsiteY3" fmla="*/ 3354 h 9874"/>
                  <a:gd name="connsiteX4" fmla="*/ 165 w 10764"/>
                  <a:gd name="connsiteY4" fmla="*/ 4361 h 9874"/>
                  <a:gd name="connsiteX5" fmla="*/ 127 w 10764"/>
                  <a:gd name="connsiteY5" fmla="*/ 6761 h 9874"/>
                  <a:gd name="connsiteX6" fmla="*/ 1227 w 10764"/>
                  <a:gd name="connsiteY6" fmla="*/ 7205 h 9874"/>
                  <a:gd name="connsiteX7" fmla="*/ 4374 w 10764"/>
                  <a:gd name="connsiteY7" fmla="*/ 7205 h 9874"/>
                  <a:gd name="connsiteX8" fmla="*/ 5725 w 10764"/>
                  <a:gd name="connsiteY8" fmla="*/ 8183 h 9874"/>
                  <a:gd name="connsiteX9" fmla="*/ 7212 w 10764"/>
                  <a:gd name="connsiteY9" fmla="*/ 9694 h 9874"/>
                  <a:gd name="connsiteX10" fmla="*/ 8351 w 10764"/>
                  <a:gd name="connsiteY10" fmla="*/ 9754 h 9874"/>
                  <a:gd name="connsiteX11" fmla="*/ 9142 w 10764"/>
                  <a:gd name="connsiteY11" fmla="*/ 8894 h 9874"/>
                  <a:gd name="connsiteX12" fmla="*/ 9528 w 10764"/>
                  <a:gd name="connsiteY12" fmla="*/ 6554 h 9874"/>
                  <a:gd name="connsiteX13" fmla="*/ 10762 w 10764"/>
                  <a:gd name="connsiteY13" fmla="*/ 4612 h 9874"/>
                  <a:gd name="connsiteX14" fmla="*/ 9818 w 10764"/>
                  <a:gd name="connsiteY14" fmla="*/ 1546 h 9874"/>
                  <a:gd name="connsiteX15" fmla="*/ 8968 w 10764"/>
                  <a:gd name="connsiteY15" fmla="*/ 213 h 9874"/>
                  <a:gd name="connsiteX16" fmla="*/ 7443 w 10764"/>
                  <a:gd name="connsiteY16" fmla="*/ 5 h 9874"/>
                  <a:gd name="connsiteX17" fmla="*/ 6208 w 10764"/>
                  <a:gd name="connsiteY17" fmla="*/ 124 h 9874"/>
                  <a:gd name="connsiteX0" fmla="*/ 5767 w 10000"/>
                  <a:gd name="connsiteY0" fmla="*/ 126 h 12428"/>
                  <a:gd name="connsiteX1" fmla="*/ 3453 w 10000"/>
                  <a:gd name="connsiteY1" fmla="*/ 756 h 12428"/>
                  <a:gd name="connsiteX2" fmla="*/ 1803 w 10000"/>
                  <a:gd name="connsiteY2" fmla="*/ 1896 h 12428"/>
                  <a:gd name="connsiteX3" fmla="*/ 1319 w 10000"/>
                  <a:gd name="connsiteY3" fmla="*/ 3397 h 12428"/>
                  <a:gd name="connsiteX4" fmla="*/ 153 w 10000"/>
                  <a:gd name="connsiteY4" fmla="*/ 4417 h 12428"/>
                  <a:gd name="connsiteX5" fmla="*/ 118 w 10000"/>
                  <a:gd name="connsiteY5" fmla="*/ 6847 h 12428"/>
                  <a:gd name="connsiteX6" fmla="*/ 1140 w 10000"/>
                  <a:gd name="connsiteY6" fmla="*/ 7297 h 12428"/>
                  <a:gd name="connsiteX7" fmla="*/ 4064 w 10000"/>
                  <a:gd name="connsiteY7" fmla="*/ 7297 h 12428"/>
                  <a:gd name="connsiteX8" fmla="*/ 4730 w 10000"/>
                  <a:gd name="connsiteY8" fmla="*/ 12382 h 12428"/>
                  <a:gd name="connsiteX9" fmla="*/ 6700 w 10000"/>
                  <a:gd name="connsiteY9" fmla="*/ 9818 h 12428"/>
                  <a:gd name="connsiteX10" fmla="*/ 7758 w 10000"/>
                  <a:gd name="connsiteY10" fmla="*/ 9878 h 12428"/>
                  <a:gd name="connsiteX11" fmla="*/ 8493 w 10000"/>
                  <a:gd name="connsiteY11" fmla="*/ 9007 h 12428"/>
                  <a:gd name="connsiteX12" fmla="*/ 8852 w 10000"/>
                  <a:gd name="connsiteY12" fmla="*/ 6638 h 12428"/>
                  <a:gd name="connsiteX13" fmla="*/ 9998 w 10000"/>
                  <a:gd name="connsiteY13" fmla="*/ 4671 h 12428"/>
                  <a:gd name="connsiteX14" fmla="*/ 9121 w 10000"/>
                  <a:gd name="connsiteY14" fmla="*/ 1566 h 12428"/>
                  <a:gd name="connsiteX15" fmla="*/ 8331 w 10000"/>
                  <a:gd name="connsiteY15" fmla="*/ 216 h 12428"/>
                  <a:gd name="connsiteX16" fmla="*/ 6915 w 10000"/>
                  <a:gd name="connsiteY16" fmla="*/ 5 h 12428"/>
                  <a:gd name="connsiteX17" fmla="*/ 5767 w 10000"/>
                  <a:gd name="connsiteY17" fmla="*/ 126 h 12428"/>
                  <a:gd name="connsiteX0" fmla="*/ 5767 w 10000"/>
                  <a:gd name="connsiteY0" fmla="*/ 126 h 12382"/>
                  <a:gd name="connsiteX1" fmla="*/ 3453 w 10000"/>
                  <a:gd name="connsiteY1" fmla="*/ 756 h 12382"/>
                  <a:gd name="connsiteX2" fmla="*/ 1803 w 10000"/>
                  <a:gd name="connsiteY2" fmla="*/ 1896 h 12382"/>
                  <a:gd name="connsiteX3" fmla="*/ 1319 w 10000"/>
                  <a:gd name="connsiteY3" fmla="*/ 3397 h 12382"/>
                  <a:gd name="connsiteX4" fmla="*/ 153 w 10000"/>
                  <a:gd name="connsiteY4" fmla="*/ 4417 h 12382"/>
                  <a:gd name="connsiteX5" fmla="*/ 118 w 10000"/>
                  <a:gd name="connsiteY5" fmla="*/ 6847 h 12382"/>
                  <a:gd name="connsiteX6" fmla="*/ 1140 w 10000"/>
                  <a:gd name="connsiteY6" fmla="*/ 7297 h 12382"/>
                  <a:gd name="connsiteX7" fmla="*/ 3325 w 10000"/>
                  <a:gd name="connsiteY7" fmla="*/ 9972 h 12382"/>
                  <a:gd name="connsiteX8" fmla="*/ 4730 w 10000"/>
                  <a:gd name="connsiteY8" fmla="*/ 12382 h 12382"/>
                  <a:gd name="connsiteX9" fmla="*/ 6700 w 10000"/>
                  <a:gd name="connsiteY9" fmla="*/ 9818 h 12382"/>
                  <a:gd name="connsiteX10" fmla="*/ 7758 w 10000"/>
                  <a:gd name="connsiteY10" fmla="*/ 9878 h 12382"/>
                  <a:gd name="connsiteX11" fmla="*/ 8493 w 10000"/>
                  <a:gd name="connsiteY11" fmla="*/ 9007 h 12382"/>
                  <a:gd name="connsiteX12" fmla="*/ 8852 w 10000"/>
                  <a:gd name="connsiteY12" fmla="*/ 6638 h 12382"/>
                  <a:gd name="connsiteX13" fmla="*/ 9998 w 10000"/>
                  <a:gd name="connsiteY13" fmla="*/ 4671 h 12382"/>
                  <a:gd name="connsiteX14" fmla="*/ 9121 w 10000"/>
                  <a:gd name="connsiteY14" fmla="*/ 1566 h 12382"/>
                  <a:gd name="connsiteX15" fmla="*/ 8331 w 10000"/>
                  <a:gd name="connsiteY15" fmla="*/ 216 h 12382"/>
                  <a:gd name="connsiteX16" fmla="*/ 6915 w 10000"/>
                  <a:gd name="connsiteY16" fmla="*/ 5 h 12382"/>
                  <a:gd name="connsiteX17" fmla="*/ 5767 w 10000"/>
                  <a:gd name="connsiteY17" fmla="*/ 126 h 12382"/>
                  <a:gd name="connsiteX0" fmla="*/ 5770 w 10003"/>
                  <a:gd name="connsiteY0" fmla="*/ 126 h 12382"/>
                  <a:gd name="connsiteX1" fmla="*/ 3456 w 10003"/>
                  <a:gd name="connsiteY1" fmla="*/ 756 h 12382"/>
                  <a:gd name="connsiteX2" fmla="*/ 1806 w 10003"/>
                  <a:gd name="connsiteY2" fmla="*/ 1896 h 12382"/>
                  <a:gd name="connsiteX3" fmla="*/ 1322 w 10003"/>
                  <a:gd name="connsiteY3" fmla="*/ 3397 h 12382"/>
                  <a:gd name="connsiteX4" fmla="*/ 156 w 10003"/>
                  <a:gd name="connsiteY4" fmla="*/ 4417 h 12382"/>
                  <a:gd name="connsiteX5" fmla="*/ 121 w 10003"/>
                  <a:gd name="connsiteY5" fmla="*/ 6847 h 12382"/>
                  <a:gd name="connsiteX6" fmla="*/ 1194 w 10003"/>
                  <a:gd name="connsiteY6" fmla="*/ 9155 h 12382"/>
                  <a:gd name="connsiteX7" fmla="*/ 3328 w 10003"/>
                  <a:gd name="connsiteY7" fmla="*/ 9972 h 12382"/>
                  <a:gd name="connsiteX8" fmla="*/ 4733 w 10003"/>
                  <a:gd name="connsiteY8" fmla="*/ 12382 h 12382"/>
                  <a:gd name="connsiteX9" fmla="*/ 6703 w 10003"/>
                  <a:gd name="connsiteY9" fmla="*/ 9818 h 12382"/>
                  <a:gd name="connsiteX10" fmla="*/ 7761 w 10003"/>
                  <a:gd name="connsiteY10" fmla="*/ 9878 h 12382"/>
                  <a:gd name="connsiteX11" fmla="*/ 8496 w 10003"/>
                  <a:gd name="connsiteY11" fmla="*/ 9007 h 12382"/>
                  <a:gd name="connsiteX12" fmla="*/ 8855 w 10003"/>
                  <a:gd name="connsiteY12" fmla="*/ 6638 h 12382"/>
                  <a:gd name="connsiteX13" fmla="*/ 10001 w 10003"/>
                  <a:gd name="connsiteY13" fmla="*/ 4671 h 12382"/>
                  <a:gd name="connsiteX14" fmla="*/ 9124 w 10003"/>
                  <a:gd name="connsiteY14" fmla="*/ 1566 h 12382"/>
                  <a:gd name="connsiteX15" fmla="*/ 8334 w 10003"/>
                  <a:gd name="connsiteY15" fmla="*/ 216 h 12382"/>
                  <a:gd name="connsiteX16" fmla="*/ 6918 w 10003"/>
                  <a:gd name="connsiteY16" fmla="*/ 5 h 12382"/>
                  <a:gd name="connsiteX17" fmla="*/ 5770 w 10003"/>
                  <a:gd name="connsiteY17" fmla="*/ 126 h 12382"/>
                  <a:gd name="connsiteX0" fmla="*/ 5770 w 10003"/>
                  <a:gd name="connsiteY0" fmla="*/ 126 h 11611"/>
                  <a:gd name="connsiteX1" fmla="*/ 3456 w 10003"/>
                  <a:gd name="connsiteY1" fmla="*/ 756 h 11611"/>
                  <a:gd name="connsiteX2" fmla="*/ 1806 w 10003"/>
                  <a:gd name="connsiteY2" fmla="*/ 1896 h 11611"/>
                  <a:gd name="connsiteX3" fmla="*/ 1322 w 10003"/>
                  <a:gd name="connsiteY3" fmla="*/ 3397 h 11611"/>
                  <a:gd name="connsiteX4" fmla="*/ 156 w 10003"/>
                  <a:gd name="connsiteY4" fmla="*/ 4417 h 11611"/>
                  <a:gd name="connsiteX5" fmla="*/ 121 w 10003"/>
                  <a:gd name="connsiteY5" fmla="*/ 6847 h 11611"/>
                  <a:gd name="connsiteX6" fmla="*/ 1194 w 10003"/>
                  <a:gd name="connsiteY6" fmla="*/ 9155 h 11611"/>
                  <a:gd name="connsiteX7" fmla="*/ 3328 w 10003"/>
                  <a:gd name="connsiteY7" fmla="*/ 9972 h 11611"/>
                  <a:gd name="connsiteX8" fmla="*/ 5017 w 10003"/>
                  <a:gd name="connsiteY8" fmla="*/ 11611 h 11611"/>
                  <a:gd name="connsiteX9" fmla="*/ 6703 w 10003"/>
                  <a:gd name="connsiteY9" fmla="*/ 9818 h 11611"/>
                  <a:gd name="connsiteX10" fmla="*/ 7761 w 10003"/>
                  <a:gd name="connsiteY10" fmla="*/ 9878 h 11611"/>
                  <a:gd name="connsiteX11" fmla="*/ 8496 w 10003"/>
                  <a:gd name="connsiteY11" fmla="*/ 9007 h 11611"/>
                  <a:gd name="connsiteX12" fmla="*/ 8855 w 10003"/>
                  <a:gd name="connsiteY12" fmla="*/ 6638 h 11611"/>
                  <a:gd name="connsiteX13" fmla="*/ 10001 w 10003"/>
                  <a:gd name="connsiteY13" fmla="*/ 4671 h 11611"/>
                  <a:gd name="connsiteX14" fmla="*/ 9124 w 10003"/>
                  <a:gd name="connsiteY14" fmla="*/ 1566 h 11611"/>
                  <a:gd name="connsiteX15" fmla="*/ 8334 w 10003"/>
                  <a:gd name="connsiteY15" fmla="*/ 216 h 11611"/>
                  <a:gd name="connsiteX16" fmla="*/ 6918 w 10003"/>
                  <a:gd name="connsiteY16" fmla="*/ 5 h 11611"/>
                  <a:gd name="connsiteX17" fmla="*/ 5770 w 10003"/>
                  <a:gd name="connsiteY17" fmla="*/ 126 h 11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003" h="11611">
                    <a:moveTo>
                      <a:pt x="5770" y="126"/>
                    </a:moveTo>
                    <a:cubicBezTo>
                      <a:pt x="5196" y="245"/>
                      <a:pt x="4120" y="456"/>
                      <a:pt x="3456" y="756"/>
                    </a:cubicBezTo>
                    <a:cubicBezTo>
                      <a:pt x="2793" y="1055"/>
                      <a:pt x="2166" y="1460"/>
                      <a:pt x="1806" y="1896"/>
                    </a:cubicBezTo>
                    <a:cubicBezTo>
                      <a:pt x="1448" y="2331"/>
                      <a:pt x="1600" y="2977"/>
                      <a:pt x="1322" y="3397"/>
                    </a:cubicBezTo>
                    <a:cubicBezTo>
                      <a:pt x="1044" y="3816"/>
                      <a:pt x="354" y="3846"/>
                      <a:pt x="156" y="4417"/>
                    </a:cubicBezTo>
                    <a:cubicBezTo>
                      <a:pt x="-41" y="4987"/>
                      <a:pt x="-52" y="6057"/>
                      <a:pt x="121" y="6847"/>
                    </a:cubicBezTo>
                    <a:cubicBezTo>
                      <a:pt x="294" y="7637"/>
                      <a:pt x="660" y="8634"/>
                      <a:pt x="1194" y="9155"/>
                    </a:cubicBezTo>
                    <a:cubicBezTo>
                      <a:pt x="1728" y="9676"/>
                      <a:pt x="2691" y="9563"/>
                      <a:pt x="3328" y="9972"/>
                    </a:cubicBezTo>
                    <a:cubicBezTo>
                      <a:pt x="3965" y="10381"/>
                      <a:pt x="4455" y="11637"/>
                      <a:pt x="5017" y="11611"/>
                    </a:cubicBezTo>
                    <a:cubicBezTo>
                      <a:pt x="5579" y="11585"/>
                      <a:pt x="6246" y="10107"/>
                      <a:pt x="6703" y="9818"/>
                    </a:cubicBezTo>
                    <a:cubicBezTo>
                      <a:pt x="7160" y="9529"/>
                      <a:pt x="7465" y="10013"/>
                      <a:pt x="7761" y="9878"/>
                    </a:cubicBezTo>
                    <a:cubicBezTo>
                      <a:pt x="8057" y="9743"/>
                      <a:pt x="8317" y="9548"/>
                      <a:pt x="8496" y="9007"/>
                    </a:cubicBezTo>
                    <a:cubicBezTo>
                      <a:pt x="8675" y="8468"/>
                      <a:pt x="8604" y="7361"/>
                      <a:pt x="8855" y="6638"/>
                    </a:cubicBezTo>
                    <a:cubicBezTo>
                      <a:pt x="9106" y="5915"/>
                      <a:pt x="9957" y="5511"/>
                      <a:pt x="10001" y="4671"/>
                    </a:cubicBezTo>
                    <a:cubicBezTo>
                      <a:pt x="10047" y="3830"/>
                      <a:pt x="9402" y="2308"/>
                      <a:pt x="9124" y="1566"/>
                    </a:cubicBezTo>
                    <a:cubicBezTo>
                      <a:pt x="8846" y="823"/>
                      <a:pt x="8702" y="471"/>
                      <a:pt x="8334" y="216"/>
                    </a:cubicBezTo>
                    <a:cubicBezTo>
                      <a:pt x="7968" y="-39"/>
                      <a:pt x="7349" y="20"/>
                      <a:pt x="6918" y="5"/>
                    </a:cubicBezTo>
                    <a:cubicBezTo>
                      <a:pt x="6488" y="-9"/>
                      <a:pt x="6345" y="5"/>
                      <a:pt x="5770" y="1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98" name="Group 497">
                <a:extLst>
                  <a:ext uri="{FF2B5EF4-FFF2-40B4-BE49-F238E27FC236}">
                    <a16:creationId xmlns:a16="http://schemas.microsoft.com/office/drawing/2014/main" id="{6B8DEDCB-9DCF-6E46-9C42-540C19255E9B}"/>
                  </a:ext>
                </a:extLst>
              </p:cNvPr>
              <p:cNvGrpSpPr/>
              <p:nvPr/>
            </p:nvGrpSpPr>
            <p:grpSpPr>
              <a:xfrm>
                <a:off x="5705856" y="2321052"/>
                <a:ext cx="2432304" cy="1054608"/>
                <a:chOff x="5705856" y="2321052"/>
                <a:chExt cx="2432304" cy="1054608"/>
              </a:xfrm>
            </p:grpSpPr>
            <p:cxnSp>
              <p:nvCxnSpPr>
                <p:cNvPr id="499" name="Straight Connector 498">
                  <a:extLst>
                    <a:ext uri="{FF2B5EF4-FFF2-40B4-BE49-F238E27FC236}">
                      <a16:creationId xmlns:a16="http://schemas.microsoft.com/office/drawing/2014/main" id="{2E80BCA9-6A41-0A47-A48F-1F0931A1CB93}"/>
                    </a:ext>
                  </a:extLst>
                </p:cNvPr>
                <p:cNvCxnSpPr/>
                <p:nvPr/>
              </p:nvCxnSpPr>
              <p:spPr>
                <a:xfrm>
                  <a:off x="5705856" y="2811780"/>
                  <a:ext cx="243230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0" name="Straight Connector 499">
                  <a:extLst>
                    <a:ext uri="{FF2B5EF4-FFF2-40B4-BE49-F238E27FC236}">
                      <a16:creationId xmlns:a16="http://schemas.microsoft.com/office/drawing/2014/main" id="{0A17012B-B85C-C64A-A03B-D6E609A17059}"/>
                    </a:ext>
                  </a:extLst>
                </p:cNvPr>
                <p:cNvCxnSpPr>
                  <a:cxnSpLocks/>
                  <a:stCxn id="517" idx="5"/>
                </p:cNvCxnSpPr>
                <p:nvPr/>
              </p:nvCxnSpPr>
              <p:spPr>
                <a:xfrm flipV="1">
                  <a:off x="6858545" y="2397253"/>
                  <a:ext cx="83275" cy="88494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1" name="Straight Connector 500">
                  <a:extLst>
                    <a:ext uri="{FF2B5EF4-FFF2-40B4-BE49-F238E27FC236}">
                      <a16:creationId xmlns:a16="http://schemas.microsoft.com/office/drawing/2014/main" id="{A7E5F492-5D82-9742-BEC7-2ABD50579949}"/>
                    </a:ext>
                  </a:extLst>
                </p:cNvPr>
                <p:cNvCxnSpPr>
                  <a:cxnSpLocks/>
                  <a:stCxn id="523" idx="2"/>
                </p:cNvCxnSpPr>
                <p:nvPr/>
              </p:nvCxnSpPr>
              <p:spPr>
                <a:xfrm flipV="1">
                  <a:off x="6858272" y="2805686"/>
                  <a:ext cx="734296" cy="39612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2" name="Straight Connector 501">
                  <a:extLst>
                    <a:ext uri="{FF2B5EF4-FFF2-40B4-BE49-F238E27FC236}">
                      <a16:creationId xmlns:a16="http://schemas.microsoft.com/office/drawing/2014/main" id="{45559EFA-A03E-B24F-A350-22BF777FDDEC}"/>
                    </a:ext>
                  </a:extLst>
                </p:cNvPr>
                <p:cNvCxnSpPr>
                  <a:cxnSpLocks/>
                  <a:stCxn id="537" idx="2"/>
                  <a:endCxn id="516" idx="2"/>
                </p:cNvCxnSpPr>
                <p:nvPr/>
              </p:nvCxnSpPr>
              <p:spPr>
                <a:xfrm flipV="1">
                  <a:off x="6218192" y="2413902"/>
                  <a:ext cx="714756" cy="3870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3" name="Straight Connector 502">
                  <a:extLst>
                    <a:ext uri="{FF2B5EF4-FFF2-40B4-BE49-F238E27FC236}">
                      <a16:creationId xmlns:a16="http://schemas.microsoft.com/office/drawing/2014/main" id="{ED15AEF3-2CE4-9346-A5A8-6831B41099CE}"/>
                    </a:ext>
                  </a:extLst>
                </p:cNvPr>
                <p:cNvCxnSpPr>
                  <a:cxnSpLocks/>
                  <a:stCxn id="532" idx="4"/>
                </p:cNvCxnSpPr>
                <p:nvPr/>
              </p:nvCxnSpPr>
              <p:spPr>
                <a:xfrm>
                  <a:off x="6219785" y="2880798"/>
                  <a:ext cx="646107" cy="32101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4" name="Straight Connector 503">
                  <a:extLst>
                    <a:ext uri="{FF2B5EF4-FFF2-40B4-BE49-F238E27FC236}">
                      <a16:creationId xmlns:a16="http://schemas.microsoft.com/office/drawing/2014/main" id="{A0769067-25CC-F042-AEE7-FBE84938EAA9}"/>
                    </a:ext>
                  </a:extLst>
                </p:cNvPr>
                <p:cNvCxnSpPr>
                  <a:cxnSpLocks/>
                  <a:endCxn id="530" idx="2"/>
                </p:cNvCxnSpPr>
                <p:nvPr/>
              </p:nvCxnSpPr>
              <p:spPr>
                <a:xfrm>
                  <a:off x="6943685" y="2415978"/>
                  <a:ext cx="661347" cy="37435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05" name="Group 504">
                  <a:extLst>
                    <a:ext uri="{FF2B5EF4-FFF2-40B4-BE49-F238E27FC236}">
                      <a16:creationId xmlns:a16="http://schemas.microsoft.com/office/drawing/2014/main" id="{F85DBEA2-40AF-154A-A705-F1846F58C802}"/>
                    </a:ext>
                  </a:extLst>
                </p:cNvPr>
                <p:cNvGrpSpPr/>
                <p:nvPr/>
              </p:nvGrpSpPr>
              <p:grpSpPr>
                <a:xfrm>
                  <a:off x="5974080" y="2321052"/>
                  <a:ext cx="1878278" cy="1054608"/>
                  <a:chOff x="5974080" y="2321052"/>
                  <a:chExt cx="1878278" cy="1054608"/>
                </a:xfrm>
              </p:grpSpPr>
              <p:grpSp>
                <p:nvGrpSpPr>
                  <p:cNvPr id="506" name="Group 505">
                    <a:extLst>
                      <a:ext uri="{FF2B5EF4-FFF2-40B4-BE49-F238E27FC236}">
                        <a16:creationId xmlns:a16="http://schemas.microsoft.com/office/drawing/2014/main" id="{52F94E6D-D2C5-ED4B-A854-9A2DE1647424}"/>
                      </a:ext>
                    </a:extLst>
                  </p:cNvPr>
                  <p:cNvGrpSpPr/>
                  <p:nvPr/>
                </p:nvGrpSpPr>
                <p:grpSpPr>
                  <a:xfrm>
                    <a:off x="5974080" y="2708148"/>
                    <a:ext cx="491438" cy="266700"/>
                    <a:chOff x="7493876" y="2774731"/>
                    <a:chExt cx="1481958" cy="894622"/>
                  </a:xfrm>
                </p:grpSpPr>
                <p:sp>
                  <p:nvSpPr>
                    <p:cNvPr id="531" name="Freeform 530">
                      <a:extLst>
                        <a:ext uri="{FF2B5EF4-FFF2-40B4-BE49-F238E27FC236}">
                          <a16:creationId xmlns:a16="http://schemas.microsoft.com/office/drawing/2014/main" id="{DC0FF471-B053-A94E-9EE3-2C2616F53DE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32" name="Oval 531">
                      <a:extLst>
                        <a:ext uri="{FF2B5EF4-FFF2-40B4-BE49-F238E27FC236}">
                          <a16:creationId xmlns:a16="http://schemas.microsoft.com/office/drawing/2014/main" id="{194BB483-D6CC-FE4E-8BDB-65B60648A2A5}"/>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33" name="Group 532">
                      <a:extLst>
                        <a:ext uri="{FF2B5EF4-FFF2-40B4-BE49-F238E27FC236}">
                          <a16:creationId xmlns:a16="http://schemas.microsoft.com/office/drawing/2014/main" id="{4E7CE696-6385-564E-B8DA-2AEAD245D327}"/>
                        </a:ext>
                      </a:extLst>
                    </p:cNvPr>
                    <p:cNvGrpSpPr/>
                    <p:nvPr/>
                  </p:nvGrpSpPr>
                  <p:grpSpPr>
                    <a:xfrm>
                      <a:off x="7713663" y="2848339"/>
                      <a:ext cx="1042107" cy="425543"/>
                      <a:chOff x="7786941" y="2884917"/>
                      <a:chExt cx="897649" cy="353919"/>
                    </a:xfrm>
                  </p:grpSpPr>
                  <p:sp>
                    <p:nvSpPr>
                      <p:cNvPr id="534" name="Freeform 533">
                        <a:extLst>
                          <a:ext uri="{FF2B5EF4-FFF2-40B4-BE49-F238E27FC236}">
                            <a16:creationId xmlns:a16="http://schemas.microsoft.com/office/drawing/2014/main" id="{B1AA8AD5-7F1B-2949-B1DF-4A17AE5FE55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8F5E806C-0542-4249-8912-339743FE36A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6" name="Freeform 535">
                        <a:extLst>
                          <a:ext uri="{FF2B5EF4-FFF2-40B4-BE49-F238E27FC236}">
                            <a16:creationId xmlns:a16="http://schemas.microsoft.com/office/drawing/2014/main" id="{19BC52EA-49A8-464B-AFBE-1BD32FB0774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7" name="Freeform 536">
                        <a:extLst>
                          <a:ext uri="{FF2B5EF4-FFF2-40B4-BE49-F238E27FC236}">
                            <a16:creationId xmlns:a16="http://schemas.microsoft.com/office/drawing/2014/main" id="{ED70C072-1D79-FA49-8319-F162DD83F80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07" name="Group 506">
                    <a:extLst>
                      <a:ext uri="{FF2B5EF4-FFF2-40B4-BE49-F238E27FC236}">
                        <a16:creationId xmlns:a16="http://schemas.microsoft.com/office/drawing/2014/main" id="{BAFC2167-3F82-CA44-B89F-FA4BC8926902}"/>
                      </a:ext>
                    </a:extLst>
                  </p:cNvPr>
                  <p:cNvGrpSpPr/>
                  <p:nvPr/>
                </p:nvGrpSpPr>
                <p:grpSpPr>
                  <a:xfrm>
                    <a:off x="7360920" y="2697480"/>
                    <a:ext cx="491438" cy="266700"/>
                    <a:chOff x="7493876" y="2774731"/>
                    <a:chExt cx="1481958" cy="894622"/>
                  </a:xfrm>
                </p:grpSpPr>
                <p:sp>
                  <p:nvSpPr>
                    <p:cNvPr id="524" name="Freeform 523">
                      <a:extLst>
                        <a:ext uri="{FF2B5EF4-FFF2-40B4-BE49-F238E27FC236}">
                          <a16:creationId xmlns:a16="http://schemas.microsoft.com/office/drawing/2014/main" id="{8F3F73A6-1620-E74B-B7C3-2C379B955B4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25" name="Oval 524">
                      <a:extLst>
                        <a:ext uri="{FF2B5EF4-FFF2-40B4-BE49-F238E27FC236}">
                          <a16:creationId xmlns:a16="http://schemas.microsoft.com/office/drawing/2014/main" id="{3AC20900-95D7-EB4B-9C42-888BBFC5F039}"/>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26" name="Group 525">
                      <a:extLst>
                        <a:ext uri="{FF2B5EF4-FFF2-40B4-BE49-F238E27FC236}">
                          <a16:creationId xmlns:a16="http://schemas.microsoft.com/office/drawing/2014/main" id="{700CCE16-A6CD-5D40-9B6E-FA433DE49AA2}"/>
                        </a:ext>
                      </a:extLst>
                    </p:cNvPr>
                    <p:cNvGrpSpPr/>
                    <p:nvPr/>
                  </p:nvGrpSpPr>
                  <p:grpSpPr>
                    <a:xfrm>
                      <a:off x="7713663" y="2848339"/>
                      <a:ext cx="1042107" cy="425543"/>
                      <a:chOff x="7786941" y="2884917"/>
                      <a:chExt cx="897649" cy="353919"/>
                    </a:xfrm>
                  </p:grpSpPr>
                  <p:sp>
                    <p:nvSpPr>
                      <p:cNvPr id="527" name="Freeform 526">
                        <a:extLst>
                          <a:ext uri="{FF2B5EF4-FFF2-40B4-BE49-F238E27FC236}">
                            <a16:creationId xmlns:a16="http://schemas.microsoft.com/office/drawing/2014/main" id="{89C1937C-9C1F-B047-874F-893D2B52899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8" name="Freeform 527">
                        <a:extLst>
                          <a:ext uri="{FF2B5EF4-FFF2-40B4-BE49-F238E27FC236}">
                            <a16:creationId xmlns:a16="http://schemas.microsoft.com/office/drawing/2014/main" id="{99D4CD0D-1B37-BA45-9DA9-074750C0379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9" name="Freeform 528">
                        <a:extLst>
                          <a:ext uri="{FF2B5EF4-FFF2-40B4-BE49-F238E27FC236}">
                            <a16:creationId xmlns:a16="http://schemas.microsoft.com/office/drawing/2014/main" id="{3E03FF8F-525D-AD4C-A7A2-432F8C1FBDF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0" name="Freeform 529">
                        <a:extLst>
                          <a:ext uri="{FF2B5EF4-FFF2-40B4-BE49-F238E27FC236}">
                            <a16:creationId xmlns:a16="http://schemas.microsoft.com/office/drawing/2014/main" id="{4CAFE4DF-576F-2342-BF99-C4DEE97D2E3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08" name="Group 507">
                    <a:extLst>
                      <a:ext uri="{FF2B5EF4-FFF2-40B4-BE49-F238E27FC236}">
                        <a16:creationId xmlns:a16="http://schemas.microsoft.com/office/drawing/2014/main" id="{FB318CE4-7DA4-4A41-9554-A1B78A74527A}"/>
                      </a:ext>
                    </a:extLst>
                  </p:cNvPr>
                  <p:cNvGrpSpPr/>
                  <p:nvPr/>
                </p:nvGrpSpPr>
                <p:grpSpPr>
                  <a:xfrm>
                    <a:off x="6614160" y="3108960"/>
                    <a:ext cx="491438" cy="266700"/>
                    <a:chOff x="7493876" y="2774731"/>
                    <a:chExt cx="1481958" cy="894622"/>
                  </a:xfrm>
                </p:grpSpPr>
                <p:sp>
                  <p:nvSpPr>
                    <p:cNvPr id="517" name="Freeform 516">
                      <a:extLst>
                        <a:ext uri="{FF2B5EF4-FFF2-40B4-BE49-F238E27FC236}">
                          <a16:creationId xmlns:a16="http://schemas.microsoft.com/office/drawing/2014/main" id="{852B6B81-173A-344A-93A6-A0B8BB76985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18" name="Oval 517">
                      <a:extLst>
                        <a:ext uri="{FF2B5EF4-FFF2-40B4-BE49-F238E27FC236}">
                          <a16:creationId xmlns:a16="http://schemas.microsoft.com/office/drawing/2014/main" id="{9896B737-EC89-4545-841E-5E185FC1D65B}"/>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19" name="Group 518">
                      <a:extLst>
                        <a:ext uri="{FF2B5EF4-FFF2-40B4-BE49-F238E27FC236}">
                          <a16:creationId xmlns:a16="http://schemas.microsoft.com/office/drawing/2014/main" id="{F4DBFAD5-4E96-0748-873E-5522C65E107E}"/>
                        </a:ext>
                      </a:extLst>
                    </p:cNvPr>
                    <p:cNvGrpSpPr/>
                    <p:nvPr/>
                  </p:nvGrpSpPr>
                  <p:grpSpPr>
                    <a:xfrm>
                      <a:off x="7713663" y="2848339"/>
                      <a:ext cx="1042107" cy="425543"/>
                      <a:chOff x="7786941" y="2884917"/>
                      <a:chExt cx="897649" cy="353919"/>
                    </a:xfrm>
                  </p:grpSpPr>
                  <p:sp>
                    <p:nvSpPr>
                      <p:cNvPr id="520" name="Freeform 519">
                        <a:extLst>
                          <a:ext uri="{FF2B5EF4-FFF2-40B4-BE49-F238E27FC236}">
                            <a16:creationId xmlns:a16="http://schemas.microsoft.com/office/drawing/2014/main" id="{3470ECDB-31AB-F140-9FA5-CF439C8B21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1" name="Freeform 520">
                        <a:extLst>
                          <a:ext uri="{FF2B5EF4-FFF2-40B4-BE49-F238E27FC236}">
                            <a16:creationId xmlns:a16="http://schemas.microsoft.com/office/drawing/2014/main" id="{97EC32B7-874F-EB4B-8886-509F6FE4AC9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2" name="Freeform 521">
                        <a:extLst>
                          <a:ext uri="{FF2B5EF4-FFF2-40B4-BE49-F238E27FC236}">
                            <a16:creationId xmlns:a16="http://schemas.microsoft.com/office/drawing/2014/main" id="{ED8B1D4F-FE0F-094C-BE00-584F482FB9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3" name="Freeform 522">
                        <a:extLst>
                          <a:ext uri="{FF2B5EF4-FFF2-40B4-BE49-F238E27FC236}">
                            <a16:creationId xmlns:a16="http://schemas.microsoft.com/office/drawing/2014/main" id="{82AC8057-5410-F240-9673-593E954EFBD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09" name="Group 508">
                    <a:extLst>
                      <a:ext uri="{FF2B5EF4-FFF2-40B4-BE49-F238E27FC236}">
                        <a16:creationId xmlns:a16="http://schemas.microsoft.com/office/drawing/2014/main" id="{0A5A6BEA-B591-4C44-BA4B-CFDD4D1BCBC0}"/>
                      </a:ext>
                    </a:extLst>
                  </p:cNvPr>
                  <p:cNvGrpSpPr/>
                  <p:nvPr/>
                </p:nvGrpSpPr>
                <p:grpSpPr>
                  <a:xfrm>
                    <a:off x="6688836" y="2321052"/>
                    <a:ext cx="491438" cy="266700"/>
                    <a:chOff x="7493876" y="2774731"/>
                    <a:chExt cx="1481958" cy="894622"/>
                  </a:xfrm>
                </p:grpSpPr>
                <p:sp>
                  <p:nvSpPr>
                    <p:cNvPr id="510" name="Freeform 509">
                      <a:extLst>
                        <a:ext uri="{FF2B5EF4-FFF2-40B4-BE49-F238E27FC236}">
                          <a16:creationId xmlns:a16="http://schemas.microsoft.com/office/drawing/2014/main" id="{B3CA2360-C1A8-CB48-BD8E-4C20040473F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11" name="Oval 510">
                      <a:extLst>
                        <a:ext uri="{FF2B5EF4-FFF2-40B4-BE49-F238E27FC236}">
                          <a16:creationId xmlns:a16="http://schemas.microsoft.com/office/drawing/2014/main" id="{91E4C545-CC3F-C24B-8339-B5045FB751B2}"/>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12" name="Group 511">
                      <a:extLst>
                        <a:ext uri="{FF2B5EF4-FFF2-40B4-BE49-F238E27FC236}">
                          <a16:creationId xmlns:a16="http://schemas.microsoft.com/office/drawing/2014/main" id="{28A3E9EF-0314-E244-BB9D-29F966A6BBD5}"/>
                        </a:ext>
                      </a:extLst>
                    </p:cNvPr>
                    <p:cNvGrpSpPr/>
                    <p:nvPr/>
                  </p:nvGrpSpPr>
                  <p:grpSpPr>
                    <a:xfrm>
                      <a:off x="7713663" y="2848339"/>
                      <a:ext cx="1042107" cy="425543"/>
                      <a:chOff x="7786941" y="2884917"/>
                      <a:chExt cx="897649" cy="353919"/>
                    </a:xfrm>
                  </p:grpSpPr>
                  <p:sp>
                    <p:nvSpPr>
                      <p:cNvPr id="513" name="Freeform 512">
                        <a:extLst>
                          <a:ext uri="{FF2B5EF4-FFF2-40B4-BE49-F238E27FC236}">
                            <a16:creationId xmlns:a16="http://schemas.microsoft.com/office/drawing/2014/main" id="{F33744E2-2C8F-664D-8A15-5A1A58CEDF0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4" name="Freeform 513">
                        <a:extLst>
                          <a:ext uri="{FF2B5EF4-FFF2-40B4-BE49-F238E27FC236}">
                            <a16:creationId xmlns:a16="http://schemas.microsoft.com/office/drawing/2014/main" id="{B120A3AD-A34F-244F-A4DD-D84298C772F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5" name="Freeform 514">
                        <a:extLst>
                          <a:ext uri="{FF2B5EF4-FFF2-40B4-BE49-F238E27FC236}">
                            <a16:creationId xmlns:a16="http://schemas.microsoft.com/office/drawing/2014/main" id="{F5851AC2-246D-2448-BE57-5FA08C6263A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6" name="Freeform 515">
                        <a:extLst>
                          <a:ext uri="{FF2B5EF4-FFF2-40B4-BE49-F238E27FC236}">
                            <a16:creationId xmlns:a16="http://schemas.microsoft.com/office/drawing/2014/main" id="{313AD300-51C8-EC46-A5B0-83D840C0D9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grpSp>
        <p:grpSp>
          <p:nvGrpSpPr>
            <p:cNvPr id="170" name="Group 169">
              <a:extLst>
                <a:ext uri="{FF2B5EF4-FFF2-40B4-BE49-F238E27FC236}">
                  <a16:creationId xmlns:a16="http://schemas.microsoft.com/office/drawing/2014/main" id="{5717A5F8-6A67-F94C-8EEA-6348C9FB101E}"/>
                </a:ext>
              </a:extLst>
            </p:cNvPr>
            <p:cNvGrpSpPr/>
            <p:nvPr/>
          </p:nvGrpSpPr>
          <p:grpSpPr>
            <a:xfrm>
              <a:off x="4282206" y="4335896"/>
              <a:ext cx="1830222" cy="967204"/>
              <a:chOff x="3670217" y="2254595"/>
              <a:chExt cx="1830222" cy="967204"/>
            </a:xfrm>
          </p:grpSpPr>
          <p:sp>
            <p:nvSpPr>
              <p:cNvPr id="193" name="Text Box 92">
                <a:extLst>
                  <a:ext uri="{FF2B5EF4-FFF2-40B4-BE49-F238E27FC236}">
                    <a16:creationId xmlns:a16="http://schemas.microsoft.com/office/drawing/2014/main" id="{110A739D-9FA4-5C47-9104-5929CA817F9D}"/>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194" name="Text Box 108">
                <a:extLst>
                  <a:ext uri="{FF2B5EF4-FFF2-40B4-BE49-F238E27FC236}">
                    <a16:creationId xmlns:a16="http://schemas.microsoft.com/office/drawing/2014/main" id="{D710AC33-80F8-0849-B632-29F5506A7A13}"/>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195" name="Line 141">
                <a:extLst>
                  <a:ext uri="{FF2B5EF4-FFF2-40B4-BE49-F238E27FC236}">
                    <a16:creationId xmlns:a16="http://schemas.microsoft.com/office/drawing/2014/main" id="{9A1C543F-3CDB-554A-BF74-D3706C6A874D}"/>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Text Box 143">
                <a:extLst>
                  <a:ext uri="{FF2B5EF4-FFF2-40B4-BE49-F238E27FC236}">
                    <a16:creationId xmlns:a16="http://schemas.microsoft.com/office/drawing/2014/main" id="{41501492-C9AF-D446-A361-BE77117F4623}"/>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197" name="Text Box 144">
                <a:extLst>
                  <a:ext uri="{FF2B5EF4-FFF2-40B4-BE49-F238E27FC236}">
                    <a16:creationId xmlns:a16="http://schemas.microsoft.com/office/drawing/2014/main" id="{402A1172-046E-434C-B078-59701766D9CA}"/>
                  </a:ext>
                </a:extLst>
              </p:cNvPr>
              <p:cNvSpPr txBox="1">
                <a:spLocks noChangeArrowheads="1"/>
              </p:cNvSpPr>
              <p:nvPr/>
            </p:nvSpPr>
            <p:spPr bwMode="auto">
              <a:xfrm>
                <a:off x="4631290" y="2883245"/>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grpSp>
            <p:nvGrpSpPr>
              <p:cNvPr id="198" name="Group 197">
                <a:extLst>
                  <a:ext uri="{FF2B5EF4-FFF2-40B4-BE49-F238E27FC236}">
                    <a16:creationId xmlns:a16="http://schemas.microsoft.com/office/drawing/2014/main" id="{3C95A897-355A-434E-8FC1-AC906BACDFA2}"/>
                  </a:ext>
                </a:extLst>
              </p:cNvPr>
              <p:cNvGrpSpPr/>
              <p:nvPr/>
            </p:nvGrpSpPr>
            <p:grpSpPr>
              <a:xfrm>
                <a:off x="3670217" y="2586162"/>
                <a:ext cx="731126" cy="344556"/>
                <a:chOff x="7493876" y="2774731"/>
                <a:chExt cx="1481958" cy="894622"/>
              </a:xfrm>
            </p:grpSpPr>
            <p:sp>
              <p:nvSpPr>
                <p:cNvPr id="207" name="Freeform 206">
                  <a:extLst>
                    <a:ext uri="{FF2B5EF4-FFF2-40B4-BE49-F238E27FC236}">
                      <a16:creationId xmlns:a16="http://schemas.microsoft.com/office/drawing/2014/main" id="{F5D7D63D-A986-594D-B694-9FF0F91833F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8" name="Oval 207">
                  <a:extLst>
                    <a:ext uri="{FF2B5EF4-FFF2-40B4-BE49-F238E27FC236}">
                      <a16:creationId xmlns:a16="http://schemas.microsoft.com/office/drawing/2014/main" id="{03782CCC-03BC-1347-85AF-252A8230B48E}"/>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9" name="Group 208">
                  <a:extLst>
                    <a:ext uri="{FF2B5EF4-FFF2-40B4-BE49-F238E27FC236}">
                      <a16:creationId xmlns:a16="http://schemas.microsoft.com/office/drawing/2014/main" id="{D0C68AB1-2CD1-EF47-9AC5-019E3F989517}"/>
                    </a:ext>
                  </a:extLst>
                </p:cNvPr>
                <p:cNvGrpSpPr/>
                <p:nvPr/>
              </p:nvGrpSpPr>
              <p:grpSpPr>
                <a:xfrm>
                  <a:off x="7713663" y="2848339"/>
                  <a:ext cx="1042107" cy="425543"/>
                  <a:chOff x="7786941" y="2884917"/>
                  <a:chExt cx="897649" cy="353919"/>
                </a:xfrm>
              </p:grpSpPr>
              <p:sp>
                <p:nvSpPr>
                  <p:cNvPr id="210" name="Freeform 209">
                    <a:extLst>
                      <a:ext uri="{FF2B5EF4-FFF2-40B4-BE49-F238E27FC236}">
                        <a16:creationId xmlns:a16="http://schemas.microsoft.com/office/drawing/2014/main" id="{754B7C8E-ACD3-134F-A641-0F91DB79F62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1" name="Freeform 210">
                    <a:extLst>
                      <a:ext uri="{FF2B5EF4-FFF2-40B4-BE49-F238E27FC236}">
                        <a16:creationId xmlns:a16="http://schemas.microsoft.com/office/drawing/2014/main" id="{589DAF1B-A291-514E-BCC4-CC91BB57E76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2" name="Freeform 211">
                    <a:extLst>
                      <a:ext uri="{FF2B5EF4-FFF2-40B4-BE49-F238E27FC236}">
                        <a16:creationId xmlns:a16="http://schemas.microsoft.com/office/drawing/2014/main" id="{73F904F0-F412-7046-AFD0-5002E429B42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3" name="Freeform 212">
                    <a:extLst>
                      <a:ext uri="{FF2B5EF4-FFF2-40B4-BE49-F238E27FC236}">
                        <a16:creationId xmlns:a16="http://schemas.microsoft.com/office/drawing/2014/main" id="{2CCAAB12-A1D8-6C47-878C-46C3E550321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9" name="Group 198">
                <a:extLst>
                  <a:ext uri="{FF2B5EF4-FFF2-40B4-BE49-F238E27FC236}">
                    <a16:creationId xmlns:a16="http://schemas.microsoft.com/office/drawing/2014/main" id="{4C090431-938E-B942-A193-8E47FD1AF9E2}"/>
                  </a:ext>
                </a:extLst>
              </p:cNvPr>
              <p:cNvGrpSpPr/>
              <p:nvPr/>
            </p:nvGrpSpPr>
            <p:grpSpPr>
              <a:xfrm>
                <a:off x="4703149" y="2589549"/>
                <a:ext cx="731126" cy="344556"/>
                <a:chOff x="7493876" y="2774731"/>
                <a:chExt cx="1481958" cy="894622"/>
              </a:xfrm>
            </p:grpSpPr>
            <p:sp>
              <p:nvSpPr>
                <p:cNvPr id="200" name="Freeform 199">
                  <a:extLst>
                    <a:ext uri="{FF2B5EF4-FFF2-40B4-BE49-F238E27FC236}">
                      <a16:creationId xmlns:a16="http://schemas.microsoft.com/office/drawing/2014/main" id="{49C4F992-971D-C440-8D04-53AAC987516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1" name="Oval 200">
                  <a:extLst>
                    <a:ext uri="{FF2B5EF4-FFF2-40B4-BE49-F238E27FC236}">
                      <a16:creationId xmlns:a16="http://schemas.microsoft.com/office/drawing/2014/main" id="{62AF8A24-58CD-2145-A9F9-90CE2DC79A5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2" name="Group 201">
                  <a:extLst>
                    <a:ext uri="{FF2B5EF4-FFF2-40B4-BE49-F238E27FC236}">
                      <a16:creationId xmlns:a16="http://schemas.microsoft.com/office/drawing/2014/main" id="{0A93BC7E-4BC1-2643-93F4-2AD46845796A}"/>
                    </a:ext>
                  </a:extLst>
                </p:cNvPr>
                <p:cNvGrpSpPr/>
                <p:nvPr/>
              </p:nvGrpSpPr>
              <p:grpSpPr>
                <a:xfrm>
                  <a:off x="7713663" y="2848339"/>
                  <a:ext cx="1042107" cy="425543"/>
                  <a:chOff x="7786941" y="2884917"/>
                  <a:chExt cx="897649" cy="353919"/>
                </a:xfrm>
              </p:grpSpPr>
              <p:sp>
                <p:nvSpPr>
                  <p:cNvPr id="203" name="Freeform 202">
                    <a:extLst>
                      <a:ext uri="{FF2B5EF4-FFF2-40B4-BE49-F238E27FC236}">
                        <a16:creationId xmlns:a16="http://schemas.microsoft.com/office/drawing/2014/main" id="{A7323785-B63B-DE4E-A5EC-E9792BB5D5A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4" name="Freeform 203">
                    <a:extLst>
                      <a:ext uri="{FF2B5EF4-FFF2-40B4-BE49-F238E27FC236}">
                        <a16:creationId xmlns:a16="http://schemas.microsoft.com/office/drawing/2014/main" id="{DEFF491D-45FE-0644-B21D-93F32323151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5" name="Freeform 204">
                    <a:extLst>
                      <a:ext uri="{FF2B5EF4-FFF2-40B4-BE49-F238E27FC236}">
                        <a16:creationId xmlns:a16="http://schemas.microsoft.com/office/drawing/2014/main" id="{D7229D85-BA96-1E47-BEF3-188394D687B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D328D7ED-E4C8-8145-91E9-1697D90D408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71" name="Group 170">
              <a:extLst>
                <a:ext uri="{FF2B5EF4-FFF2-40B4-BE49-F238E27FC236}">
                  <a16:creationId xmlns:a16="http://schemas.microsoft.com/office/drawing/2014/main" id="{E3C42B7A-98CB-6347-8B71-39B750B4AA71}"/>
                </a:ext>
              </a:extLst>
            </p:cNvPr>
            <p:cNvGrpSpPr/>
            <p:nvPr/>
          </p:nvGrpSpPr>
          <p:grpSpPr>
            <a:xfrm>
              <a:off x="8298305" y="4365816"/>
              <a:ext cx="1818668" cy="965617"/>
              <a:chOff x="3615607" y="2254595"/>
              <a:chExt cx="1818668" cy="965617"/>
            </a:xfrm>
          </p:grpSpPr>
          <p:sp>
            <p:nvSpPr>
              <p:cNvPr id="172" name="Text Box 92">
                <a:extLst>
                  <a:ext uri="{FF2B5EF4-FFF2-40B4-BE49-F238E27FC236}">
                    <a16:creationId xmlns:a16="http://schemas.microsoft.com/office/drawing/2014/main" id="{B011A2F8-9695-BA46-8CA9-E35BEA783E25}"/>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173" name="Text Box 108">
                <a:extLst>
                  <a:ext uri="{FF2B5EF4-FFF2-40B4-BE49-F238E27FC236}">
                    <a16:creationId xmlns:a16="http://schemas.microsoft.com/office/drawing/2014/main" id="{7163F02F-17ED-C44F-B86B-A1C3E5B30509}"/>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174" name="Line 141">
                <a:extLst>
                  <a:ext uri="{FF2B5EF4-FFF2-40B4-BE49-F238E27FC236}">
                    <a16:creationId xmlns:a16="http://schemas.microsoft.com/office/drawing/2014/main" id="{CBB88C7C-78E5-2740-AA9E-D60B5912D637}"/>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Text Box 143">
                <a:extLst>
                  <a:ext uri="{FF2B5EF4-FFF2-40B4-BE49-F238E27FC236}">
                    <a16:creationId xmlns:a16="http://schemas.microsoft.com/office/drawing/2014/main" id="{5C6BDB27-D839-A841-8038-49CB793C907E}"/>
                  </a:ext>
                </a:extLst>
              </p:cNvPr>
              <p:cNvSpPr txBox="1">
                <a:spLocks noChangeArrowheads="1"/>
              </p:cNvSpPr>
              <p:nvPr/>
            </p:nvSpPr>
            <p:spPr bwMode="auto">
              <a:xfrm>
                <a:off x="3615607" y="2881658"/>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sp>
            <p:nvSpPr>
              <p:cNvPr id="176" name="Text Box 144">
                <a:extLst>
                  <a:ext uri="{FF2B5EF4-FFF2-40B4-BE49-F238E27FC236}">
                    <a16:creationId xmlns:a16="http://schemas.microsoft.com/office/drawing/2014/main" id="{BFE1AB9B-2EAA-3646-A298-AB413E7A5D26}"/>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177" name="Group 176">
                <a:extLst>
                  <a:ext uri="{FF2B5EF4-FFF2-40B4-BE49-F238E27FC236}">
                    <a16:creationId xmlns:a16="http://schemas.microsoft.com/office/drawing/2014/main" id="{2EEEE9B2-CAF4-4840-9D9B-D6AF0E983459}"/>
                  </a:ext>
                </a:extLst>
              </p:cNvPr>
              <p:cNvGrpSpPr/>
              <p:nvPr/>
            </p:nvGrpSpPr>
            <p:grpSpPr>
              <a:xfrm>
                <a:off x="3670217" y="2586162"/>
                <a:ext cx="731126" cy="344556"/>
                <a:chOff x="7493876" y="2774731"/>
                <a:chExt cx="1481958" cy="894622"/>
              </a:xfrm>
            </p:grpSpPr>
            <p:sp>
              <p:nvSpPr>
                <p:cNvPr id="186" name="Freeform 185">
                  <a:extLst>
                    <a:ext uri="{FF2B5EF4-FFF2-40B4-BE49-F238E27FC236}">
                      <a16:creationId xmlns:a16="http://schemas.microsoft.com/office/drawing/2014/main" id="{7E69BC95-0251-D24F-AD6E-561389FC80A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6888D20B-9D89-4B4C-8E8F-1BB165CA61A6}"/>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C11A9864-04B0-C642-975B-2FFEB37EC0C9}"/>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F815E172-DF3B-CB47-8E92-A80C6D3657A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5B86302E-E939-AD4E-AFF9-17636C78971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5C5917F1-E302-CE45-8D20-9819BFA83CF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56545F24-94D8-7C4B-9573-CCC90CEF14C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8" name="Group 177">
                <a:extLst>
                  <a:ext uri="{FF2B5EF4-FFF2-40B4-BE49-F238E27FC236}">
                    <a16:creationId xmlns:a16="http://schemas.microsoft.com/office/drawing/2014/main" id="{5E0A2DE7-07A0-1247-98D1-3173BDB98A4B}"/>
                  </a:ext>
                </a:extLst>
              </p:cNvPr>
              <p:cNvGrpSpPr/>
              <p:nvPr/>
            </p:nvGrpSpPr>
            <p:grpSpPr>
              <a:xfrm>
                <a:off x="4703149" y="2589549"/>
                <a:ext cx="731126" cy="344556"/>
                <a:chOff x="7493876" y="2774731"/>
                <a:chExt cx="1481958" cy="894622"/>
              </a:xfrm>
            </p:grpSpPr>
            <p:sp>
              <p:nvSpPr>
                <p:cNvPr id="179" name="Freeform 178">
                  <a:extLst>
                    <a:ext uri="{FF2B5EF4-FFF2-40B4-BE49-F238E27FC236}">
                      <a16:creationId xmlns:a16="http://schemas.microsoft.com/office/drawing/2014/main" id="{10F4D360-E65F-D849-B554-1067764F2A1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0" name="Oval 179">
                  <a:extLst>
                    <a:ext uri="{FF2B5EF4-FFF2-40B4-BE49-F238E27FC236}">
                      <a16:creationId xmlns:a16="http://schemas.microsoft.com/office/drawing/2014/main" id="{A6B447AA-3C49-F74C-844A-DB7E97A9C93A}"/>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1" name="Group 180">
                  <a:extLst>
                    <a:ext uri="{FF2B5EF4-FFF2-40B4-BE49-F238E27FC236}">
                      <a16:creationId xmlns:a16="http://schemas.microsoft.com/office/drawing/2014/main" id="{0EA85C4B-510C-5948-A859-A34940D950C8}"/>
                    </a:ext>
                  </a:extLst>
                </p:cNvPr>
                <p:cNvGrpSpPr/>
                <p:nvPr/>
              </p:nvGrpSpPr>
              <p:grpSpPr>
                <a:xfrm>
                  <a:off x="7713663" y="2848339"/>
                  <a:ext cx="1042107" cy="425543"/>
                  <a:chOff x="7786941" y="2884917"/>
                  <a:chExt cx="897649" cy="353919"/>
                </a:xfrm>
              </p:grpSpPr>
              <p:sp>
                <p:nvSpPr>
                  <p:cNvPr id="182" name="Freeform 181">
                    <a:extLst>
                      <a:ext uri="{FF2B5EF4-FFF2-40B4-BE49-F238E27FC236}">
                        <a16:creationId xmlns:a16="http://schemas.microsoft.com/office/drawing/2014/main" id="{B3CC364E-1AC4-CB48-AA68-0F261278089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B54FBD29-A743-664D-B298-216BFB6A0E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C611F43E-D76E-1C42-8DE4-D6081FCAEA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5" name="Freeform 184">
                    <a:extLst>
                      <a:ext uri="{FF2B5EF4-FFF2-40B4-BE49-F238E27FC236}">
                        <a16:creationId xmlns:a16="http://schemas.microsoft.com/office/drawing/2014/main" id="{CAA4831E-FF15-F841-8C6E-C13EB5F994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21" name="TextBox 20">
              <a:extLst>
                <a:ext uri="{FF2B5EF4-FFF2-40B4-BE49-F238E27FC236}">
                  <a16:creationId xmlns:a16="http://schemas.microsoft.com/office/drawing/2014/main" id="{FDF40405-26DE-E04A-AD9E-09DB8BF9FDDC}"/>
                </a:ext>
              </a:extLst>
            </p:cNvPr>
            <p:cNvSpPr txBox="1"/>
            <p:nvPr/>
          </p:nvSpPr>
          <p:spPr>
            <a:xfrm>
              <a:off x="6655028" y="5568409"/>
              <a:ext cx="1282915"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IPv4 network</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41" name="Text Box 75">
            <a:extLst>
              <a:ext uri="{FF2B5EF4-FFF2-40B4-BE49-F238E27FC236}">
                <a16:creationId xmlns:a16="http://schemas.microsoft.com/office/drawing/2014/main" id="{9575480C-065E-F445-B98F-75CCDE26D4F5}"/>
              </a:ext>
            </a:extLst>
          </p:cNvPr>
          <p:cNvSpPr txBox="1">
            <a:spLocks noChangeArrowheads="1"/>
          </p:cNvSpPr>
          <p:nvPr/>
        </p:nvSpPr>
        <p:spPr bwMode="auto">
          <a:xfrm>
            <a:off x="861060" y="4222280"/>
            <a:ext cx="2560319"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IPv4 network connecting two IPv6 routers</a:t>
            </a:r>
          </a:p>
        </p:txBody>
      </p:sp>
      <p:sp>
        <p:nvSpPr>
          <p:cNvPr id="542" name="Rectangle 541">
            <a:extLst>
              <a:ext uri="{FF2B5EF4-FFF2-40B4-BE49-F238E27FC236}">
                <a16:creationId xmlns:a16="http://schemas.microsoft.com/office/drawing/2014/main" id="{76ED368D-E910-AF4A-A7B9-EA73D840E651}"/>
              </a:ext>
            </a:extLst>
          </p:cNvPr>
          <p:cNvSpPr/>
          <p:nvPr/>
        </p:nvSpPr>
        <p:spPr>
          <a:xfrm>
            <a:off x="822960" y="1356360"/>
            <a:ext cx="10058400" cy="2407920"/>
          </a:xfrm>
          <a:prstGeom prst="rect">
            <a:avLst/>
          </a:prstGeom>
          <a:solidFill>
            <a:schemeClr val="bg1">
              <a:alpha val="6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4" name="Slide Number Placeholder 3">
            <a:extLst>
              <a:ext uri="{FF2B5EF4-FFF2-40B4-BE49-F238E27FC236}">
                <a16:creationId xmlns:a16="http://schemas.microsoft.com/office/drawing/2014/main" id="{2F913256-ADEF-544C-8B13-58406F24A63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55</a:t>
            </a:fld>
            <a:endParaRPr lang="en-US" dirty="0"/>
          </a:p>
        </p:txBody>
      </p:sp>
    </p:spTree>
    <p:extLst>
      <p:ext uri="{BB962C8B-B14F-4D97-AF65-F5344CB8AC3E}">
        <p14:creationId xmlns:p14="http://schemas.microsoft.com/office/powerpoint/2010/main" val="10594021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left)">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wipe(up)">
                                      <p:cBhvr>
                                        <p:cTn id="12" dur="500"/>
                                        <p:tgtEl>
                                          <p:spTgt spid="13"/>
                                        </p:tgtEl>
                                      </p:cBhvr>
                                    </p:animEffect>
                                  </p:childTnLst>
                                </p:cTn>
                              </p:par>
                            </p:childTnLst>
                          </p:cTn>
                        </p:par>
                        <p:par>
                          <p:cTn id="13" fill="hold">
                            <p:stCondLst>
                              <p:cond delay="500"/>
                            </p:stCondLst>
                            <p:childTnLst>
                              <p:par>
                                <p:cTn id="14" presetID="9" presetClass="entr" presetSubtype="0" fill="hold" nodeType="afterEffect">
                                  <p:stCondLst>
                                    <p:cond delay="500"/>
                                  </p:stCondLst>
                                  <p:childTnLst>
                                    <p:set>
                                      <p:cBhvr>
                                        <p:cTn id="15" dur="1" fill="hold">
                                          <p:stCondLst>
                                            <p:cond delay="0"/>
                                          </p:stCondLst>
                                        </p:cTn>
                                        <p:tgtEl>
                                          <p:spTgt spid="18"/>
                                        </p:tgtEl>
                                        <p:attrNameLst>
                                          <p:attrName>style.visibility</p:attrName>
                                        </p:attrNameLst>
                                      </p:cBhvr>
                                      <p:to>
                                        <p:strVal val="visible"/>
                                      </p:to>
                                    </p:set>
                                    <p:animEffect transition="in" filter="dissolve">
                                      <p:cBhvr>
                                        <p:cTn id="16" dur="500"/>
                                        <p:tgtEl>
                                          <p:spTgt spid="18"/>
                                        </p:tgtEl>
                                      </p:cBhvr>
                                    </p:animEffect>
                                  </p:childTnLst>
                                </p:cTn>
                              </p:par>
                            </p:childTnLst>
                          </p:cTn>
                        </p:par>
                        <p:par>
                          <p:cTn id="17" fill="hold">
                            <p:stCondLst>
                              <p:cond delay="1500"/>
                            </p:stCondLst>
                            <p:childTnLst>
                              <p:par>
                                <p:cTn id="18" presetID="9" presetClass="entr" presetSubtype="0" fill="hold" grpId="0" nodeType="afterEffect">
                                  <p:stCondLst>
                                    <p:cond delay="500"/>
                                  </p:stCondLst>
                                  <p:childTnLst>
                                    <p:set>
                                      <p:cBhvr>
                                        <p:cTn id="19" dur="1" fill="hold">
                                          <p:stCondLst>
                                            <p:cond delay="0"/>
                                          </p:stCondLst>
                                        </p:cTn>
                                        <p:tgtEl>
                                          <p:spTgt spid="15"/>
                                        </p:tgtEl>
                                        <p:attrNameLst>
                                          <p:attrName>style.visibility</p:attrName>
                                        </p:attrNameLst>
                                      </p:cBhvr>
                                      <p:to>
                                        <p:strVal val="visible"/>
                                      </p:to>
                                    </p:set>
                                    <p:animEffect transition="in" filter="dissolve">
                                      <p:cBhvr>
                                        <p:cTn id="20" dur="500"/>
                                        <p:tgtEl>
                                          <p:spTgt spid="15"/>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22"/>
                                        </p:tgtEl>
                                        <p:attrNameLst>
                                          <p:attrName>style.visibility</p:attrName>
                                        </p:attrNameLst>
                                      </p:cBhvr>
                                      <p:to>
                                        <p:strVal val="visible"/>
                                      </p:to>
                                    </p:set>
                                    <p:animEffect transition="in" filter="dissolve">
                                      <p:cBhvr>
                                        <p:cTn id="25" dur="500"/>
                                        <p:tgtEl>
                                          <p:spTgt spid="22"/>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541"/>
                                        </p:tgtEl>
                                        <p:attrNameLst>
                                          <p:attrName>style.visibility</p:attrName>
                                        </p:attrNameLst>
                                      </p:cBhvr>
                                      <p:to>
                                        <p:strVal val="visible"/>
                                      </p:to>
                                    </p:set>
                                    <p:animEffect transition="in" filter="dissolve">
                                      <p:cBhvr>
                                        <p:cTn id="28" dur="500"/>
                                        <p:tgtEl>
                                          <p:spTgt spid="541"/>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542"/>
                                        </p:tgtEl>
                                        <p:attrNameLst>
                                          <p:attrName>style.visibility</p:attrName>
                                        </p:attrNameLst>
                                      </p:cBhvr>
                                      <p:to>
                                        <p:strVal val="visible"/>
                                      </p:to>
                                    </p:set>
                                    <p:animEffect transition="in" filter="dissolve">
                                      <p:cBhvr>
                                        <p:cTn id="31" dur="500"/>
                                        <p:tgtEl>
                                          <p:spTgt spid="5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541" grpId="0"/>
      <p:bldP spid="542" grpId="0" animBg="1"/>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Tunneling and encapsulation</a:t>
            </a:r>
          </a:p>
        </p:txBody>
      </p:sp>
      <p:sp>
        <p:nvSpPr>
          <p:cNvPr id="168" name="Text Box 75">
            <a:extLst>
              <a:ext uri="{FF2B5EF4-FFF2-40B4-BE49-F238E27FC236}">
                <a16:creationId xmlns:a16="http://schemas.microsoft.com/office/drawing/2014/main" id="{9929FFB1-4B85-B14E-8A8D-EE3B2BBCB609}"/>
              </a:ext>
            </a:extLst>
          </p:cNvPr>
          <p:cNvSpPr txBox="1">
            <a:spLocks noChangeArrowheads="1"/>
          </p:cNvSpPr>
          <p:nvPr/>
        </p:nvSpPr>
        <p:spPr bwMode="auto">
          <a:xfrm>
            <a:off x="888274" y="1697883"/>
            <a:ext cx="275952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Ethernet connecting two IPv6 routers:</a:t>
            </a:r>
          </a:p>
        </p:txBody>
      </p:sp>
      <p:grpSp>
        <p:nvGrpSpPr>
          <p:cNvPr id="3" name="Group 2">
            <a:extLst>
              <a:ext uri="{FF2B5EF4-FFF2-40B4-BE49-F238E27FC236}">
                <a16:creationId xmlns:a16="http://schemas.microsoft.com/office/drawing/2014/main" id="{9516739A-1258-BE4F-9C41-77F7DE9A3736}"/>
              </a:ext>
            </a:extLst>
          </p:cNvPr>
          <p:cNvGrpSpPr/>
          <p:nvPr/>
        </p:nvGrpSpPr>
        <p:grpSpPr>
          <a:xfrm>
            <a:off x="4274280" y="1626442"/>
            <a:ext cx="5834767" cy="995120"/>
            <a:chOff x="3663591" y="1108282"/>
            <a:chExt cx="5834767" cy="995120"/>
          </a:xfrm>
        </p:grpSpPr>
        <p:sp>
          <p:nvSpPr>
            <p:cNvPr id="167" name="Rectangle 67">
              <a:extLst>
                <a:ext uri="{FF2B5EF4-FFF2-40B4-BE49-F238E27FC236}">
                  <a16:creationId xmlns:a16="http://schemas.microsoft.com/office/drawing/2014/main" id="{09A35161-06D7-5F46-8581-CAD586A060A0}"/>
                </a:ext>
              </a:extLst>
            </p:cNvPr>
            <p:cNvSpPr>
              <a:spLocks noChangeArrowheads="1"/>
            </p:cNvSpPr>
            <p:nvPr/>
          </p:nvSpPr>
          <p:spPr bwMode="auto">
            <a:xfrm>
              <a:off x="5385352" y="1616420"/>
              <a:ext cx="2405062" cy="666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9" name="Text Box 244">
              <a:extLst>
                <a:ext uri="{FF2B5EF4-FFF2-40B4-BE49-F238E27FC236}">
                  <a16:creationId xmlns:a16="http://schemas.microsoft.com/office/drawing/2014/main" id="{8F946424-1CCF-1D48-9329-4BE5B2E1BE06}"/>
                </a:ext>
              </a:extLst>
            </p:cNvPr>
            <p:cNvSpPr txBox="1">
              <a:spLocks noChangeArrowheads="1"/>
            </p:cNvSpPr>
            <p:nvPr/>
          </p:nvSpPr>
          <p:spPr bwMode="auto">
            <a:xfrm>
              <a:off x="5480234" y="1110007"/>
              <a:ext cx="2471780" cy="510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Ethernet connects two IPv6 routers</a:t>
              </a:r>
            </a:p>
          </p:txBody>
        </p:sp>
        <p:grpSp>
          <p:nvGrpSpPr>
            <p:cNvPr id="269" name="Group 268">
              <a:extLst>
                <a:ext uri="{FF2B5EF4-FFF2-40B4-BE49-F238E27FC236}">
                  <a16:creationId xmlns:a16="http://schemas.microsoft.com/office/drawing/2014/main" id="{F2AFC9CA-57A7-2A4B-B2A8-73EE2B3D1201}"/>
                </a:ext>
              </a:extLst>
            </p:cNvPr>
            <p:cNvGrpSpPr/>
            <p:nvPr/>
          </p:nvGrpSpPr>
          <p:grpSpPr>
            <a:xfrm>
              <a:off x="3663591" y="1108282"/>
              <a:ext cx="1764058" cy="965200"/>
              <a:chOff x="3670217" y="2254595"/>
              <a:chExt cx="1764058" cy="965200"/>
            </a:xfrm>
          </p:grpSpPr>
          <p:sp>
            <p:nvSpPr>
              <p:cNvPr id="270" name="Text Box 92">
                <a:extLst>
                  <a:ext uri="{FF2B5EF4-FFF2-40B4-BE49-F238E27FC236}">
                    <a16:creationId xmlns:a16="http://schemas.microsoft.com/office/drawing/2014/main" id="{2E0B16B3-F2F3-2C48-B2D9-7825734D0A01}"/>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271" name="Text Box 108">
                <a:extLst>
                  <a:ext uri="{FF2B5EF4-FFF2-40B4-BE49-F238E27FC236}">
                    <a16:creationId xmlns:a16="http://schemas.microsoft.com/office/drawing/2014/main" id="{F159ED48-E177-7C41-B64B-06B2B085521B}"/>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272" name="Line 141">
                <a:extLst>
                  <a:ext uri="{FF2B5EF4-FFF2-40B4-BE49-F238E27FC236}">
                    <a16:creationId xmlns:a16="http://schemas.microsoft.com/office/drawing/2014/main" id="{0635167B-2AF3-A14C-85E2-3598CB9CF52F}"/>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Text Box 143">
                <a:extLst>
                  <a:ext uri="{FF2B5EF4-FFF2-40B4-BE49-F238E27FC236}">
                    <a16:creationId xmlns:a16="http://schemas.microsoft.com/office/drawing/2014/main" id="{87A044D8-2093-0E46-9D20-BAE30730DC1F}"/>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74" name="Text Box 144">
                <a:extLst>
                  <a:ext uri="{FF2B5EF4-FFF2-40B4-BE49-F238E27FC236}">
                    <a16:creationId xmlns:a16="http://schemas.microsoft.com/office/drawing/2014/main" id="{F207BD95-5E7A-4D4E-BE7D-41925B60863F}"/>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75" name="Group 274">
                <a:extLst>
                  <a:ext uri="{FF2B5EF4-FFF2-40B4-BE49-F238E27FC236}">
                    <a16:creationId xmlns:a16="http://schemas.microsoft.com/office/drawing/2014/main" id="{4A073E69-860F-5249-AFC4-C4A38D391439}"/>
                  </a:ext>
                </a:extLst>
              </p:cNvPr>
              <p:cNvGrpSpPr/>
              <p:nvPr/>
            </p:nvGrpSpPr>
            <p:grpSpPr>
              <a:xfrm>
                <a:off x="3670217" y="2586162"/>
                <a:ext cx="731126" cy="344556"/>
                <a:chOff x="7493876" y="2774731"/>
                <a:chExt cx="1481958" cy="894622"/>
              </a:xfrm>
            </p:grpSpPr>
            <p:sp>
              <p:nvSpPr>
                <p:cNvPr id="284" name="Freeform 283">
                  <a:extLst>
                    <a:ext uri="{FF2B5EF4-FFF2-40B4-BE49-F238E27FC236}">
                      <a16:creationId xmlns:a16="http://schemas.microsoft.com/office/drawing/2014/main" id="{F8A16A7C-85C7-A24F-BB87-4093501CBD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5" name="Oval 284">
                  <a:extLst>
                    <a:ext uri="{FF2B5EF4-FFF2-40B4-BE49-F238E27FC236}">
                      <a16:creationId xmlns:a16="http://schemas.microsoft.com/office/drawing/2014/main" id="{8BC5BF39-F377-5146-97C0-6EF8F1928312}"/>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86" name="Group 285">
                  <a:extLst>
                    <a:ext uri="{FF2B5EF4-FFF2-40B4-BE49-F238E27FC236}">
                      <a16:creationId xmlns:a16="http://schemas.microsoft.com/office/drawing/2014/main" id="{591C4487-83B3-D542-ADA7-A3219B9450D3}"/>
                    </a:ext>
                  </a:extLst>
                </p:cNvPr>
                <p:cNvGrpSpPr/>
                <p:nvPr/>
              </p:nvGrpSpPr>
              <p:grpSpPr>
                <a:xfrm>
                  <a:off x="7713663" y="2848339"/>
                  <a:ext cx="1042107" cy="425543"/>
                  <a:chOff x="7786941" y="2884917"/>
                  <a:chExt cx="897649" cy="353919"/>
                </a:xfrm>
              </p:grpSpPr>
              <p:sp>
                <p:nvSpPr>
                  <p:cNvPr id="287" name="Freeform 286">
                    <a:extLst>
                      <a:ext uri="{FF2B5EF4-FFF2-40B4-BE49-F238E27FC236}">
                        <a16:creationId xmlns:a16="http://schemas.microsoft.com/office/drawing/2014/main" id="{587D49BB-7359-F14F-9FAA-DBE4B215BD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8" name="Freeform 287">
                    <a:extLst>
                      <a:ext uri="{FF2B5EF4-FFF2-40B4-BE49-F238E27FC236}">
                        <a16:creationId xmlns:a16="http://schemas.microsoft.com/office/drawing/2014/main" id="{A081F8B5-4855-AD41-8946-CFB9780B4B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9" name="Freeform 288">
                    <a:extLst>
                      <a:ext uri="{FF2B5EF4-FFF2-40B4-BE49-F238E27FC236}">
                        <a16:creationId xmlns:a16="http://schemas.microsoft.com/office/drawing/2014/main" id="{12524264-0777-0C42-AF6A-3CBF1F755F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0" name="Freeform 289">
                    <a:extLst>
                      <a:ext uri="{FF2B5EF4-FFF2-40B4-BE49-F238E27FC236}">
                        <a16:creationId xmlns:a16="http://schemas.microsoft.com/office/drawing/2014/main" id="{FF4F4DB1-DF2D-BD4D-8E20-DCBADE21EC3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76" name="Group 275">
                <a:extLst>
                  <a:ext uri="{FF2B5EF4-FFF2-40B4-BE49-F238E27FC236}">
                    <a16:creationId xmlns:a16="http://schemas.microsoft.com/office/drawing/2014/main" id="{B5FF489C-4A51-4246-9098-943E871C0053}"/>
                  </a:ext>
                </a:extLst>
              </p:cNvPr>
              <p:cNvGrpSpPr/>
              <p:nvPr/>
            </p:nvGrpSpPr>
            <p:grpSpPr>
              <a:xfrm>
                <a:off x="4703149" y="2589549"/>
                <a:ext cx="731126" cy="344556"/>
                <a:chOff x="7493876" y="2774731"/>
                <a:chExt cx="1481958" cy="894622"/>
              </a:xfrm>
            </p:grpSpPr>
            <p:sp>
              <p:nvSpPr>
                <p:cNvPr id="277" name="Freeform 276">
                  <a:extLst>
                    <a:ext uri="{FF2B5EF4-FFF2-40B4-BE49-F238E27FC236}">
                      <a16:creationId xmlns:a16="http://schemas.microsoft.com/office/drawing/2014/main" id="{DF781C98-CD40-6448-A759-51A33B9B786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78" name="Oval 277">
                  <a:extLst>
                    <a:ext uri="{FF2B5EF4-FFF2-40B4-BE49-F238E27FC236}">
                      <a16:creationId xmlns:a16="http://schemas.microsoft.com/office/drawing/2014/main" id="{1ED403CB-BAEA-6B47-A295-E1B338E81081}"/>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9" name="Group 278">
                  <a:extLst>
                    <a:ext uri="{FF2B5EF4-FFF2-40B4-BE49-F238E27FC236}">
                      <a16:creationId xmlns:a16="http://schemas.microsoft.com/office/drawing/2014/main" id="{B654F614-FA15-3B4E-AF13-036BBC0D152E}"/>
                    </a:ext>
                  </a:extLst>
                </p:cNvPr>
                <p:cNvGrpSpPr/>
                <p:nvPr/>
              </p:nvGrpSpPr>
              <p:grpSpPr>
                <a:xfrm>
                  <a:off x="7713663" y="2848339"/>
                  <a:ext cx="1042107" cy="425543"/>
                  <a:chOff x="7786941" y="2884917"/>
                  <a:chExt cx="897649" cy="353919"/>
                </a:xfrm>
              </p:grpSpPr>
              <p:sp>
                <p:nvSpPr>
                  <p:cNvPr id="280" name="Freeform 279">
                    <a:extLst>
                      <a:ext uri="{FF2B5EF4-FFF2-40B4-BE49-F238E27FC236}">
                        <a16:creationId xmlns:a16="http://schemas.microsoft.com/office/drawing/2014/main" id="{3010894A-4D62-8948-8AAC-9B942BF5F27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1" name="Freeform 280">
                    <a:extLst>
                      <a:ext uri="{FF2B5EF4-FFF2-40B4-BE49-F238E27FC236}">
                        <a16:creationId xmlns:a16="http://schemas.microsoft.com/office/drawing/2014/main" id="{27D3A458-EB4A-F945-B4E8-15003E8491A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2" name="Freeform 281">
                    <a:extLst>
                      <a:ext uri="{FF2B5EF4-FFF2-40B4-BE49-F238E27FC236}">
                        <a16:creationId xmlns:a16="http://schemas.microsoft.com/office/drawing/2014/main" id="{CEF2E442-594C-4E44-B866-4A3771967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3" name="Freeform 282">
                    <a:extLst>
                      <a:ext uri="{FF2B5EF4-FFF2-40B4-BE49-F238E27FC236}">
                        <a16:creationId xmlns:a16="http://schemas.microsoft.com/office/drawing/2014/main" id="{4AEACB60-4D98-B143-9AD1-BDCACC68427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91" name="Group 290">
              <a:extLst>
                <a:ext uri="{FF2B5EF4-FFF2-40B4-BE49-F238E27FC236}">
                  <a16:creationId xmlns:a16="http://schemas.microsoft.com/office/drawing/2014/main" id="{6CD9FE67-1834-004F-B7B8-EC2ACE51FC02}"/>
                </a:ext>
              </a:extLst>
            </p:cNvPr>
            <p:cNvGrpSpPr/>
            <p:nvPr/>
          </p:nvGrpSpPr>
          <p:grpSpPr>
            <a:xfrm>
              <a:off x="7734300" y="1138202"/>
              <a:ext cx="1764058" cy="965200"/>
              <a:chOff x="3670217" y="2254595"/>
              <a:chExt cx="1764058" cy="965200"/>
            </a:xfrm>
          </p:grpSpPr>
          <p:sp>
            <p:nvSpPr>
              <p:cNvPr id="292" name="Text Box 92">
                <a:extLst>
                  <a:ext uri="{FF2B5EF4-FFF2-40B4-BE49-F238E27FC236}">
                    <a16:creationId xmlns:a16="http://schemas.microsoft.com/office/drawing/2014/main" id="{4E1422BC-3A6A-6B44-A701-1A4C4A646A43}"/>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293" name="Text Box 108">
                <a:extLst>
                  <a:ext uri="{FF2B5EF4-FFF2-40B4-BE49-F238E27FC236}">
                    <a16:creationId xmlns:a16="http://schemas.microsoft.com/office/drawing/2014/main" id="{6FC6F4F3-504B-0A4C-99EE-AAE5D6AF031D}"/>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294" name="Line 141">
                <a:extLst>
                  <a:ext uri="{FF2B5EF4-FFF2-40B4-BE49-F238E27FC236}">
                    <a16:creationId xmlns:a16="http://schemas.microsoft.com/office/drawing/2014/main" id="{90DCDADB-6394-A84B-BA95-D8E0F9F2E56B}"/>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Text Box 143">
                <a:extLst>
                  <a:ext uri="{FF2B5EF4-FFF2-40B4-BE49-F238E27FC236}">
                    <a16:creationId xmlns:a16="http://schemas.microsoft.com/office/drawing/2014/main" id="{18B62826-F267-0049-A412-8619C591057C}"/>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96" name="Text Box 144">
                <a:extLst>
                  <a:ext uri="{FF2B5EF4-FFF2-40B4-BE49-F238E27FC236}">
                    <a16:creationId xmlns:a16="http://schemas.microsoft.com/office/drawing/2014/main" id="{DB366F83-3A13-0249-80B2-D1CABCF6E95E}"/>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97" name="Group 296">
                <a:extLst>
                  <a:ext uri="{FF2B5EF4-FFF2-40B4-BE49-F238E27FC236}">
                    <a16:creationId xmlns:a16="http://schemas.microsoft.com/office/drawing/2014/main" id="{811A1EE5-9CFA-BD4B-BC78-E2DEBF1097E9}"/>
                  </a:ext>
                </a:extLst>
              </p:cNvPr>
              <p:cNvGrpSpPr/>
              <p:nvPr/>
            </p:nvGrpSpPr>
            <p:grpSpPr>
              <a:xfrm>
                <a:off x="3670217" y="2586162"/>
                <a:ext cx="731126" cy="344556"/>
                <a:chOff x="7493876" y="2774731"/>
                <a:chExt cx="1481958" cy="894622"/>
              </a:xfrm>
            </p:grpSpPr>
            <p:sp>
              <p:nvSpPr>
                <p:cNvPr id="306" name="Freeform 305">
                  <a:extLst>
                    <a:ext uri="{FF2B5EF4-FFF2-40B4-BE49-F238E27FC236}">
                      <a16:creationId xmlns:a16="http://schemas.microsoft.com/office/drawing/2014/main" id="{3A74AED1-F0EA-0349-BE24-8AC41946D59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7" name="Oval 306">
                  <a:extLst>
                    <a:ext uri="{FF2B5EF4-FFF2-40B4-BE49-F238E27FC236}">
                      <a16:creationId xmlns:a16="http://schemas.microsoft.com/office/drawing/2014/main" id="{EBB7616C-F33E-2141-AF35-E0C68F6DA62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8" name="Group 307">
                  <a:extLst>
                    <a:ext uri="{FF2B5EF4-FFF2-40B4-BE49-F238E27FC236}">
                      <a16:creationId xmlns:a16="http://schemas.microsoft.com/office/drawing/2014/main" id="{885BD882-BC9B-DD4D-8DDC-9F2AB1102AB3}"/>
                    </a:ext>
                  </a:extLst>
                </p:cNvPr>
                <p:cNvGrpSpPr/>
                <p:nvPr/>
              </p:nvGrpSpPr>
              <p:grpSpPr>
                <a:xfrm>
                  <a:off x="7713663" y="2848339"/>
                  <a:ext cx="1042107" cy="425543"/>
                  <a:chOff x="7786941" y="2884917"/>
                  <a:chExt cx="897649" cy="353919"/>
                </a:xfrm>
              </p:grpSpPr>
              <p:sp>
                <p:nvSpPr>
                  <p:cNvPr id="309" name="Freeform 308">
                    <a:extLst>
                      <a:ext uri="{FF2B5EF4-FFF2-40B4-BE49-F238E27FC236}">
                        <a16:creationId xmlns:a16="http://schemas.microsoft.com/office/drawing/2014/main" id="{B030882F-74FC-2847-B126-520EE17206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0E0B8D53-1472-DA4D-AE29-51DFB53F576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1" name="Freeform 310">
                    <a:extLst>
                      <a:ext uri="{FF2B5EF4-FFF2-40B4-BE49-F238E27FC236}">
                        <a16:creationId xmlns:a16="http://schemas.microsoft.com/office/drawing/2014/main" id="{058C9471-DEE6-AE4F-8503-FD801436B8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2" name="Freeform 311">
                    <a:extLst>
                      <a:ext uri="{FF2B5EF4-FFF2-40B4-BE49-F238E27FC236}">
                        <a16:creationId xmlns:a16="http://schemas.microsoft.com/office/drawing/2014/main" id="{4F6D32E6-1749-DB4A-918E-98CCCD9725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98" name="Group 297">
                <a:extLst>
                  <a:ext uri="{FF2B5EF4-FFF2-40B4-BE49-F238E27FC236}">
                    <a16:creationId xmlns:a16="http://schemas.microsoft.com/office/drawing/2014/main" id="{1DD98ED7-111E-954C-9872-D507EE1D2233}"/>
                  </a:ext>
                </a:extLst>
              </p:cNvPr>
              <p:cNvGrpSpPr/>
              <p:nvPr/>
            </p:nvGrpSpPr>
            <p:grpSpPr>
              <a:xfrm>
                <a:off x="4703149" y="2589549"/>
                <a:ext cx="731126" cy="344556"/>
                <a:chOff x="7493876" y="2774731"/>
                <a:chExt cx="1481958" cy="894622"/>
              </a:xfrm>
            </p:grpSpPr>
            <p:sp>
              <p:nvSpPr>
                <p:cNvPr id="299" name="Freeform 298">
                  <a:extLst>
                    <a:ext uri="{FF2B5EF4-FFF2-40B4-BE49-F238E27FC236}">
                      <a16:creationId xmlns:a16="http://schemas.microsoft.com/office/drawing/2014/main" id="{CE90818F-F7C9-8A4F-8C28-757575ABCA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0" name="Oval 299">
                  <a:extLst>
                    <a:ext uri="{FF2B5EF4-FFF2-40B4-BE49-F238E27FC236}">
                      <a16:creationId xmlns:a16="http://schemas.microsoft.com/office/drawing/2014/main" id="{CEC89AC2-BDFD-AC4F-A951-DA4DB8992147}"/>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1" name="Group 300">
                  <a:extLst>
                    <a:ext uri="{FF2B5EF4-FFF2-40B4-BE49-F238E27FC236}">
                      <a16:creationId xmlns:a16="http://schemas.microsoft.com/office/drawing/2014/main" id="{695885FE-D0A9-7145-8BD4-0AB640821495}"/>
                    </a:ext>
                  </a:extLst>
                </p:cNvPr>
                <p:cNvGrpSpPr/>
                <p:nvPr/>
              </p:nvGrpSpPr>
              <p:grpSpPr>
                <a:xfrm>
                  <a:off x="7713663" y="2848339"/>
                  <a:ext cx="1042107" cy="425543"/>
                  <a:chOff x="7786941" y="2884917"/>
                  <a:chExt cx="897649" cy="353919"/>
                </a:xfrm>
              </p:grpSpPr>
              <p:sp>
                <p:nvSpPr>
                  <p:cNvPr id="302" name="Freeform 301">
                    <a:extLst>
                      <a:ext uri="{FF2B5EF4-FFF2-40B4-BE49-F238E27FC236}">
                        <a16:creationId xmlns:a16="http://schemas.microsoft.com/office/drawing/2014/main" id="{C9F1E916-77E1-464F-9DA9-93947467D4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3" name="Freeform 302">
                    <a:extLst>
                      <a:ext uri="{FF2B5EF4-FFF2-40B4-BE49-F238E27FC236}">
                        <a16:creationId xmlns:a16="http://schemas.microsoft.com/office/drawing/2014/main" id="{D22EEE39-5B44-8441-8AA6-2DC425C85D5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4" name="Freeform 303">
                    <a:extLst>
                      <a:ext uri="{FF2B5EF4-FFF2-40B4-BE49-F238E27FC236}">
                        <a16:creationId xmlns:a16="http://schemas.microsoft.com/office/drawing/2014/main" id="{9DADD220-43C9-0848-95D9-0ED14661FF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5" name="Freeform 304">
                    <a:extLst>
                      <a:ext uri="{FF2B5EF4-FFF2-40B4-BE49-F238E27FC236}">
                        <a16:creationId xmlns:a16="http://schemas.microsoft.com/office/drawing/2014/main" id="{FF7D8FD7-6529-FE42-B132-6122472F475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sp>
        <p:nvSpPr>
          <p:cNvPr id="163" name="Text Box 75">
            <a:extLst>
              <a:ext uri="{FF2B5EF4-FFF2-40B4-BE49-F238E27FC236}">
                <a16:creationId xmlns:a16="http://schemas.microsoft.com/office/drawing/2014/main" id="{FB50B50B-04E2-EF4D-9B48-0A32C12C8284}"/>
              </a:ext>
            </a:extLst>
          </p:cNvPr>
          <p:cNvSpPr txBox="1">
            <a:spLocks noChangeArrowheads="1"/>
          </p:cNvSpPr>
          <p:nvPr/>
        </p:nvSpPr>
        <p:spPr bwMode="auto">
          <a:xfrm>
            <a:off x="861060" y="4222280"/>
            <a:ext cx="2560319"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IPv4 tunnel connecting two IPv6 routers</a:t>
            </a:r>
          </a:p>
        </p:txBody>
      </p:sp>
      <p:grpSp>
        <p:nvGrpSpPr>
          <p:cNvPr id="6" name="Group 5">
            <a:extLst>
              <a:ext uri="{FF2B5EF4-FFF2-40B4-BE49-F238E27FC236}">
                <a16:creationId xmlns:a16="http://schemas.microsoft.com/office/drawing/2014/main" id="{0D8AE034-D79C-534D-95B0-02574300A754}"/>
              </a:ext>
            </a:extLst>
          </p:cNvPr>
          <p:cNvGrpSpPr/>
          <p:nvPr/>
        </p:nvGrpSpPr>
        <p:grpSpPr>
          <a:xfrm>
            <a:off x="6003967" y="4337621"/>
            <a:ext cx="2430462" cy="573088"/>
            <a:chOff x="6003967" y="4337621"/>
            <a:chExt cx="2430462" cy="573088"/>
          </a:xfrm>
        </p:grpSpPr>
        <p:sp>
          <p:nvSpPr>
            <p:cNvPr id="162" name="Rectangle 67">
              <a:extLst>
                <a:ext uri="{FF2B5EF4-FFF2-40B4-BE49-F238E27FC236}">
                  <a16:creationId xmlns:a16="http://schemas.microsoft.com/office/drawing/2014/main" id="{CE8FB727-F1B4-8A44-A551-3B252C50F2DD}"/>
                </a:ext>
              </a:extLst>
            </p:cNvPr>
            <p:cNvSpPr>
              <a:spLocks noChangeArrowheads="1"/>
            </p:cNvSpPr>
            <p:nvPr/>
          </p:nvSpPr>
          <p:spPr bwMode="auto">
            <a:xfrm>
              <a:off x="6003967" y="4844034"/>
              <a:ext cx="2405062" cy="666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6" name="Text Box 244">
              <a:extLst>
                <a:ext uri="{FF2B5EF4-FFF2-40B4-BE49-F238E27FC236}">
                  <a16:creationId xmlns:a16="http://schemas.microsoft.com/office/drawing/2014/main" id="{A91EB700-6F66-3246-A11B-80477B368243}"/>
                </a:ext>
              </a:extLst>
            </p:cNvPr>
            <p:cNvSpPr txBox="1">
              <a:spLocks noChangeArrowheads="1"/>
            </p:cNvSpPr>
            <p:nvPr/>
          </p:nvSpPr>
          <p:spPr bwMode="auto">
            <a:xfrm>
              <a:off x="6115092" y="4337621"/>
              <a:ext cx="231933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IPv4 tunnel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connecting IPv6 routers</a:t>
              </a:r>
            </a:p>
          </p:txBody>
        </p:sp>
      </p:grpSp>
      <p:grpSp>
        <p:nvGrpSpPr>
          <p:cNvPr id="170" name="Group 169">
            <a:extLst>
              <a:ext uri="{FF2B5EF4-FFF2-40B4-BE49-F238E27FC236}">
                <a16:creationId xmlns:a16="http://schemas.microsoft.com/office/drawing/2014/main" id="{5717A5F8-6A67-F94C-8EEA-6348C9FB101E}"/>
              </a:ext>
            </a:extLst>
          </p:cNvPr>
          <p:cNvGrpSpPr/>
          <p:nvPr/>
        </p:nvGrpSpPr>
        <p:grpSpPr>
          <a:xfrm>
            <a:off x="4282206" y="4335896"/>
            <a:ext cx="1764058" cy="963613"/>
            <a:chOff x="3670217" y="2254595"/>
            <a:chExt cx="1764058" cy="963613"/>
          </a:xfrm>
        </p:grpSpPr>
        <p:sp>
          <p:nvSpPr>
            <p:cNvPr id="193" name="Text Box 92">
              <a:extLst>
                <a:ext uri="{FF2B5EF4-FFF2-40B4-BE49-F238E27FC236}">
                  <a16:creationId xmlns:a16="http://schemas.microsoft.com/office/drawing/2014/main" id="{110A739D-9FA4-5C47-9104-5929CA817F9D}"/>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194" name="Text Box 108">
              <a:extLst>
                <a:ext uri="{FF2B5EF4-FFF2-40B4-BE49-F238E27FC236}">
                  <a16:creationId xmlns:a16="http://schemas.microsoft.com/office/drawing/2014/main" id="{D710AC33-80F8-0849-B632-29F5506A7A13}"/>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195" name="Line 141">
              <a:extLst>
                <a:ext uri="{FF2B5EF4-FFF2-40B4-BE49-F238E27FC236}">
                  <a16:creationId xmlns:a16="http://schemas.microsoft.com/office/drawing/2014/main" id="{9A1C543F-3CDB-554A-BF74-D3706C6A874D}"/>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Text Box 143">
              <a:extLst>
                <a:ext uri="{FF2B5EF4-FFF2-40B4-BE49-F238E27FC236}">
                  <a16:creationId xmlns:a16="http://schemas.microsoft.com/office/drawing/2014/main" id="{41501492-C9AF-D446-A361-BE77117F4623}"/>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198" name="Group 197">
              <a:extLst>
                <a:ext uri="{FF2B5EF4-FFF2-40B4-BE49-F238E27FC236}">
                  <a16:creationId xmlns:a16="http://schemas.microsoft.com/office/drawing/2014/main" id="{3C95A897-355A-434E-8FC1-AC906BACDFA2}"/>
                </a:ext>
              </a:extLst>
            </p:cNvPr>
            <p:cNvGrpSpPr/>
            <p:nvPr/>
          </p:nvGrpSpPr>
          <p:grpSpPr>
            <a:xfrm>
              <a:off x="3670217" y="2586162"/>
              <a:ext cx="731126" cy="344556"/>
              <a:chOff x="7493876" y="2774731"/>
              <a:chExt cx="1481958" cy="894622"/>
            </a:xfrm>
          </p:grpSpPr>
          <p:sp>
            <p:nvSpPr>
              <p:cNvPr id="207" name="Freeform 206">
                <a:extLst>
                  <a:ext uri="{FF2B5EF4-FFF2-40B4-BE49-F238E27FC236}">
                    <a16:creationId xmlns:a16="http://schemas.microsoft.com/office/drawing/2014/main" id="{F5D7D63D-A986-594D-B694-9FF0F91833F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8" name="Oval 207">
                <a:extLst>
                  <a:ext uri="{FF2B5EF4-FFF2-40B4-BE49-F238E27FC236}">
                    <a16:creationId xmlns:a16="http://schemas.microsoft.com/office/drawing/2014/main" id="{03782CCC-03BC-1347-85AF-252A8230B48E}"/>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9" name="Group 208">
                <a:extLst>
                  <a:ext uri="{FF2B5EF4-FFF2-40B4-BE49-F238E27FC236}">
                    <a16:creationId xmlns:a16="http://schemas.microsoft.com/office/drawing/2014/main" id="{D0C68AB1-2CD1-EF47-9AC5-019E3F989517}"/>
                  </a:ext>
                </a:extLst>
              </p:cNvPr>
              <p:cNvGrpSpPr/>
              <p:nvPr/>
            </p:nvGrpSpPr>
            <p:grpSpPr>
              <a:xfrm>
                <a:off x="7713663" y="2848339"/>
                <a:ext cx="1042107" cy="425543"/>
                <a:chOff x="7786941" y="2884917"/>
                <a:chExt cx="897649" cy="353919"/>
              </a:xfrm>
            </p:grpSpPr>
            <p:sp>
              <p:nvSpPr>
                <p:cNvPr id="210" name="Freeform 209">
                  <a:extLst>
                    <a:ext uri="{FF2B5EF4-FFF2-40B4-BE49-F238E27FC236}">
                      <a16:creationId xmlns:a16="http://schemas.microsoft.com/office/drawing/2014/main" id="{754B7C8E-ACD3-134F-A641-0F91DB79F62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1" name="Freeform 210">
                  <a:extLst>
                    <a:ext uri="{FF2B5EF4-FFF2-40B4-BE49-F238E27FC236}">
                      <a16:creationId xmlns:a16="http://schemas.microsoft.com/office/drawing/2014/main" id="{589DAF1B-A291-514E-BCC4-CC91BB57E76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2" name="Freeform 211">
                  <a:extLst>
                    <a:ext uri="{FF2B5EF4-FFF2-40B4-BE49-F238E27FC236}">
                      <a16:creationId xmlns:a16="http://schemas.microsoft.com/office/drawing/2014/main" id="{73F904F0-F412-7046-AFD0-5002E429B42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3" name="Freeform 212">
                  <a:extLst>
                    <a:ext uri="{FF2B5EF4-FFF2-40B4-BE49-F238E27FC236}">
                      <a16:creationId xmlns:a16="http://schemas.microsoft.com/office/drawing/2014/main" id="{2CCAAB12-A1D8-6C47-878C-46C3E550321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9" name="Group 198">
              <a:extLst>
                <a:ext uri="{FF2B5EF4-FFF2-40B4-BE49-F238E27FC236}">
                  <a16:creationId xmlns:a16="http://schemas.microsoft.com/office/drawing/2014/main" id="{4C090431-938E-B942-A193-8E47FD1AF9E2}"/>
                </a:ext>
              </a:extLst>
            </p:cNvPr>
            <p:cNvGrpSpPr/>
            <p:nvPr/>
          </p:nvGrpSpPr>
          <p:grpSpPr>
            <a:xfrm>
              <a:off x="4703149" y="2589549"/>
              <a:ext cx="731126" cy="344556"/>
              <a:chOff x="7493876" y="2774731"/>
              <a:chExt cx="1481958" cy="894622"/>
            </a:xfrm>
          </p:grpSpPr>
          <p:sp>
            <p:nvSpPr>
              <p:cNvPr id="200" name="Freeform 199">
                <a:extLst>
                  <a:ext uri="{FF2B5EF4-FFF2-40B4-BE49-F238E27FC236}">
                    <a16:creationId xmlns:a16="http://schemas.microsoft.com/office/drawing/2014/main" id="{49C4F992-971D-C440-8D04-53AAC987516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1" name="Oval 200">
                <a:extLst>
                  <a:ext uri="{FF2B5EF4-FFF2-40B4-BE49-F238E27FC236}">
                    <a16:creationId xmlns:a16="http://schemas.microsoft.com/office/drawing/2014/main" id="{62AF8A24-58CD-2145-A9F9-90CE2DC79A5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2" name="Group 201">
                <a:extLst>
                  <a:ext uri="{FF2B5EF4-FFF2-40B4-BE49-F238E27FC236}">
                    <a16:creationId xmlns:a16="http://schemas.microsoft.com/office/drawing/2014/main" id="{0A93BC7E-4BC1-2643-93F4-2AD46845796A}"/>
                  </a:ext>
                </a:extLst>
              </p:cNvPr>
              <p:cNvGrpSpPr/>
              <p:nvPr/>
            </p:nvGrpSpPr>
            <p:grpSpPr>
              <a:xfrm>
                <a:off x="7713663" y="2848339"/>
                <a:ext cx="1042107" cy="425543"/>
                <a:chOff x="7786941" y="2884917"/>
                <a:chExt cx="897649" cy="353919"/>
              </a:xfrm>
            </p:grpSpPr>
            <p:sp>
              <p:nvSpPr>
                <p:cNvPr id="203" name="Freeform 202">
                  <a:extLst>
                    <a:ext uri="{FF2B5EF4-FFF2-40B4-BE49-F238E27FC236}">
                      <a16:creationId xmlns:a16="http://schemas.microsoft.com/office/drawing/2014/main" id="{A7323785-B63B-DE4E-A5EC-E9792BB5D5A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4" name="Freeform 203">
                  <a:extLst>
                    <a:ext uri="{FF2B5EF4-FFF2-40B4-BE49-F238E27FC236}">
                      <a16:creationId xmlns:a16="http://schemas.microsoft.com/office/drawing/2014/main" id="{DEFF491D-45FE-0644-B21D-93F32323151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5" name="Freeform 204">
                  <a:extLst>
                    <a:ext uri="{FF2B5EF4-FFF2-40B4-BE49-F238E27FC236}">
                      <a16:creationId xmlns:a16="http://schemas.microsoft.com/office/drawing/2014/main" id="{D7229D85-BA96-1E47-BEF3-188394D687B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D328D7ED-E4C8-8145-91E9-1697D90D408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71" name="Group 170">
            <a:extLst>
              <a:ext uri="{FF2B5EF4-FFF2-40B4-BE49-F238E27FC236}">
                <a16:creationId xmlns:a16="http://schemas.microsoft.com/office/drawing/2014/main" id="{E3C42B7A-98CB-6347-8B71-39B750B4AA71}"/>
              </a:ext>
            </a:extLst>
          </p:cNvPr>
          <p:cNvGrpSpPr/>
          <p:nvPr/>
        </p:nvGrpSpPr>
        <p:grpSpPr>
          <a:xfrm>
            <a:off x="8352915" y="4365816"/>
            <a:ext cx="1764058" cy="965200"/>
            <a:chOff x="3670217" y="2254595"/>
            <a:chExt cx="1764058" cy="965200"/>
          </a:xfrm>
        </p:grpSpPr>
        <p:sp>
          <p:nvSpPr>
            <p:cNvPr id="172" name="Text Box 92">
              <a:extLst>
                <a:ext uri="{FF2B5EF4-FFF2-40B4-BE49-F238E27FC236}">
                  <a16:creationId xmlns:a16="http://schemas.microsoft.com/office/drawing/2014/main" id="{B011A2F8-9695-BA46-8CA9-E35BEA783E25}"/>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173" name="Text Box 108">
              <a:extLst>
                <a:ext uri="{FF2B5EF4-FFF2-40B4-BE49-F238E27FC236}">
                  <a16:creationId xmlns:a16="http://schemas.microsoft.com/office/drawing/2014/main" id="{7163F02F-17ED-C44F-B86B-A1C3E5B30509}"/>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174" name="Line 141">
              <a:extLst>
                <a:ext uri="{FF2B5EF4-FFF2-40B4-BE49-F238E27FC236}">
                  <a16:creationId xmlns:a16="http://schemas.microsoft.com/office/drawing/2014/main" id="{CBB88C7C-78E5-2740-AA9E-D60B5912D637}"/>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Text Box 144">
              <a:extLst>
                <a:ext uri="{FF2B5EF4-FFF2-40B4-BE49-F238E27FC236}">
                  <a16:creationId xmlns:a16="http://schemas.microsoft.com/office/drawing/2014/main" id="{BFE1AB9B-2EAA-3646-A298-AB413E7A5D26}"/>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177" name="Group 176">
              <a:extLst>
                <a:ext uri="{FF2B5EF4-FFF2-40B4-BE49-F238E27FC236}">
                  <a16:creationId xmlns:a16="http://schemas.microsoft.com/office/drawing/2014/main" id="{2EEEE9B2-CAF4-4840-9D9B-D6AF0E983459}"/>
                </a:ext>
              </a:extLst>
            </p:cNvPr>
            <p:cNvGrpSpPr/>
            <p:nvPr/>
          </p:nvGrpSpPr>
          <p:grpSpPr>
            <a:xfrm>
              <a:off x="3670217" y="2586162"/>
              <a:ext cx="731126" cy="344556"/>
              <a:chOff x="7493876" y="2774731"/>
              <a:chExt cx="1481958" cy="894622"/>
            </a:xfrm>
          </p:grpSpPr>
          <p:sp>
            <p:nvSpPr>
              <p:cNvPr id="186" name="Freeform 185">
                <a:extLst>
                  <a:ext uri="{FF2B5EF4-FFF2-40B4-BE49-F238E27FC236}">
                    <a16:creationId xmlns:a16="http://schemas.microsoft.com/office/drawing/2014/main" id="{7E69BC95-0251-D24F-AD6E-561389FC80A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6888D20B-9D89-4B4C-8E8F-1BB165CA61A6}"/>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C11A9864-04B0-C642-975B-2FFEB37EC0C9}"/>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F815E172-DF3B-CB47-8E92-A80C6D3657A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5B86302E-E939-AD4E-AFF9-17636C78971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5C5917F1-E302-CE45-8D20-9819BFA83CF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56545F24-94D8-7C4B-9573-CCC90CEF14C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8" name="Group 177">
              <a:extLst>
                <a:ext uri="{FF2B5EF4-FFF2-40B4-BE49-F238E27FC236}">
                  <a16:creationId xmlns:a16="http://schemas.microsoft.com/office/drawing/2014/main" id="{5E0A2DE7-07A0-1247-98D1-3173BDB98A4B}"/>
                </a:ext>
              </a:extLst>
            </p:cNvPr>
            <p:cNvGrpSpPr/>
            <p:nvPr/>
          </p:nvGrpSpPr>
          <p:grpSpPr>
            <a:xfrm>
              <a:off x="4703149" y="2589549"/>
              <a:ext cx="731126" cy="344556"/>
              <a:chOff x="7493876" y="2774731"/>
              <a:chExt cx="1481958" cy="894622"/>
            </a:xfrm>
          </p:grpSpPr>
          <p:sp>
            <p:nvSpPr>
              <p:cNvPr id="179" name="Freeform 178">
                <a:extLst>
                  <a:ext uri="{FF2B5EF4-FFF2-40B4-BE49-F238E27FC236}">
                    <a16:creationId xmlns:a16="http://schemas.microsoft.com/office/drawing/2014/main" id="{10F4D360-E65F-D849-B554-1067764F2A1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0" name="Oval 179">
                <a:extLst>
                  <a:ext uri="{FF2B5EF4-FFF2-40B4-BE49-F238E27FC236}">
                    <a16:creationId xmlns:a16="http://schemas.microsoft.com/office/drawing/2014/main" id="{A6B447AA-3C49-F74C-844A-DB7E97A9C93A}"/>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1" name="Group 180">
                <a:extLst>
                  <a:ext uri="{FF2B5EF4-FFF2-40B4-BE49-F238E27FC236}">
                    <a16:creationId xmlns:a16="http://schemas.microsoft.com/office/drawing/2014/main" id="{0EA85C4B-510C-5948-A859-A34940D950C8}"/>
                  </a:ext>
                </a:extLst>
              </p:cNvPr>
              <p:cNvGrpSpPr/>
              <p:nvPr/>
            </p:nvGrpSpPr>
            <p:grpSpPr>
              <a:xfrm>
                <a:off x="7713663" y="2848339"/>
                <a:ext cx="1042107" cy="425543"/>
                <a:chOff x="7786941" y="2884917"/>
                <a:chExt cx="897649" cy="353919"/>
              </a:xfrm>
            </p:grpSpPr>
            <p:sp>
              <p:nvSpPr>
                <p:cNvPr id="182" name="Freeform 181">
                  <a:extLst>
                    <a:ext uri="{FF2B5EF4-FFF2-40B4-BE49-F238E27FC236}">
                      <a16:creationId xmlns:a16="http://schemas.microsoft.com/office/drawing/2014/main" id="{B3CC364E-1AC4-CB48-AA68-0F261278089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B54FBD29-A743-664D-B298-216BFB6A0E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C611F43E-D76E-1C42-8DE4-D6081FCAEA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5" name="Freeform 184">
                  <a:extLst>
                    <a:ext uri="{FF2B5EF4-FFF2-40B4-BE49-F238E27FC236}">
                      <a16:creationId xmlns:a16="http://schemas.microsoft.com/office/drawing/2014/main" id="{CAA4831E-FF15-F841-8C6E-C13EB5F994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8" name="Group 17">
            <a:extLst>
              <a:ext uri="{FF2B5EF4-FFF2-40B4-BE49-F238E27FC236}">
                <a16:creationId xmlns:a16="http://schemas.microsoft.com/office/drawing/2014/main" id="{CBFD91D7-0B04-D846-BFE6-3B2EB08046BF}"/>
              </a:ext>
            </a:extLst>
          </p:cNvPr>
          <p:cNvGrpSpPr/>
          <p:nvPr/>
        </p:nvGrpSpPr>
        <p:grpSpPr>
          <a:xfrm>
            <a:off x="3244703" y="3195320"/>
            <a:ext cx="1748069" cy="467910"/>
            <a:chOff x="3229463" y="3119120"/>
            <a:chExt cx="1748069" cy="467910"/>
          </a:xfrm>
        </p:grpSpPr>
        <p:sp>
          <p:nvSpPr>
            <p:cNvPr id="260" name="Line 57">
              <a:extLst>
                <a:ext uri="{FF2B5EF4-FFF2-40B4-BE49-F238E27FC236}">
                  <a16:creationId xmlns:a16="http://schemas.microsoft.com/office/drawing/2014/main" id="{444FAB3B-BC2A-474E-B52E-60DB95D89EE7}"/>
                </a:ext>
              </a:extLst>
            </p:cNvPr>
            <p:cNvSpPr>
              <a:spLocks noChangeShapeType="1"/>
            </p:cNvSpPr>
            <p:nvPr/>
          </p:nvSpPr>
          <p:spPr bwMode="auto">
            <a:xfrm flipH="1">
              <a:off x="4023360" y="3119120"/>
              <a:ext cx="954172" cy="18796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1" name="Text Box 18">
              <a:extLst>
                <a:ext uri="{FF2B5EF4-FFF2-40B4-BE49-F238E27FC236}">
                  <a16:creationId xmlns:a16="http://schemas.microsoft.com/office/drawing/2014/main" id="{765FA291-F9CB-864C-A7BD-493491891E46}"/>
                </a:ext>
              </a:extLst>
            </p:cNvPr>
            <p:cNvSpPr txBox="1">
              <a:spLocks noChangeArrowheads="1"/>
            </p:cNvSpPr>
            <p:nvPr/>
          </p:nvSpPr>
          <p:spPr bwMode="auto">
            <a:xfrm>
              <a:off x="3229463" y="3311570"/>
              <a:ext cx="151676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Link-layer frame</a:t>
              </a:r>
            </a:p>
          </p:txBody>
        </p:sp>
      </p:grpSp>
      <p:grpSp>
        <p:nvGrpSpPr>
          <p:cNvPr id="13" name="Group 12">
            <a:extLst>
              <a:ext uri="{FF2B5EF4-FFF2-40B4-BE49-F238E27FC236}">
                <a16:creationId xmlns:a16="http://schemas.microsoft.com/office/drawing/2014/main" id="{F3A2D044-A80D-BF48-BFF6-B13D3278C64F}"/>
              </a:ext>
            </a:extLst>
          </p:cNvPr>
          <p:cNvGrpSpPr/>
          <p:nvPr/>
        </p:nvGrpSpPr>
        <p:grpSpPr>
          <a:xfrm>
            <a:off x="4809173" y="2446973"/>
            <a:ext cx="4886325" cy="951547"/>
            <a:chOff x="4672013" y="2614613"/>
            <a:chExt cx="4886325" cy="1157209"/>
          </a:xfrm>
        </p:grpSpPr>
        <p:grpSp>
          <p:nvGrpSpPr>
            <p:cNvPr id="5" name="Group 4">
              <a:extLst>
                <a:ext uri="{FF2B5EF4-FFF2-40B4-BE49-F238E27FC236}">
                  <a16:creationId xmlns:a16="http://schemas.microsoft.com/office/drawing/2014/main" id="{A8B018EE-E224-B940-B878-E69EDA1EA956}"/>
                </a:ext>
              </a:extLst>
            </p:cNvPr>
            <p:cNvGrpSpPr/>
            <p:nvPr/>
          </p:nvGrpSpPr>
          <p:grpSpPr>
            <a:xfrm>
              <a:off x="4674002" y="3295572"/>
              <a:ext cx="4854575" cy="476250"/>
              <a:chOff x="1427882" y="4286172"/>
              <a:chExt cx="4854575" cy="476250"/>
            </a:xfrm>
          </p:grpSpPr>
          <p:sp>
            <p:nvSpPr>
              <p:cNvPr id="363" name="Rectangle 26">
                <a:extLst>
                  <a:ext uri="{FF2B5EF4-FFF2-40B4-BE49-F238E27FC236}">
                    <a16:creationId xmlns:a16="http://schemas.microsoft.com/office/drawing/2014/main" id="{6BFDBC4B-8987-6D40-B37D-40C15D4A02DF}"/>
                  </a:ext>
                </a:extLst>
              </p:cNvPr>
              <p:cNvSpPr>
                <a:spLocks noChangeArrowheads="1"/>
              </p:cNvSpPr>
              <p:nvPr/>
            </p:nvSpPr>
            <p:spPr bwMode="auto">
              <a:xfrm>
                <a:off x="1427882" y="4289347"/>
                <a:ext cx="4854575" cy="468313"/>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64" name="Line 27">
                <a:extLst>
                  <a:ext uri="{FF2B5EF4-FFF2-40B4-BE49-F238E27FC236}">
                    <a16:creationId xmlns:a16="http://schemas.microsoft.com/office/drawing/2014/main" id="{41F3CE6F-3D8F-6541-A266-4991BCC28A29}"/>
                  </a:ext>
                </a:extLst>
              </p:cNvPr>
              <p:cNvSpPr>
                <a:spLocks noChangeShapeType="1"/>
              </p:cNvSpPr>
              <p:nvPr/>
            </p:nvSpPr>
            <p:spPr bwMode="auto">
              <a:xfrm>
                <a:off x="2791545" y="428775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Line 28">
                <a:extLst>
                  <a:ext uri="{FF2B5EF4-FFF2-40B4-BE49-F238E27FC236}">
                    <a16:creationId xmlns:a16="http://schemas.microsoft.com/office/drawing/2014/main" id="{6FA825CB-5465-7D40-B46B-B6CEDF1233D8}"/>
                  </a:ext>
                </a:extLst>
              </p:cNvPr>
              <p:cNvSpPr>
                <a:spLocks noChangeShapeType="1"/>
              </p:cNvSpPr>
              <p:nvPr/>
            </p:nvSpPr>
            <p:spPr bwMode="auto">
              <a:xfrm>
                <a:off x="2313707" y="4286172"/>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Line 29">
                <a:extLst>
                  <a:ext uri="{FF2B5EF4-FFF2-40B4-BE49-F238E27FC236}">
                    <a16:creationId xmlns:a16="http://schemas.microsoft.com/office/drawing/2014/main" id="{5DC15200-24FA-DB49-BEA1-C166763FD829}"/>
                  </a:ext>
                </a:extLst>
              </p:cNvPr>
              <p:cNvSpPr>
                <a:spLocks noChangeShapeType="1"/>
              </p:cNvSpPr>
              <p:nvPr/>
            </p:nvSpPr>
            <p:spPr bwMode="auto">
              <a:xfrm>
                <a:off x="1867620" y="429410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 name="Group 1">
                <a:extLst>
                  <a:ext uri="{FF2B5EF4-FFF2-40B4-BE49-F238E27FC236}">
                    <a16:creationId xmlns:a16="http://schemas.microsoft.com/office/drawing/2014/main" id="{642ADB5E-2087-8042-9E8E-E6E371A900BA}"/>
                  </a:ext>
                </a:extLst>
              </p:cNvPr>
              <p:cNvGrpSpPr/>
              <p:nvPr/>
            </p:nvGrpSpPr>
            <p:grpSpPr>
              <a:xfrm>
                <a:off x="2865478" y="4319509"/>
                <a:ext cx="3402012" cy="414337"/>
                <a:chOff x="8090620" y="3748009"/>
                <a:chExt cx="3402012" cy="414337"/>
              </a:xfrm>
            </p:grpSpPr>
            <p:sp>
              <p:nvSpPr>
                <p:cNvPr id="357" name="Line 65">
                  <a:extLst>
                    <a:ext uri="{FF2B5EF4-FFF2-40B4-BE49-F238E27FC236}">
                      <a16:creationId xmlns:a16="http://schemas.microsoft.com/office/drawing/2014/main" id="{BD890452-F6E7-4448-B613-CFB0A5846EB1}"/>
                    </a:ext>
                  </a:extLst>
                </p:cNvPr>
                <p:cNvSpPr>
                  <a:spLocks noChangeShapeType="1"/>
                </p:cNvSpPr>
                <p:nvPr/>
              </p:nvSpPr>
              <p:spPr bwMode="auto">
                <a:xfrm>
                  <a:off x="8743763" y="40537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Rectangle 5">
                  <a:extLst>
                    <a:ext uri="{FF2B5EF4-FFF2-40B4-BE49-F238E27FC236}">
                      <a16:creationId xmlns:a16="http://schemas.microsoft.com/office/drawing/2014/main" id="{5EF7AC7D-7AE1-C241-9F61-F18D9E6049CC}"/>
                    </a:ext>
                  </a:extLst>
                </p:cNvPr>
                <p:cNvSpPr>
                  <a:spLocks noChangeArrowheads="1"/>
                </p:cNvSpPr>
                <p:nvPr/>
              </p:nvSpPr>
              <p:spPr bwMode="auto">
                <a:xfrm>
                  <a:off x="8090620" y="3751184"/>
                  <a:ext cx="3402012" cy="401638"/>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81" name="Line 8">
                  <a:extLst>
                    <a:ext uri="{FF2B5EF4-FFF2-40B4-BE49-F238E27FC236}">
                      <a16:creationId xmlns:a16="http://schemas.microsoft.com/office/drawing/2014/main" id="{618C687D-95D3-1A4E-B0FA-FBAF474EB450}"/>
                    </a:ext>
                  </a:extLst>
                </p:cNvPr>
                <p:cNvSpPr>
                  <a:spLocks noChangeShapeType="1"/>
                </p:cNvSpPr>
                <p:nvPr/>
              </p:nvSpPr>
              <p:spPr bwMode="auto">
                <a:xfrm>
                  <a:off x="81747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Line 9">
                  <a:extLst>
                    <a:ext uri="{FF2B5EF4-FFF2-40B4-BE49-F238E27FC236}">
                      <a16:creationId xmlns:a16="http://schemas.microsoft.com/office/drawing/2014/main" id="{AC79F5F7-9AC4-9640-BA5C-522DDD5C0A1A}"/>
                    </a:ext>
                  </a:extLst>
                </p:cNvPr>
                <p:cNvSpPr>
                  <a:spLocks noChangeShapeType="1"/>
                </p:cNvSpPr>
                <p:nvPr/>
              </p:nvSpPr>
              <p:spPr bwMode="auto">
                <a:xfrm>
                  <a:off x="8133482" y="3749596"/>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3" name="Line 10">
                  <a:extLst>
                    <a:ext uri="{FF2B5EF4-FFF2-40B4-BE49-F238E27FC236}">
                      <a16:creationId xmlns:a16="http://schemas.microsoft.com/office/drawing/2014/main" id="{65704044-79FE-A64A-9FF3-9C238BBA6EBE}"/>
                    </a:ext>
                  </a:extLst>
                </p:cNvPr>
                <p:cNvSpPr>
                  <a:spLocks noChangeShapeType="1"/>
                </p:cNvSpPr>
                <p:nvPr/>
              </p:nvSpPr>
              <p:spPr bwMode="auto">
                <a:xfrm>
                  <a:off x="82509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4" name="Line 11">
                  <a:extLst>
                    <a:ext uri="{FF2B5EF4-FFF2-40B4-BE49-F238E27FC236}">
                      <a16:creationId xmlns:a16="http://schemas.microsoft.com/office/drawing/2014/main" id="{DEF1C2BA-CE66-FF4D-9460-A93DC4051AD1}"/>
                    </a:ext>
                  </a:extLst>
                </p:cNvPr>
                <p:cNvSpPr>
                  <a:spLocks noChangeShapeType="1"/>
                </p:cNvSpPr>
                <p:nvPr/>
              </p:nvSpPr>
              <p:spPr bwMode="auto">
                <a:xfrm>
                  <a:off x="829223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5" name="Line 12">
                  <a:extLst>
                    <a:ext uri="{FF2B5EF4-FFF2-40B4-BE49-F238E27FC236}">
                      <a16:creationId xmlns:a16="http://schemas.microsoft.com/office/drawing/2014/main" id="{D8887A1E-28D5-0A4F-92E6-4ECCFDBB64BD}"/>
                    </a:ext>
                  </a:extLst>
                </p:cNvPr>
                <p:cNvSpPr>
                  <a:spLocks noChangeShapeType="1"/>
                </p:cNvSpPr>
                <p:nvPr/>
              </p:nvSpPr>
              <p:spPr bwMode="auto">
                <a:xfrm>
                  <a:off x="8346207"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6" name="Line 13">
                  <a:extLst>
                    <a:ext uri="{FF2B5EF4-FFF2-40B4-BE49-F238E27FC236}">
                      <a16:creationId xmlns:a16="http://schemas.microsoft.com/office/drawing/2014/main" id="{95560225-2265-4D42-A60A-F3E5B304489D}"/>
                    </a:ext>
                  </a:extLst>
                </p:cNvPr>
                <p:cNvSpPr>
                  <a:spLocks noChangeShapeType="1"/>
                </p:cNvSpPr>
                <p:nvPr/>
              </p:nvSpPr>
              <p:spPr bwMode="auto">
                <a:xfrm>
                  <a:off x="841288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7" name="Line 14">
                  <a:extLst>
                    <a:ext uri="{FF2B5EF4-FFF2-40B4-BE49-F238E27FC236}">
                      <a16:creationId xmlns:a16="http://schemas.microsoft.com/office/drawing/2014/main" id="{B139DC60-F2B1-EB4B-9B25-F3D05712A88E}"/>
                    </a:ext>
                  </a:extLst>
                </p:cNvPr>
                <p:cNvSpPr>
                  <a:spLocks noChangeShapeType="1"/>
                </p:cNvSpPr>
                <p:nvPr/>
              </p:nvSpPr>
              <p:spPr bwMode="auto">
                <a:xfrm>
                  <a:off x="872403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8" name="Line 15">
                  <a:extLst>
                    <a:ext uri="{FF2B5EF4-FFF2-40B4-BE49-F238E27FC236}">
                      <a16:creationId xmlns:a16="http://schemas.microsoft.com/office/drawing/2014/main" id="{D3E0CBF2-6911-6140-9A17-888FFCCF0907}"/>
                    </a:ext>
                  </a:extLst>
                </p:cNvPr>
                <p:cNvSpPr>
                  <a:spLocks noChangeShapeType="1"/>
                </p:cNvSpPr>
                <p:nvPr/>
              </p:nvSpPr>
              <p:spPr bwMode="auto">
                <a:xfrm>
                  <a:off x="909868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98" name="Rectangle 5">
                <a:extLst>
                  <a:ext uri="{FF2B5EF4-FFF2-40B4-BE49-F238E27FC236}">
                    <a16:creationId xmlns:a16="http://schemas.microsoft.com/office/drawing/2014/main" id="{2B3FAF22-1D43-DB4D-8D8C-2A571BF20F1F}"/>
                  </a:ext>
                </a:extLst>
              </p:cNvPr>
              <p:cNvSpPr>
                <a:spLocks noChangeArrowheads="1"/>
              </p:cNvSpPr>
              <p:nvPr/>
            </p:nvSpPr>
            <p:spPr bwMode="auto">
              <a:xfrm>
                <a:off x="2901848" y="4384275"/>
                <a:ext cx="3244616" cy="285690"/>
              </a:xfrm>
              <a:prstGeom prst="rect">
                <a:avLst/>
              </a:prstGeom>
              <a:solidFill>
                <a:srgbClr val="66CCFF"/>
              </a:solidFill>
              <a:ln w="12700">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56" name="Text Box 64">
                <a:extLst>
                  <a:ext uri="{FF2B5EF4-FFF2-40B4-BE49-F238E27FC236}">
                    <a16:creationId xmlns:a16="http://schemas.microsoft.com/office/drawing/2014/main" id="{E06A4353-7E86-5847-8F31-E80191A371FB}"/>
                  </a:ext>
                </a:extLst>
              </p:cNvPr>
              <p:cNvSpPr txBox="1">
                <a:spLocks noChangeArrowheads="1"/>
              </p:cNvSpPr>
              <p:nvPr/>
            </p:nvSpPr>
            <p:spPr bwMode="auto">
              <a:xfrm>
                <a:off x="4133520" y="4301715"/>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datagram</a:t>
                </a:r>
              </a:p>
            </p:txBody>
          </p:sp>
        </p:grpSp>
        <p:sp>
          <p:nvSpPr>
            <p:cNvPr id="10" name="Freeform 9">
              <a:extLst>
                <a:ext uri="{FF2B5EF4-FFF2-40B4-BE49-F238E27FC236}">
                  <a16:creationId xmlns:a16="http://schemas.microsoft.com/office/drawing/2014/main" id="{67D3DA8C-D325-4046-9687-29D212044012}"/>
                </a:ext>
              </a:extLst>
            </p:cNvPr>
            <p:cNvSpPr/>
            <p:nvPr/>
          </p:nvSpPr>
          <p:spPr>
            <a:xfrm>
              <a:off x="4672013" y="2614613"/>
              <a:ext cx="4886325" cy="685800"/>
            </a:xfrm>
            <a:custGeom>
              <a:avLst/>
              <a:gdLst>
                <a:gd name="connsiteX0" fmla="*/ 0 w 4886325"/>
                <a:gd name="connsiteY0" fmla="*/ 685800 h 685800"/>
                <a:gd name="connsiteX1" fmla="*/ 2171700 w 4886325"/>
                <a:gd name="connsiteY1" fmla="*/ 0 h 685800"/>
                <a:gd name="connsiteX2" fmla="*/ 2443162 w 4886325"/>
                <a:gd name="connsiteY2" fmla="*/ 157162 h 685800"/>
                <a:gd name="connsiteX3" fmla="*/ 2493168 w 4886325"/>
                <a:gd name="connsiteY3" fmla="*/ 150018 h 685800"/>
                <a:gd name="connsiteX4" fmla="*/ 4886325 w 4886325"/>
                <a:gd name="connsiteY4" fmla="*/ 685800 h 685800"/>
                <a:gd name="connsiteX5" fmla="*/ 0 w 4886325"/>
                <a:gd name="connsiteY5"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6325" h="685800">
                  <a:moveTo>
                    <a:pt x="0" y="685800"/>
                  </a:moveTo>
                  <a:lnTo>
                    <a:pt x="2171700" y="0"/>
                  </a:lnTo>
                  <a:lnTo>
                    <a:pt x="2443162" y="157162"/>
                  </a:lnTo>
                  <a:lnTo>
                    <a:pt x="2493168" y="150018"/>
                  </a:lnTo>
                  <a:lnTo>
                    <a:pt x="4886325" y="685800"/>
                  </a:lnTo>
                  <a:lnTo>
                    <a:pt x="0" y="685800"/>
                  </a:lnTo>
                  <a:close/>
                </a:path>
              </a:pathLst>
            </a:custGeom>
            <a:gradFill>
              <a:gsLst>
                <a:gs pos="0">
                  <a:schemeClr val="accent1">
                    <a:lumMod val="5000"/>
                    <a:lumOff val="95000"/>
                  </a:schemeClr>
                </a:gs>
                <a:gs pos="100000">
                  <a:schemeClr val="bg1">
                    <a:lumMod val="8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4" name="Group 13">
            <a:extLst>
              <a:ext uri="{FF2B5EF4-FFF2-40B4-BE49-F238E27FC236}">
                <a16:creationId xmlns:a16="http://schemas.microsoft.com/office/drawing/2014/main" id="{03E5998F-A621-DC4D-AA10-4A3065CB51C8}"/>
              </a:ext>
            </a:extLst>
          </p:cNvPr>
          <p:cNvGrpSpPr/>
          <p:nvPr/>
        </p:nvGrpSpPr>
        <p:grpSpPr>
          <a:xfrm>
            <a:off x="6964680" y="2244777"/>
            <a:ext cx="838200" cy="376503"/>
            <a:chOff x="6827520" y="2412417"/>
            <a:chExt cx="838200" cy="376503"/>
          </a:xfrm>
        </p:grpSpPr>
        <p:sp>
          <p:nvSpPr>
            <p:cNvPr id="4" name="Right Arrow 3">
              <a:extLst>
                <a:ext uri="{FF2B5EF4-FFF2-40B4-BE49-F238E27FC236}">
                  <a16:creationId xmlns:a16="http://schemas.microsoft.com/office/drawing/2014/main" id="{F775AAA1-C68A-6E48-B93F-2EC82451679E}"/>
                </a:ext>
              </a:extLst>
            </p:cNvPr>
            <p:cNvSpPr/>
            <p:nvPr/>
          </p:nvSpPr>
          <p:spPr>
            <a:xfrm>
              <a:off x="7178040" y="2468880"/>
              <a:ext cx="487680" cy="304800"/>
            </a:xfrm>
            <a:prstGeom prst="rightArrow">
              <a:avLst/>
            </a:prstGeom>
            <a:gradFill>
              <a:gsLst>
                <a:gs pos="0">
                  <a:schemeClr val="accent1">
                    <a:lumMod val="5000"/>
                    <a:lumOff val="95000"/>
                  </a:schemeClr>
                </a:gs>
                <a:gs pos="100000">
                  <a:srgbClr val="CC0001"/>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13" name="Group 61">
              <a:extLst>
                <a:ext uri="{FF2B5EF4-FFF2-40B4-BE49-F238E27FC236}">
                  <a16:creationId xmlns:a16="http://schemas.microsoft.com/office/drawing/2014/main" id="{DA8A7729-4179-2747-BD0E-4CE16794F2C1}"/>
                </a:ext>
              </a:extLst>
            </p:cNvPr>
            <p:cNvGrpSpPr>
              <a:grpSpLocks/>
            </p:cNvGrpSpPr>
            <p:nvPr/>
          </p:nvGrpSpPr>
          <p:grpSpPr bwMode="auto">
            <a:xfrm>
              <a:off x="6827520" y="2412417"/>
              <a:ext cx="335280" cy="376503"/>
              <a:chOff x="335231" y="4405745"/>
              <a:chExt cx="1252537" cy="2138362"/>
            </a:xfrm>
          </p:grpSpPr>
          <p:sp>
            <p:nvSpPr>
              <p:cNvPr id="415" name="Freeform 414">
                <a:extLst>
                  <a:ext uri="{FF2B5EF4-FFF2-40B4-BE49-F238E27FC236}">
                    <a16:creationId xmlns:a16="http://schemas.microsoft.com/office/drawing/2014/main" id="{00613895-5F49-B341-AE32-45F01EC3F402}"/>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C0001"/>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16" name="Freeform 415">
                <a:extLst>
                  <a:ext uri="{FF2B5EF4-FFF2-40B4-BE49-F238E27FC236}">
                    <a16:creationId xmlns:a16="http://schemas.microsoft.com/office/drawing/2014/main" id="{43B7ABE8-5D31-7143-AA6A-3AB733CE2DC6}"/>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23934"/>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17" name="Rectangle 65">
                <a:extLst>
                  <a:ext uri="{FF2B5EF4-FFF2-40B4-BE49-F238E27FC236}">
                    <a16:creationId xmlns:a16="http://schemas.microsoft.com/office/drawing/2014/main" id="{68F192F6-ED5A-CE43-91EA-B245844A9187}"/>
                  </a:ext>
                </a:extLst>
              </p:cNvPr>
              <p:cNvSpPr>
                <a:spLocks noChangeArrowheads="1"/>
              </p:cNvSpPr>
              <p:nvPr/>
            </p:nvSpPr>
            <p:spPr bwMode="auto">
              <a:xfrm>
                <a:off x="1296825" y="5178575"/>
                <a:ext cx="289686" cy="1351389"/>
              </a:xfrm>
              <a:prstGeom prst="rect">
                <a:avLst/>
              </a:prstGeom>
              <a:solidFill>
                <a:srgbClr val="EBADAA"/>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sp>
        <p:nvSpPr>
          <p:cNvPr id="15" name="TextBox 14">
            <a:extLst>
              <a:ext uri="{FF2B5EF4-FFF2-40B4-BE49-F238E27FC236}">
                <a16:creationId xmlns:a16="http://schemas.microsoft.com/office/drawing/2014/main" id="{B24DFD8D-7E45-C14A-98B8-9FDCF13CB43E}"/>
              </a:ext>
            </a:extLst>
          </p:cNvPr>
          <p:cNvSpPr txBox="1"/>
          <p:nvPr/>
        </p:nvSpPr>
        <p:spPr>
          <a:xfrm>
            <a:off x="4831080" y="3383280"/>
            <a:ext cx="487902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The usual: datagram as payload in link-layer frame</a:t>
            </a:r>
          </a:p>
        </p:txBody>
      </p:sp>
      <p:grpSp>
        <p:nvGrpSpPr>
          <p:cNvPr id="467" name="Group 466">
            <a:extLst>
              <a:ext uri="{FF2B5EF4-FFF2-40B4-BE49-F238E27FC236}">
                <a16:creationId xmlns:a16="http://schemas.microsoft.com/office/drawing/2014/main" id="{582FCB21-81FE-7B4D-993E-70AE16E2CB72}"/>
              </a:ext>
            </a:extLst>
          </p:cNvPr>
          <p:cNvGrpSpPr/>
          <p:nvPr/>
        </p:nvGrpSpPr>
        <p:grpSpPr>
          <a:xfrm>
            <a:off x="2834599" y="5970990"/>
            <a:ext cx="2306635" cy="467910"/>
            <a:chOff x="2670897" y="3119120"/>
            <a:chExt cx="2306635" cy="467910"/>
          </a:xfrm>
        </p:grpSpPr>
        <p:sp>
          <p:nvSpPr>
            <p:cNvPr id="468" name="Line 57">
              <a:extLst>
                <a:ext uri="{FF2B5EF4-FFF2-40B4-BE49-F238E27FC236}">
                  <a16:creationId xmlns:a16="http://schemas.microsoft.com/office/drawing/2014/main" id="{8CE2752B-6E0C-F84A-9A32-BC1A3D305AAD}"/>
                </a:ext>
              </a:extLst>
            </p:cNvPr>
            <p:cNvSpPr>
              <a:spLocks noChangeShapeType="1"/>
            </p:cNvSpPr>
            <p:nvPr/>
          </p:nvSpPr>
          <p:spPr bwMode="auto">
            <a:xfrm flipH="1">
              <a:off x="4023360" y="3119120"/>
              <a:ext cx="954172" cy="18796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9" name="Text Box 18">
              <a:extLst>
                <a:ext uri="{FF2B5EF4-FFF2-40B4-BE49-F238E27FC236}">
                  <a16:creationId xmlns:a16="http://schemas.microsoft.com/office/drawing/2014/main" id="{99B67058-3545-9E43-9FA2-BC1B4BE58044}"/>
                </a:ext>
              </a:extLst>
            </p:cNvPr>
            <p:cNvSpPr txBox="1">
              <a:spLocks noChangeArrowheads="1"/>
            </p:cNvSpPr>
            <p:nvPr/>
          </p:nvSpPr>
          <p:spPr bwMode="auto">
            <a:xfrm>
              <a:off x="2670897" y="3311570"/>
              <a:ext cx="1348447"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datagram</a:t>
              </a:r>
            </a:p>
          </p:txBody>
        </p:sp>
      </p:grpSp>
      <p:grpSp>
        <p:nvGrpSpPr>
          <p:cNvPr id="470" name="Group 469">
            <a:extLst>
              <a:ext uri="{FF2B5EF4-FFF2-40B4-BE49-F238E27FC236}">
                <a16:creationId xmlns:a16="http://schemas.microsoft.com/office/drawing/2014/main" id="{58A87233-BB18-2342-80C1-3FDAF4FCF0D6}"/>
              </a:ext>
            </a:extLst>
          </p:cNvPr>
          <p:cNvGrpSpPr/>
          <p:nvPr/>
        </p:nvGrpSpPr>
        <p:grpSpPr>
          <a:xfrm>
            <a:off x="4511040" y="5222642"/>
            <a:ext cx="5332920" cy="956237"/>
            <a:chOff x="4225418" y="2614613"/>
            <a:chExt cx="5332920" cy="1162913"/>
          </a:xfrm>
        </p:grpSpPr>
        <p:grpSp>
          <p:nvGrpSpPr>
            <p:cNvPr id="471" name="Group 470">
              <a:extLst>
                <a:ext uri="{FF2B5EF4-FFF2-40B4-BE49-F238E27FC236}">
                  <a16:creationId xmlns:a16="http://schemas.microsoft.com/office/drawing/2014/main" id="{6417E717-F932-334A-B523-B49F41EEFCEF}"/>
                </a:ext>
              </a:extLst>
            </p:cNvPr>
            <p:cNvGrpSpPr/>
            <p:nvPr/>
          </p:nvGrpSpPr>
          <p:grpSpPr>
            <a:xfrm>
              <a:off x="4225418" y="3289252"/>
              <a:ext cx="5303159" cy="488274"/>
              <a:chOff x="979298" y="4279852"/>
              <a:chExt cx="5303159" cy="488274"/>
            </a:xfrm>
          </p:grpSpPr>
          <p:sp>
            <p:nvSpPr>
              <p:cNvPr id="473" name="Rectangle 26">
                <a:extLst>
                  <a:ext uri="{FF2B5EF4-FFF2-40B4-BE49-F238E27FC236}">
                    <a16:creationId xmlns:a16="http://schemas.microsoft.com/office/drawing/2014/main" id="{E704B502-2B95-9F42-80CE-21EEE1329483}"/>
                  </a:ext>
                </a:extLst>
              </p:cNvPr>
              <p:cNvSpPr>
                <a:spLocks noChangeArrowheads="1"/>
              </p:cNvSpPr>
              <p:nvPr/>
            </p:nvSpPr>
            <p:spPr bwMode="auto">
              <a:xfrm>
                <a:off x="979298" y="4289347"/>
                <a:ext cx="5303159" cy="468314"/>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74" name="Line 27">
                <a:extLst>
                  <a:ext uri="{FF2B5EF4-FFF2-40B4-BE49-F238E27FC236}">
                    <a16:creationId xmlns:a16="http://schemas.microsoft.com/office/drawing/2014/main" id="{38D4C635-FA91-D44D-BD07-BB877820EACA}"/>
                  </a:ext>
                </a:extLst>
              </p:cNvPr>
              <p:cNvSpPr>
                <a:spLocks noChangeShapeType="1"/>
              </p:cNvSpPr>
              <p:nvPr/>
            </p:nvSpPr>
            <p:spPr bwMode="auto">
              <a:xfrm>
                <a:off x="2791545" y="428775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5" name="Line 28">
                <a:extLst>
                  <a:ext uri="{FF2B5EF4-FFF2-40B4-BE49-F238E27FC236}">
                    <a16:creationId xmlns:a16="http://schemas.microsoft.com/office/drawing/2014/main" id="{62A3BDAB-160E-D94B-927D-6AAC72DEDEAD}"/>
                  </a:ext>
                </a:extLst>
              </p:cNvPr>
              <p:cNvSpPr>
                <a:spLocks noChangeShapeType="1"/>
              </p:cNvSpPr>
              <p:nvPr/>
            </p:nvSpPr>
            <p:spPr bwMode="auto">
              <a:xfrm>
                <a:off x="2313707" y="4286172"/>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6" name="Line 29">
                <a:extLst>
                  <a:ext uri="{FF2B5EF4-FFF2-40B4-BE49-F238E27FC236}">
                    <a16:creationId xmlns:a16="http://schemas.microsoft.com/office/drawing/2014/main" id="{540B2AB8-5EC3-CC45-8B22-9378CEEA1A87}"/>
                  </a:ext>
                </a:extLst>
              </p:cNvPr>
              <p:cNvSpPr>
                <a:spLocks noChangeShapeType="1"/>
              </p:cNvSpPr>
              <p:nvPr/>
            </p:nvSpPr>
            <p:spPr bwMode="auto">
              <a:xfrm>
                <a:off x="2129045" y="4299810"/>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77" name="Group 476">
                <a:extLst>
                  <a:ext uri="{FF2B5EF4-FFF2-40B4-BE49-F238E27FC236}">
                    <a16:creationId xmlns:a16="http://schemas.microsoft.com/office/drawing/2014/main" id="{8A3CA284-45CA-7046-A47F-984CA0AEF54A}"/>
                  </a:ext>
                </a:extLst>
              </p:cNvPr>
              <p:cNvGrpSpPr/>
              <p:nvPr/>
            </p:nvGrpSpPr>
            <p:grpSpPr>
              <a:xfrm>
                <a:off x="2865478" y="4319509"/>
                <a:ext cx="3402012" cy="414337"/>
                <a:chOff x="8090620" y="3748009"/>
                <a:chExt cx="3402012" cy="414337"/>
              </a:xfrm>
            </p:grpSpPr>
            <p:sp>
              <p:nvSpPr>
                <p:cNvPr id="480" name="Line 65">
                  <a:extLst>
                    <a:ext uri="{FF2B5EF4-FFF2-40B4-BE49-F238E27FC236}">
                      <a16:creationId xmlns:a16="http://schemas.microsoft.com/office/drawing/2014/main" id="{58CA2B8C-1734-0B42-A1DE-5FF99DFC0046}"/>
                    </a:ext>
                  </a:extLst>
                </p:cNvPr>
                <p:cNvSpPr>
                  <a:spLocks noChangeShapeType="1"/>
                </p:cNvSpPr>
                <p:nvPr/>
              </p:nvSpPr>
              <p:spPr bwMode="auto">
                <a:xfrm>
                  <a:off x="8743763" y="40537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1" name="Rectangle 5">
                  <a:extLst>
                    <a:ext uri="{FF2B5EF4-FFF2-40B4-BE49-F238E27FC236}">
                      <a16:creationId xmlns:a16="http://schemas.microsoft.com/office/drawing/2014/main" id="{083BA3FA-8CB0-B247-8BDD-71A9460BBC83}"/>
                    </a:ext>
                  </a:extLst>
                </p:cNvPr>
                <p:cNvSpPr>
                  <a:spLocks noChangeArrowheads="1"/>
                </p:cNvSpPr>
                <p:nvPr/>
              </p:nvSpPr>
              <p:spPr bwMode="auto">
                <a:xfrm>
                  <a:off x="8090620" y="3751184"/>
                  <a:ext cx="3402012" cy="401638"/>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82" name="Line 8">
                  <a:extLst>
                    <a:ext uri="{FF2B5EF4-FFF2-40B4-BE49-F238E27FC236}">
                      <a16:creationId xmlns:a16="http://schemas.microsoft.com/office/drawing/2014/main" id="{350DB54B-5F36-B04C-B44A-9922DAACE4BF}"/>
                    </a:ext>
                  </a:extLst>
                </p:cNvPr>
                <p:cNvSpPr>
                  <a:spLocks noChangeShapeType="1"/>
                </p:cNvSpPr>
                <p:nvPr/>
              </p:nvSpPr>
              <p:spPr bwMode="auto">
                <a:xfrm>
                  <a:off x="81747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3" name="Line 9">
                  <a:extLst>
                    <a:ext uri="{FF2B5EF4-FFF2-40B4-BE49-F238E27FC236}">
                      <a16:creationId xmlns:a16="http://schemas.microsoft.com/office/drawing/2014/main" id="{BF3D96E9-0FCE-6146-A7D2-999BEAE4DD65}"/>
                    </a:ext>
                  </a:extLst>
                </p:cNvPr>
                <p:cNvSpPr>
                  <a:spLocks noChangeShapeType="1"/>
                </p:cNvSpPr>
                <p:nvPr/>
              </p:nvSpPr>
              <p:spPr bwMode="auto">
                <a:xfrm>
                  <a:off x="8133482" y="3749596"/>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4" name="Line 10">
                  <a:extLst>
                    <a:ext uri="{FF2B5EF4-FFF2-40B4-BE49-F238E27FC236}">
                      <a16:creationId xmlns:a16="http://schemas.microsoft.com/office/drawing/2014/main" id="{FABE8F28-530E-CF4F-9CE5-F9516E73F302}"/>
                    </a:ext>
                  </a:extLst>
                </p:cNvPr>
                <p:cNvSpPr>
                  <a:spLocks noChangeShapeType="1"/>
                </p:cNvSpPr>
                <p:nvPr/>
              </p:nvSpPr>
              <p:spPr bwMode="auto">
                <a:xfrm>
                  <a:off x="82509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5" name="Line 11">
                  <a:extLst>
                    <a:ext uri="{FF2B5EF4-FFF2-40B4-BE49-F238E27FC236}">
                      <a16:creationId xmlns:a16="http://schemas.microsoft.com/office/drawing/2014/main" id="{A52F325C-2ACD-9042-B1E1-02285FB9AEE0}"/>
                    </a:ext>
                  </a:extLst>
                </p:cNvPr>
                <p:cNvSpPr>
                  <a:spLocks noChangeShapeType="1"/>
                </p:cNvSpPr>
                <p:nvPr/>
              </p:nvSpPr>
              <p:spPr bwMode="auto">
                <a:xfrm>
                  <a:off x="829223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6" name="Line 12">
                  <a:extLst>
                    <a:ext uri="{FF2B5EF4-FFF2-40B4-BE49-F238E27FC236}">
                      <a16:creationId xmlns:a16="http://schemas.microsoft.com/office/drawing/2014/main" id="{2414715C-3B10-6C4D-8622-E9A6624259EE}"/>
                    </a:ext>
                  </a:extLst>
                </p:cNvPr>
                <p:cNvSpPr>
                  <a:spLocks noChangeShapeType="1"/>
                </p:cNvSpPr>
                <p:nvPr/>
              </p:nvSpPr>
              <p:spPr bwMode="auto">
                <a:xfrm>
                  <a:off x="8346207"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7" name="Line 13">
                  <a:extLst>
                    <a:ext uri="{FF2B5EF4-FFF2-40B4-BE49-F238E27FC236}">
                      <a16:creationId xmlns:a16="http://schemas.microsoft.com/office/drawing/2014/main" id="{8951336E-5F7F-0A41-AB9E-17FDE2E72D71}"/>
                    </a:ext>
                  </a:extLst>
                </p:cNvPr>
                <p:cNvSpPr>
                  <a:spLocks noChangeShapeType="1"/>
                </p:cNvSpPr>
                <p:nvPr/>
              </p:nvSpPr>
              <p:spPr bwMode="auto">
                <a:xfrm>
                  <a:off x="841288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8" name="Line 14">
                  <a:extLst>
                    <a:ext uri="{FF2B5EF4-FFF2-40B4-BE49-F238E27FC236}">
                      <a16:creationId xmlns:a16="http://schemas.microsoft.com/office/drawing/2014/main" id="{D109FFC4-0686-BA45-8416-CCA8AE188951}"/>
                    </a:ext>
                  </a:extLst>
                </p:cNvPr>
                <p:cNvSpPr>
                  <a:spLocks noChangeShapeType="1"/>
                </p:cNvSpPr>
                <p:nvPr/>
              </p:nvSpPr>
              <p:spPr bwMode="auto">
                <a:xfrm>
                  <a:off x="872403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9" name="Line 15">
                  <a:extLst>
                    <a:ext uri="{FF2B5EF4-FFF2-40B4-BE49-F238E27FC236}">
                      <a16:creationId xmlns:a16="http://schemas.microsoft.com/office/drawing/2014/main" id="{BDE93B63-B7CB-6E4A-980E-E24EA4C058F5}"/>
                    </a:ext>
                  </a:extLst>
                </p:cNvPr>
                <p:cNvSpPr>
                  <a:spLocks noChangeShapeType="1"/>
                </p:cNvSpPr>
                <p:nvPr/>
              </p:nvSpPr>
              <p:spPr bwMode="auto">
                <a:xfrm>
                  <a:off x="909868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78" name="Rectangle 5">
                <a:extLst>
                  <a:ext uri="{FF2B5EF4-FFF2-40B4-BE49-F238E27FC236}">
                    <a16:creationId xmlns:a16="http://schemas.microsoft.com/office/drawing/2014/main" id="{B5E41425-B1F8-2445-ADEE-043413AFC1E8}"/>
                  </a:ext>
                </a:extLst>
              </p:cNvPr>
              <p:cNvSpPr>
                <a:spLocks noChangeArrowheads="1"/>
              </p:cNvSpPr>
              <p:nvPr/>
            </p:nvSpPr>
            <p:spPr bwMode="auto">
              <a:xfrm>
                <a:off x="2901848" y="4384275"/>
                <a:ext cx="3244616" cy="285690"/>
              </a:xfrm>
              <a:prstGeom prst="rect">
                <a:avLst/>
              </a:prstGeom>
              <a:solidFill>
                <a:srgbClr val="66CCFF"/>
              </a:solidFill>
              <a:ln w="12700">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79" name="Text Box 64">
                <a:extLst>
                  <a:ext uri="{FF2B5EF4-FFF2-40B4-BE49-F238E27FC236}">
                    <a16:creationId xmlns:a16="http://schemas.microsoft.com/office/drawing/2014/main" id="{A3A8B632-6487-834D-BE46-4579297998B8}"/>
                  </a:ext>
                </a:extLst>
              </p:cNvPr>
              <p:cNvSpPr txBox="1">
                <a:spLocks noChangeArrowheads="1"/>
              </p:cNvSpPr>
              <p:nvPr/>
            </p:nvSpPr>
            <p:spPr bwMode="auto">
              <a:xfrm>
                <a:off x="4133520" y="4301715"/>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datagram</a:t>
                </a:r>
              </a:p>
            </p:txBody>
          </p:sp>
          <p:sp>
            <p:nvSpPr>
              <p:cNvPr id="491" name="Line 29">
                <a:extLst>
                  <a:ext uri="{FF2B5EF4-FFF2-40B4-BE49-F238E27FC236}">
                    <a16:creationId xmlns:a16="http://schemas.microsoft.com/office/drawing/2014/main" id="{DAB9ECEA-D85D-1A4F-BA23-45E2EF5BAE7A}"/>
                  </a:ext>
                </a:extLst>
              </p:cNvPr>
              <p:cNvSpPr>
                <a:spLocks noChangeShapeType="1"/>
              </p:cNvSpPr>
              <p:nvPr/>
            </p:nvSpPr>
            <p:spPr bwMode="auto">
              <a:xfrm>
                <a:off x="1141962" y="4285554"/>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2" name="Line 29">
                <a:extLst>
                  <a:ext uri="{FF2B5EF4-FFF2-40B4-BE49-F238E27FC236}">
                    <a16:creationId xmlns:a16="http://schemas.microsoft.com/office/drawing/2014/main" id="{1835EE88-FFC9-6145-9FA4-024B97A0E0A6}"/>
                  </a:ext>
                </a:extLst>
              </p:cNvPr>
              <p:cNvSpPr>
                <a:spLocks noChangeShapeType="1"/>
              </p:cNvSpPr>
              <p:nvPr/>
            </p:nvSpPr>
            <p:spPr bwMode="auto">
              <a:xfrm>
                <a:off x="1214646" y="4294108"/>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3" name="Line 29">
                <a:extLst>
                  <a:ext uri="{FF2B5EF4-FFF2-40B4-BE49-F238E27FC236}">
                    <a16:creationId xmlns:a16="http://schemas.microsoft.com/office/drawing/2014/main" id="{DA546E44-2985-B04E-9342-D3FA12D49CE2}"/>
                  </a:ext>
                </a:extLst>
              </p:cNvPr>
              <p:cNvSpPr>
                <a:spLocks noChangeShapeType="1"/>
              </p:cNvSpPr>
              <p:nvPr/>
            </p:nvSpPr>
            <p:spPr bwMode="auto">
              <a:xfrm>
                <a:off x="1024733" y="4279852"/>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4" name="Line 29">
                <a:extLst>
                  <a:ext uri="{FF2B5EF4-FFF2-40B4-BE49-F238E27FC236}">
                    <a16:creationId xmlns:a16="http://schemas.microsoft.com/office/drawing/2014/main" id="{F68BA5C6-0D09-1A48-9B38-855C654FF9D3}"/>
                  </a:ext>
                </a:extLst>
              </p:cNvPr>
              <p:cNvSpPr>
                <a:spLocks noChangeShapeType="1"/>
              </p:cNvSpPr>
              <p:nvPr/>
            </p:nvSpPr>
            <p:spPr bwMode="auto">
              <a:xfrm>
                <a:off x="1749220" y="4299812"/>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72" name="Freeform 471">
              <a:extLst>
                <a:ext uri="{FF2B5EF4-FFF2-40B4-BE49-F238E27FC236}">
                  <a16:creationId xmlns:a16="http://schemas.microsoft.com/office/drawing/2014/main" id="{AAB7D595-0EAC-C340-8646-E5D0558E23D5}"/>
                </a:ext>
              </a:extLst>
            </p:cNvPr>
            <p:cNvSpPr/>
            <p:nvPr/>
          </p:nvSpPr>
          <p:spPr>
            <a:xfrm>
              <a:off x="4672013" y="2614613"/>
              <a:ext cx="4886325" cy="685800"/>
            </a:xfrm>
            <a:custGeom>
              <a:avLst/>
              <a:gdLst>
                <a:gd name="connsiteX0" fmla="*/ 0 w 4886325"/>
                <a:gd name="connsiteY0" fmla="*/ 685800 h 685800"/>
                <a:gd name="connsiteX1" fmla="*/ 2171700 w 4886325"/>
                <a:gd name="connsiteY1" fmla="*/ 0 h 685800"/>
                <a:gd name="connsiteX2" fmla="*/ 2443162 w 4886325"/>
                <a:gd name="connsiteY2" fmla="*/ 157162 h 685800"/>
                <a:gd name="connsiteX3" fmla="*/ 2493168 w 4886325"/>
                <a:gd name="connsiteY3" fmla="*/ 150018 h 685800"/>
                <a:gd name="connsiteX4" fmla="*/ 4886325 w 4886325"/>
                <a:gd name="connsiteY4" fmla="*/ 685800 h 685800"/>
                <a:gd name="connsiteX5" fmla="*/ 0 w 4886325"/>
                <a:gd name="connsiteY5"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6325" h="685800">
                  <a:moveTo>
                    <a:pt x="0" y="685800"/>
                  </a:moveTo>
                  <a:lnTo>
                    <a:pt x="2171700" y="0"/>
                  </a:lnTo>
                  <a:lnTo>
                    <a:pt x="2443162" y="157162"/>
                  </a:lnTo>
                  <a:lnTo>
                    <a:pt x="2493168" y="150018"/>
                  </a:lnTo>
                  <a:lnTo>
                    <a:pt x="4886325" y="685800"/>
                  </a:lnTo>
                  <a:lnTo>
                    <a:pt x="0" y="685800"/>
                  </a:lnTo>
                  <a:close/>
                </a:path>
              </a:pathLst>
            </a:custGeom>
            <a:gradFill>
              <a:gsLst>
                <a:gs pos="0">
                  <a:schemeClr val="accent1">
                    <a:lumMod val="5000"/>
                    <a:lumOff val="95000"/>
                  </a:schemeClr>
                </a:gs>
                <a:gs pos="100000">
                  <a:schemeClr val="bg1">
                    <a:lumMod val="8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490" name="TextBox 489">
            <a:extLst>
              <a:ext uri="{FF2B5EF4-FFF2-40B4-BE49-F238E27FC236}">
                <a16:creationId xmlns:a16="http://schemas.microsoft.com/office/drawing/2014/main" id="{ED951575-6D9E-8444-AF65-4E4F4F15AFAD}"/>
              </a:ext>
            </a:extLst>
          </p:cNvPr>
          <p:cNvSpPr txBox="1"/>
          <p:nvPr/>
        </p:nvSpPr>
        <p:spPr>
          <a:xfrm>
            <a:off x="4979542" y="6158950"/>
            <a:ext cx="537397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tunneling: IPv6 datagram as payload in a IPv4 datagram</a:t>
            </a:r>
          </a:p>
        </p:txBody>
      </p:sp>
      <p:grpSp>
        <p:nvGrpSpPr>
          <p:cNvPr id="460" name="Group 459">
            <a:extLst>
              <a:ext uri="{FF2B5EF4-FFF2-40B4-BE49-F238E27FC236}">
                <a16:creationId xmlns:a16="http://schemas.microsoft.com/office/drawing/2014/main" id="{4D18DF3D-F021-0C48-A36D-4B23F8AAFD1C}"/>
              </a:ext>
            </a:extLst>
          </p:cNvPr>
          <p:cNvGrpSpPr/>
          <p:nvPr/>
        </p:nvGrpSpPr>
        <p:grpSpPr>
          <a:xfrm>
            <a:off x="6903720" y="4965117"/>
            <a:ext cx="838200" cy="376503"/>
            <a:chOff x="6827520" y="2412417"/>
            <a:chExt cx="838200" cy="376503"/>
          </a:xfrm>
        </p:grpSpPr>
        <p:sp>
          <p:nvSpPr>
            <p:cNvPr id="461" name="Right Arrow 460">
              <a:extLst>
                <a:ext uri="{FF2B5EF4-FFF2-40B4-BE49-F238E27FC236}">
                  <a16:creationId xmlns:a16="http://schemas.microsoft.com/office/drawing/2014/main" id="{FEC858D0-05CB-1D47-B1C9-43E27921274B}"/>
                </a:ext>
              </a:extLst>
            </p:cNvPr>
            <p:cNvSpPr/>
            <p:nvPr/>
          </p:nvSpPr>
          <p:spPr>
            <a:xfrm>
              <a:off x="7178040" y="2468880"/>
              <a:ext cx="487680" cy="304800"/>
            </a:xfrm>
            <a:prstGeom prst="rightArrow">
              <a:avLst/>
            </a:prstGeom>
            <a:gradFill>
              <a:gsLst>
                <a:gs pos="0">
                  <a:schemeClr val="accent1">
                    <a:lumMod val="5000"/>
                    <a:lumOff val="95000"/>
                  </a:schemeClr>
                </a:gs>
                <a:gs pos="100000">
                  <a:srgbClr val="CC0001"/>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62" name="Group 61">
              <a:extLst>
                <a:ext uri="{FF2B5EF4-FFF2-40B4-BE49-F238E27FC236}">
                  <a16:creationId xmlns:a16="http://schemas.microsoft.com/office/drawing/2014/main" id="{43EB2327-7325-AB41-A3B5-0C0DE2655D45}"/>
                </a:ext>
              </a:extLst>
            </p:cNvPr>
            <p:cNvGrpSpPr>
              <a:grpSpLocks/>
            </p:cNvGrpSpPr>
            <p:nvPr/>
          </p:nvGrpSpPr>
          <p:grpSpPr bwMode="auto">
            <a:xfrm>
              <a:off x="6827520" y="2412417"/>
              <a:ext cx="335280" cy="376503"/>
              <a:chOff x="335231" y="4405745"/>
              <a:chExt cx="1252537" cy="2138362"/>
            </a:xfrm>
          </p:grpSpPr>
          <p:sp>
            <p:nvSpPr>
              <p:cNvPr id="463" name="Freeform 462">
                <a:extLst>
                  <a:ext uri="{FF2B5EF4-FFF2-40B4-BE49-F238E27FC236}">
                    <a16:creationId xmlns:a16="http://schemas.microsoft.com/office/drawing/2014/main" id="{10DEFA56-477A-FB49-8503-F1F4C4F92FF5}"/>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C0001"/>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64" name="Freeform 463">
                <a:extLst>
                  <a:ext uri="{FF2B5EF4-FFF2-40B4-BE49-F238E27FC236}">
                    <a16:creationId xmlns:a16="http://schemas.microsoft.com/office/drawing/2014/main" id="{2E0154E9-B9C9-C04C-B69D-570B28DA959C}"/>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23934"/>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65" name="Rectangle 65">
                <a:extLst>
                  <a:ext uri="{FF2B5EF4-FFF2-40B4-BE49-F238E27FC236}">
                    <a16:creationId xmlns:a16="http://schemas.microsoft.com/office/drawing/2014/main" id="{1C32B141-66A3-F744-B5C1-7283AA1EDE73}"/>
                  </a:ext>
                </a:extLst>
              </p:cNvPr>
              <p:cNvSpPr>
                <a:spLocks noChangeArrowheads="1"/>
              </p:cNvSpPr>
              <p:nvPr/>
            </p:nvSpPr>
            <p:spPr bwMode="auto">
              <a:xfrm>
                <a:off x="1296825" y="5178575"/>
                <a:ext cx="289686" cy="1351389"/>
              </a:xfrm>
              <a:prstGeom prst="rect">
                <a:avLst/>
              </a:prstGeom>
              <a:solidFill>
                <a:srgbClr val="EBADAA"/>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sp>
        <p:nvSpPr>
          <p:cNvPr id="20" name="Rectangle 19">
            <a:extLst>
              <a:ext uri="{FF2B5EF4-FFF2-40B4-BE49-F238E27FC236}">
                <a16:creationId xmlns:a16="http://schemas.microsoft.com/office/drawing/2014/main" id="{00DD4844-819E-9E45-B164-6CDFAEE54721}"/>
              </a:ext>
            </a:extLst>
          </p:cNvPr>
          <p:cNvSpPr/>
          <p:nvPr/>
        </p:nvSpPr>
        <p:spPr>
          <a:xfrm>
            <a:off x="822960" y="1356360"/>
            <a:ext cx="10058400" cy="2407920"/>
          </a:xfrm>
          <a:prstGeom prst="rect">
            <a:avLst/>
          </a:prstGeom>
          <a:solidFill>
            <a:schemeClr val="bg1">
              <a:alpha val="6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6576096C-AF15-BD40-9CA1-5F9A555E20FA}"/>
              </a:ext>
            </a:extLst>
          </p:cNvPr>
          <p:cNvGrpSpPr/>
          <p:nvPr/>
        </p:nvGrpSpPr>
        <p:grpSpPr>
          <a:xfrm>
            <a:off x="5243279" y="4964546"/>
            <a:ext cx="3924175" cy="366887"/>
            <a:chOff x="5243279" y="4964546"/>
            <a:chExt cx="3924175" cy="366887"/>
          </a:xfrm>
        </p:grpSpPr>
        <p:sp>
          <p:nvSpPr>
            <p:cNvPr id="165" name="Text Box 144">
              <a:extLst>
                <a:ext uri="{FF2B5EF4-FFF2-40B4-BE49-F238E27FC236}">
                  <a16:creationId xmlns:a16="http://schemas.microsoft.com/office/drawing/2014/main" id="{5162208E-6A82-C943-B994-B2D4BDC38859}"/>
                </a:ext>
              </a:extLst>
            </p:cNvPr>
            <p:cNvSpPr txBox="1">
              <a:spLocks noChangeArrowheads="1"/>
            </p:cNvSpPr>
            <p:nvPr/>
          </p:nvSpPr>
          <p:spPr bwMode="auto">
            <a:xfrm>
              <a:off x="5243279" y="4964546"/>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sp>
          <p:nvSpPr>
            <p:cNvPr id="214" name="Text Box 143">
              <a:extLst>
                <a:ext uri="{FF2B5EF4-FFF2-40B4-BE49-F238E27FC236}">
                  <a16:creationId xmlns:a16="http://schemas.microsoft.com/office/drawing/2014/main" id="{E4FD710E-6938-5A41-BE72-D4BFF3EB9495}"/>
                </a:ext>
              </a:extLst>
            </p:cNvPr>
            <p:cNvSpPr txBox="1">
              <a:spLocks noChangeArrowheads="1"/>
            </p:cNvSpPr>
            <p:nvPr/>
          </p:nvSpPr>
          <p:spPr bwMode="auto">
            <a:xfrm>
              <a:off x="8298305" y="4992879"/>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grpSp>
      <p:sp>
        <p:nvSpPr>
          <p:cNvPr id="175" name="Slide Number Placeholder 3">
            <a:extLst>
              <a:ext uri="{FF2B5EF4-FFF2-40B4-BE49-F238E27FC236}">
                <a16:creationId xmlns:a16="http://schemas.microsoft.com/office/drawing/2014/main" id="{9F47540C-0C6C-044C-8C90-FAB0F57C41C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56</a:t>
            </a:fld>
            <a:endParaRPr lang="en-US" dirty="0"/>
          </a:p>
        </p:txBody>
      </p:sp>
    </p:spTree>
    <p:extLst>
      <p:ext uri="{BB962C8B-B14F-4D97-AF65-F5344CB8AC3E}">
        <p14:creationId xmlns:p14="http://schemas.microsoft.com/office/powerpoint/2010/main" val="33833753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63"/>
                                        </p:tgtEl>
                                        <p:attrNameLst>
                                          <p:attrName>style.visibility</p:attrName>
                                        </p:attrNameLst>
                                      </p:cBhvr>
                                      <p:to>
                                        <p:strVal val="visible"/>
                                      </p:to>
                                    </p:set>
                                    <p:animEffect transition="in" filter="dissolve">
                                      <p:cBhvr>
                                        <p:cTn id="10" dur="500"/>
                                        <p:tgtEl>
                                          <p:spTgt spid="163"/>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460"/>
                                        </p:tgtEl>
                                        <p:attrNameLst>
                                          <p:attrName>style.visibility</p:attrName>
                                        </p:attrNameLst>
                                      </p:cBhvr>
                                      <p:to>
                                        <p:strVal val="visible"/>
                                      </p:to>
                                    </p:set>
                                    <p:animEffect transition="in" filter="wipe(left)">
                                      <p:cBhvr>
                                        <p:cTn id="15" dur="500"/>
                                        <p:tgtEl>
                                          <p:spTgt spid="460"/>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1" fill="hold" nodeType="clickEffect">
                                  <p:stCondLst>
                                    <p:cond delay="0"/>
                                  </p:stCondLst>
                                  <p:childTnLst>
                                    <p:set>
                                      <p:cBhvr>
                                        <p:cTn id="19" dur="1" fill="hold">
                                          <p:stCondLst>
                                            <p:cond delay="0"/>
                                          </p:stCondLst>
                                        </p:cTn>
                                        <p:tgtEl>
                                          <p:spTgt spid="470"/>
                                        </p:tgtEl>
                                        <p:attrNameLst>
                                          <p:attrName>style.visibility</p:attrName>
                                        </p:attrNameLst>
                                      </p:cBhvr>
                                      <p:to>
                                        <p:strVal val="visible"/>
                                      </p:to>
                                    </p:set>
                                    <p:animEffect transition="in" filter="wipe(up)">
                                      <p:cBhvr>
                                        <p:cTn id="20" dur="500"/>
                                        <p:tgtEl>
                                          <p:spTgt spid="470"/>
                                        </p:tgtEl>
                                      </p:cBhvr>
                                    </p:animEffect>
                                  </p:childTnLst>
                                </p:cTn>
                              </p:par>
                            </p:childTnLst>
                          </p:cTn>
                        </p:par>
                        <p:par>
                          <p:cTn id="21" fill="hold">
                            <p:stCondLst>
                              <p:cond delay="500"/>
                            </p:stCondLst>
                            <p:childTnLst>
                              <p:par>
                                <p:cTn id="22" presetID="9" presetClass="entr" presetSubtype="0" fill="hold" nodeType="afterEffect">
                                  <p:stCondLst>
                                    <p:cond delay="500"/>
                                  </p:stCondLst>
                                  <p:childTnLst>
                                    <p:set>
                                      <p:cBhvr>
                                        <p:cTn id="23" dur="1" fill="hold">
                                          <p:stCondLst>
                                            <p:cond delay="0"/>
                                          </p:stCondLst>
                                        </p:cTn>
                                        <p:tgtEl>
                                          <p:spTgt spid="467"/>
                                        </p:tgtEl>
                                        <p:attrNameLst>
                                          <p:attrName>style.visibility</p:attrName>
                                        </p:attrNameLst>
                                      </p:cBhvr>
                                      <p:to>
                                        <p:strVal val="visible"/>
                                      </p:to>
                                    </p:set>
                                    <p:animEffect transition="in" filter="dissolve">
                                      <p:cBhvr>
                                        <p:cTn id="24" dur="500"/>
                                        <p:tgtEl>
                                          <p:spTgt spid="467"/>
                                        </p:tgtEl>
                                      </p:cBhvr>
                                    </p:animEffect>
                                  </p:childTnLst>
                                </p:cTn>
                              </p:par>
                            </p:childTnLst>
                          </p:cTn>
                        </p:par>
                        <p:par>
                          <p:cTn id="25" fill="hold">
                            <p:stCondLst>
                              <p:cond delay="1500"/>
                            </p:stCondLst>
                            <p:childTnLst>
                              <p:par>
                                <p:cTn id="26" presetID="9" presetClass="entr" presetSubtype="0" fill="hold" grpId="0" nodeType="afterEffect">
                                  <p:stCondLst>
                                    <p:cond delay="500"/>
                                  </p:stCondLst>
                                  <p:childTnLst>
                                    <p:set>
                                      <p:cBhvr>
                                        <p:cTn id="27" dur="1" fill="hold">
                                          <p:stCondLst>
                                            <p:cond delay="0"/>
                                          </p:stCondLst>
                                        </p:cTn>
                                        <p:tgtEl>
                                          <p:spTgt spid="490"/>
                                        </p:tgtEl>
                                        <p:attrNameLst>
                                          <p:attrName>style.visibility</p:attrName>
                                        </p:attrNameLst>
                                      </p:cBhvr>
                                      <p:to>
                                        <p:strVal val="visible"/>
                                      </p:to>
                                    </p:set>
                                    <p:animEffect transition="in" filter="dissolve">
                                      <p:cBhvr>
                                        <p:cTn id="28" dur="500"/>
                                        <p:tgtEl>
                                          <p:spTgt spid="4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3" grpId="0"/>
      <p:bldP spid="490" grpId="0"/>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0" name="Group 354">
            <a:extLst>
              <a:ext uri="{FF2B5EF4-FFF2-40B4-BE49-F238E27FC236}">
                <a16:creationId xmlns:a16="http://schemas.microsoft.com/office/drawing/2014/main" id="{8664861B-122E-9E40-A054-FD448E175B48}"/>
              </a:ext>
            </a:extLst>
          </p:cNvPr>
          <p:cNvGrpSpPr>
            <a:grpSpLocks/>
          </p:cNvGrpSpPr>
          <p:nvPr/>
        </p:nvGrpSpPr>
        <p:grpSpPr bwMode="auto">
          <a:xfrm>
            <a:off x="6285630" y="3268207"/>
            <a:ext cx="1176337" cy="3330575"/>
            <a:chOff x="3507" y="2128"/>
            <a:chExt cx="741" cy="2098"/>
          </a:xfrm>
        </p:grpSpPr>
        <p:sp>
          <p:nvSpPr>
            <p:cNvPr id="171" name="Line 196">
              <a:extLst>
                <a:ext uri="{FF2B5EF4-FFF2-40B4-BE49-F238E27FC236}">
                  <a16:creationId xmlns:a16="http://schemas.microsoft.com/office/drawing/2014/main" id="{5F8A900E-F4A9-C049-BD79-B1EA7B6F499A}"/>
                </a:ext>
              </a:extLst>
            </p:cNvPr>
            <p:cNvSpPr>
              <a:spLocks noChangeShapeType="1"/>
            </p:cNvSpPr>
            <p:nvPr/>
          </p:nvSpPr>
          <p:spPr bwMode="auto">
            <a:xfrm>
              <a:off x="3627" y="2128"/>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Text Box 210">
              <a:extLst>
                <a:ext uri="{FF2B5EF4-FFF2-40B4-BE49-F238E27FC236}">
                  <a16:creationId xmlns:a16="http://schemas.microsoft.com/office/drawing/2014/main" id="{857A6CF4-362B-DD44-B28A-D45F0134BB80}"/>
                </a:ext>
              </a:extLst>
            </p:cNvPr>
            <p:cNvSpPr txBox="1">
              <a:spLocks noChangeArrowheads="1"/>
            </p:cNvSpPr>
            <p:nvPr/>
          </p:nvSpPr>
          <p:spPr bwMode="auto">
            <a:xfrm>
              <a:off x="3507" y="3775"/>
              <a:ext cx="741" cy="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B-to-C:</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inside</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a:t>
              </a:r>
            </a:p>
          </p:txBody>
        </p:sp>
        <p:sp>
          <p:nvSpPr>
            <p:cNvPr id="173" name="Line 211">
              <a:extLst>
                <a:ext uri="{FF2B5EF4-FFF2-40B4-BE49-F238E27FC236}">
                  <a16:creationId xmlns:a16="http://schemas.microsoft.com/office/drawing/2014/main" id="{E8B43FB3-D739-F746-A9FF-D32BF1E82C48}"/>
                </a:ext>
              </a:extLst>
            </p:cNvPr>
            <p:cNvSpPr>
              <a:spLocks noChangeShapeType="1"/>
            </p:cNvSpPr>
            <p:nvPr/>
          </p:nvSpPr>
          <p:spPr bwMode="auto">
            <a:xfrm>
              <a:off x="3883" y="3640"/>
              <a:ext cx="0" cy="116"/>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74" name="Group 217">
              <a:extLst>
                <a:ext uri="{FF2B5EF4-FFF2-40B4-BE49-F238E27FC236}">
                  <a16:creationId xmlns:a16="http://schemas.microsoft.com/office/drawing/2014/main" id="{A90D65B9-F6BA-EE47-BCAA-41FC80D0D98B}"/>
                </a:ext>
              </a:extLst>
            </p:cNvPr>
            <p:cNvGrpSpPr>
              <a:grpSpLocks/>
            </p:cNvGrpSpPr>
            <p:nvPr/>
          </p:nvGrpSpPr>
          <p:grpSpPr bwMode="auto">
            <a:xfrm>
              <a:off x="3558" y="2220"/>
              <a:ext cx="583" cy="1388"/>
              <a:chOff x="478" y="2082"/>
              <a:chExt cx="583" cy="1388"/>
            </a:xfrm>
          </p:grpSpPr>
          <p:sp>
            <p:nvSpPr>
              <p:cNvPr id="175" name="Rectangle 218">
                <a:extLst>
                  <a:ext uri="{FF2B5EF4-FFF2-40B4-BE49-F238E27FC236}">
                    <a16:creationId xmlns:a16="http://schemas.microsoft.com/office/drawing/2014/main" id="{450F7344-AA44-114F-BAED-E52F2048F2A2}"/>
                  </a:ext>
                </a:extLst>
              </p:cNvPr>
              <p:cNvSpPr>
                <a:spLocks noChangeArrowheads="1"/>
              </p:cNvSpPr>
              <p:nvPr/>
            </p:nvSpPr>
            <p:spPr bwMode="auto">
              <a:xfrm>
                <a:off x="478" y="2088"/>
                <a:ext cx="583" cy="1382"/>
              </a:xfrm>
              <a:prstGeom prst="rect">
                <a:avLst/>
              </a:prstGeom>
              <a:solidFill>
                <a:srgbClr val="CC0000"/>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176" name="Group 219">
                <a:extLst>
                  <a:ext uri="{FF2B5EF4-FFF2-40B4-BE49-F238E27FC236}">
                    <a16:creationId xmlns:a16="http://schemas.microsoft.com/office/drawing/2014/main" id="{1411D276-5368-954A-BD00-E54BD0F43AC9}"/>
                  </a:ext>
                </a:extLst>
              </p:cNvPr>
              <p:cNvGrpSpPr>
                <a:grpSpLocks/>
              </p:cNvGrpSpPr>
              <p:nvPr/>
            </p:nvGrpSpPr>
            <p:grpSpPr bwMode="auto">
              <a:xfrm>
                <a:off x="499" y="2471"/>
                <a:ext cx="493" cy="908"/>
                <a:chOff x="4869" y="143"/>
                <a:chExt cx="493" cy="908"/>
              </a:xfrm>
            </p:grpSpPr>
            <p:sp>
              <p:nvSpPr>
                <p:cNvPr id="178" name="Rectangle 220">
                  <a:extLst>
                    <a:ext uri="{FF2B5EF4-FFF2-40B4-BE49-F238E27FC236}">
                      <a16:creationId xmlns:a16="http://schemas.microsoft.com/office/drawing/2014/main" id="{C5BF02DE-C1F8-BB4A-8D32-290E9B10039C}"/>
                    </a:ext>
                  </a:extLst>
                </p:cNvPr>
                <p:cNvSpPr>
                  <a:spLocks noChangeArrowheads="1"/>
                </p:cNvSpPr>
                <p:nvPr/>
              </p:nvSpPr>
              <p:spPr bwMode="auto">
                <a:xfrm>
                  <a:off x="4893" y="143"/>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79" name="Text Box 221">
                  <a:extLst>
                    <a:ext uri="{FF2B5EF4-FFF2-40B4-BE49-F238E27FC236}">
                      <a16:creationId xmlns:a16="http://schemas.microsoft.com/office/drawing/2014/main" id="{0AF63432-1868-7041-BC7C-74D54D5D6950}"/>
                    </a:ext>
                  </a:extLst>
                </p:cNvPr>
                <p:cNvSpPr txBox="1">
                  <a:spLocks noChangeArrowheads="1"/>
                </p:cNvSpPr>
                <p:nvPr/>
              </p:nvSpPr>
              <p:spPr bwMode="auto">
                <a:xfrm>
                  <a:off x="4869" y="161"/>
                  <a:ext cx="493"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sp>
            <p:nvSpPr>
              <p:cNvPr id="177" name="Text Box 222">
                <a:extLst>
                  <a:ext uri="{FF2B5EF4-FFF2-40B4-BE49-F238E27FC236}">
                    <a16:creationId xmlns:a16="http://schemas.microsoft.com/office/drawing/2014/main" id="{CB089CAC-22C3-6542-8215-15782FB5B57E}"/>
                  </a:ext>
                </a:extLst>
              </p:cNvPr>
              <p:cNvSpPr txBox="1">
                <a:spLocks noChangeArrowheads="1"/>
              </p:cNvSpPr>
              <p:nvPr/>
            </p:nvSpPr>
            <p:spPr bwMode="auto">
              <a:xfrm>
                <a:off x="491" y="2082"/>
                <a:ext cx="56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src:B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dest: E</a:t>
                </a:r>
              </a:p>
            </p:txBody>
          </p:sp>
        </p:grpSp>
      </p:gr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Tunneling</a:t>
            </a:r>
          </a:p>
        </p:txBody>
      </p:sp>
      <p:sp>
        <p:nvSpPr>
          <p:cNvPr id="94" name="Text Box 76">
            <a:extLst>
              <a:ext uri="{FF2B5EF4-FFF2-40B4-BE49-F238E27FC236}">
                <a16:creationId xmlns:a16="http://schemas.microsoft.com/office/drawing/2014/main" id="{62F1B7C4-0039-A74A-B993-603447F55862}"/>
              </a:ext>
            </a:extLst>
          </p:cNvPr>
          <p:cNvSpPr txBox="1">
            <a:spLocks noChangeArrowheads="1"/>
          </p:cNvSpPr>
          <p:nvPr/>
        </p:nvSpPr>
        <p:spPr bwMode="auto">
          <a:xfrm>
            <a:off x="1638577" y="2479069"/>
            <a:ext cx="190808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 view:</a:t>
            </a:r>
          </a:p>
        </p:txBody>
      </p:sp>
      <p:sp>
        <p:nvSpPr>
          <p:cNvPr id="95" name="Line 147">
            <a:extLst>
              <a:ext uri="{FF2B5EF4-FFF2-40B4-BE49-F238E27FC236}">
                <a16:creationId xmlns:a16="http://schemas.microsoft.com/office/drawing/2014/main" id="{189F3025-CEBB-CD49-B964-56C598B88309}"/>
              </a:ext>
            </a:extLst>
          </p:cNvPr>
          <p:cNvSpPr>
            <a:spLocks noChangeShapeType="1"/>
          </p:cNvSpPr>
          <p:nvPr/>
        </p:nvSpPr>
        <p:spPr bwMode="auto">
          <a:xfrm flipV="1">
            <a:off x="5432976" y="2762595"/>
            <a:ext cx="2750903" cy="0"/>
          </a:xfrm>
          <a:prstGeom prst="line">
            <a:avLst/>
          </a:prstGeom>
          <a:noFill/>
          <a:ln w="19050">
            <a:solidFill>
              <a:srgbClr val="CC000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Text Box 180">
            <a:extLst>
              <a:ext uri="{FF2B5EF4-FFF2-40B4-BE49-F238E27FC236}">
                <a16:creationId xmlns:a16="http://schemas.microsoft.com/office/drawing/2014/main" id="{A633AB40-6115-0148-BF57-58966884971E}"/>
              </a:ext>
            </a:extLst>
          </p:cNvPr>
          <p:cNvSpPr txBox="1">
            <a:spLocks noChangeArrowheads="1"/>
          </p:cNvSpPr>
          <p:nvPr/>
        </p:nvSpPr>
        <p:spPr bwMode="auto">
          <a:xfrm>
            <a:off x="5807990" y="2886420"/>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IPv4</a:t>
            </a:r>
          </a:p>
        </p:txBody>
      </p:sp>
      <p:sp>
        <p:nvSpPr>
          <p:cNvPr id="97" name="Text Box 181">
            <a:extLst>
              <a:ext uri="{FF2B5EF4-FFF2-40B4-BE49-F238E27FC236}">
                <a16:creationId xmlns:a16="http://schemas.microsoft.com/office/drawing/2014/main" id="{931D1568-1B10-2D4F-B743-5FD9A1B5FEC0}"/>
              </a:ext>
            </a:extLst>
          </p:cNvPr>
          <p:cNvSpPr txBox="1">
            <a:spLocks noChangeArrowheads="1"/>
          </p:cNvSpPr>
          <p:nvPr/>
        </p:nvSpPr>
        <p:spPr bwMode="auto">
          <a:xfrm>
            <a:off x="7170020" y="2888007"/>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IPv4</a:t>
            </a:r>
          </a:p>
        </p:txBody>
      </p:sp>
      <p:sp>
        <p:nvSpPr>
          <p:cNvPr id="141" name="Text Box 50">
            <a:extLst>
              <a:ext uri="{FF2B5EF4-FFF2-40B4-BE49-F238E27FC236}">
                <a16:creationId xmlns:a16="http://schemas.microsoft.com/office/drawing/2014/main" id="{AEE118FB-311C-E349-8593-792B261584D5}"/>
              </a:ext>
            </a:extLst>
          </p:cNvPr>
          <p:cNvSpPr txBox="1">
            <a:spLocks noChangeArrowheads="1"/>
          </p:cNvSpPr>
          <p:nvPr/>
        </p:nvSpPr>
        <p:spPr bwMode="auto">
          <a:xfrm>
            <a:off x="8317782" y="2256182"/>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142" name="Line 142">
            <a:extLst>
              <a:ext uri="{FF2B5EF4-FFF2-40B4-BE49-F238E27FC236}">
                <a16:creationId xmlns:a16="http://schemas.microsoft.com/office/drawing/2014/main" id="{B207ED6F-0861-6549-ACDE-1CC3A99A2CAC}"/>
              </a:ext>
            </a:extLst>
          </p:cNvPr>
          <p:cNvSpPr>
            <a:spLocks noChangeShapeType="1"/>
          </p:cNvSpPr>
          <p:nvPr/>
        </p:nvSpPr>
        <p:spPr bwMode="auto">
          <a:xfrm flipV="1">
            <a:off x="8857532" y="275307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Text Box 145">
            <a:extLst>
              <a:ext uri="{FF2B5EF4-FFF2-40B4-BE49-F238E27FC236}">
                <a16:creationId xmlns:a16="http://schemas.microsoft.com/office/drawing/2014/main" id="{1227F6DB-46DA-1841-BA2F-8F0DEEC6D107}"/>
              </a:ext>
            </a:extLst>
          </p:cNvPr>
          <p:cNvSpPr txBox="1">
            <a:spLocks noChangeArrowheads="1"/>
          </p:cNvSpPr>
          <p:nvPr/>
        </p:nvSpPr>
        <p:spPr bwMode="auto">
          <a:xfrm>
            <a:off x="8099025" y="2875307"/>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sp>
        <p:nvSpPr>
          <p:cNvPr id="144" name="Text Box 146">
            <a:extLst>
              <a:ext uri="{FF2B5EF4-FFF2-40B4-BE49-F238E27FC236}">
                <a16:creationId xmlns:a16="http://schemas.microsoft.com/office/drawing/2014/main" id="{5E720538-FCCC-3B43-88A3-8D7219A344B6}"/>
              </a:ext>
            </a:extLst>
          </p:cNvPr>
          <p:cNvSpPr txBox="1">
            <a:spLocks noChangeArrowheads="1"/>
          </p:cNvSpPr>
          <p:nvPr/>
        </p:nvSpPr>
        <p:spPr bwMode="auto">
          <a:xfrm>
            <a:off x="9202020" y="2878482"/>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147" name="Text Box 299">
            <a:extLst>
              <a:ext uri="{FF2B5EF4-FFF2-40B4-BE49-F238E27FC236}">
                <a16:creationId xmlns:a16="http://schemas.microsoft.com/office/drawing/2014/main" id="{8CB09BD1-4824-F647-AAE9-42E9C8BCF505}"/>
              </a:ext>
            </a:extLst>
          </p:cNvPr>
          <p:cNvSpPr txBox="1">
            <a:spLocks noChangeArrowheads="1"/>
          </p:cNvSpPr>
          <p:nvPr/>
        </p:nvSpPr>
        <p:spPr bwMode="auto">
          <a:xfrm>
            <a:off x="9334991" y="2262532"/>
            <a:ext cx="3238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164" name="Text Box 300">
            <a:extLst>
              <a:ext uri="{FF2B5EF4-FFF2-40B4-BE49-F238E27FC236}">
                <a16:creationId xmlns:a16="http://schemas.microsoft.com/office/drawing/2014/main" id="{0AED3E2E-7EF0-D24B-88E2-E14C6018ACAD}"/>
              </a:ext>
            </a:extLst>
          </p:cNvPr>
          <p:cNvSpPr txBox="1">
            <a:spLocks noChangeArrowheads="1"/>
          </p:cNvSpPr>
          <p:nvPr/>
        </p:nvSpPr>
        <p:spPr bwMode="auto">
          <a:xfrm>
            <a:off x="5923515" y="2249832"/>
            <a:ext cx="349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a:t>
            </a:r>
          </a:p>
        </p:txBody>
      </p:sp>
      <p:sp>
        <p:nvSpPr>
          <p:cNvPr id="165" name="Text Box 301">
            <a:extLst>
              <a:ext uri="{FF2B5EF4-FFF2-40B4-BE49-F238E27FC236}">
                <a16:creationId xmlns:a16="http://schemas.microsoft.com/office/drawing/2014/main" id="{39A05E3B-A345-BB4E-B350-FFA01EA28B89}"/>
              </a:ext>
            </a:extLst>
          </p:cNvPr>
          <p:cNvSpPr txBox="1">
            <a:spLocks noChangeArrowheads="1"/>
          </p:cNvSpPr>
          <p:nvPr/>
        </p:nvSpPr>
        <p:spPr bwMode="auto">
          <a:xfrm>
            <a:off x="7311307" y="2253007"/>
            <a:ext cx="349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
            </a:r>
          </a:p>
        </p:txBody>
      </p:sp>
      <p:grpSp>
        <p:nvGrpSpPr>
          <p:cNvPr id="228" name="Group 227">
            <a:extLst>
              <a:ext uri="{FF2B5EF4-FFF2-40B4-BE49-F238E27FC236}">
                <a16:creationId xmlns:a16="http://schemas.microsoft.com/office/drawing/2014/main" id="{39028889-DBAA-3341-BA48-2F577863B977}"/>
              </a:ext>
            </a:extLst>
          </p:cNvPr>
          <p:cNvGrpSpPr/>
          <p:nvPr/>
        </p:nvGrpSpPr>
        <p:grpSpPr>
          <a:xfrm>
            <a:off x="5730326" y="2580911"/>
            <a:ext cx="735192" cy="352789"/>
            <a:chOff x="7493876" y="2774731"/>
            <a:chExt cx="1481958" cy="894622"/>
          </a:xfrm>
        </p:grpSpPr>
        <p:sp>
          <p:nvSpPr>
            <p:cNvPr id="229" name="Freeform 228">
              <a:extLst>
                <a:ext uri="{FF2B5EF4-FFF2-40B4-BE49-F238E27FC236}">
                  <a16:creationId xmlns:a16="http://schemas.microsoft.com/office/drawing/2014/main" id="{CB310358-E859-094E-BA99-37FCB4BFEAE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0" name="Oval 229">
              <a:extLst>
                <a:ext uri="{FF2B5EF4-FFF2-40B4-BE49-F238E27FC236}">
                  <a16:creationId xmlns:a16="http://schemas.microsoft.com/office/drawing/2014/main" id="{BDD1722D-BC4F-C74B-9D5B-6930831E774E}"/>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1" name="Group 230">
              <a:extLst>
                <a:ext uri="{FF2B5EF4-FFF2-40B4-BE49-F238E27FC236}">
                  <a16:creationId xmlns:a16="http://schemas.microsoft.com/office/drawing/2014/main" id="{365AE07F-5A02-F246-9B95-59DB9423D00E}"/>
                </a:ext>
              </a:extLst>
            </p:cNvPr>
            <p:cNvGrpSpPr/>
            <p:nvPr/>
          </p:nvGrpSpPr>
          <p:grpSpPr>
            <a:xfrm>
              <a:off x="7713663" y="2848339"/>
              <a:ext cx="1042107" cy="425543"/>
              <a:chOff x="7786941" y="2884917"/>
              <a:chExt cx="897649" cy="353919"/>
            </a:xfrm>
          </p:grpSpPr>
          <p:sp>
            <p:nvSpPr>
              <p:cNvPr id="232" name="Freeform 231">
                <a:extLst>
                  <a:ext uri="{FF2B5EF4-FFF2-40B4-BE49-F238E27FC236}">
                    <a16:creationId xmlns:a16="http://schemas.microsoft.com/office/drawing/2014/main" id="{14FD44EE-3757-4A4D-A18D-C61EFBB439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3" name="Freeform 232">
                <a:extLst>
                  <a:ext uri="{FF2B5EF4-FFF2-40B4-BE49-F238E27FC236}">
                    <a16:creationId xmlns:a16="http://schemas.microsoft.com/office/drawing/2014/main" id="{226F2D87-B266-FA4E-A83F-3DC6A4A918A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4" name="Freeform 233">
                <a:extLst>
                  <a:ext uri="{FF2B5EF4-FFF2-40B4-BE49-F238E27FC236}">
                    <a16:creationId xmlns:a16="http://schemas.microsoft.com/office/drawing/2014/main" id="{1C9C26E9-F250-174F-B690-FE783CED195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5" name="Freeform 234">
                <a:extLst>
                  <a:ext uri="{FF2B5EF4-FFF2-40B4-BE49-F238E27FC236}">
                    <a16:creationId xmlns:a16="http://schemas.microsoft.com/office/drawing/2014/main" id="{059C9F2E-BB6A-0F4E-9FD4-EF90C4B949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 name="Group 5">
            <a:extLst>
              <a:ext uri="{FF2B5EF4-FFF2-40B4-BE49-F238E27FC236}">
                <a16:creationId xmlns:a16="http://schemas.microsoft.com/office/drawing/2014/main" id="{2014D45D-C451-BD45-B3E1-5D0E9F0BB121}"/>
              </a:ext>
            </a:extLst>
          </p:cNvPr>
          <p:cNvGrpSpPr/>
          <p:nvPr/>
        </p:nvGrpSpPr>
        <p:grpSpPr>
          <a:xfrm>
            <a:off x="3670217" y="2228091"/>
            <a:ext cx="1845462" cy="967204"/>
            <a:chOff x="3670217" y="2254595"/>
            <a:chExt cx="1845462" cy="967204"/>
          </a:xfrm>
        </p:grpSpPr>
        <p:sp>
          <p:nvSpPr>
            <p:cNvPr id="108" name="Text Box 92">
              <a:extLst>
                <a:ext uri="{FF2B5EF4-FFF2-40B4-BE49-F238E27FC236}">
                  <a16:creationId xmlns:a16="http://schemas.microsoft.com/office/drawing/2014/main" id="{DC72D4CE-728B-FA4B-B59D-377BAA1C8D48}"/>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109" name="Text Box 108">
              <a:extLst>
                <a:ext uri="{FF2B5EF4-FFF2-40B4-BE49-F238E27FC236}">
                  <a16:creationId xmlns:a16="http://schemas.microsoft.com/office/drawing/2014/main" id="{85A19B03-1473-714F-9887-6504518B21C6}"/>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110" name="Line 141">
              <a:extLst>
                <a:ext uri="{FF2B5EF4-FFF2-40B4-BE49-F238E27FC236}">
                  <a16:creationId xmlns:a16="http://schemas.microsoft.com/office/drawing/2014/main" id="{F2FAFBC3-4C7D-C642-A947-11DC85620955}"/>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Text Box 143">
              <a:extLst>
                <a:ext uri="{FF2B5EF4-FFF2-40B4-BE49-F238E27FC236}">
                  <a16:creationId xmlns:a16="http://schemas.microsoft.com/office/drawing/2014/main" id="{00EF4233-9EC3-844D-8E2A-77960111BBD8}"/>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112" name="Text Box 144">
              <a:extLst>
                <a:ext uri="{FF2B5EF4-FFF2-40B4-BE49-F238E27FC236}">
                  <a16:creationId xmlns:a16="http://schemas.microsoft.com/office/drawing/2014/main" id="{5E2FA2CC-4EA4-AD41-95CA-1861738152CB}"/>
                </a:ext>
              </a:extLst>
            </p:cNvPr>
            <p:cNvSpPr txBox="1">
              <a:spLocks noChangeArrowheads="1"/>
            </p:cNvSpPr>
            <p:nvPr/>
          </p:nvSpPr>
          <p:spPr bwMode="auto">
            <a:xfrm>
              <a:off x="4646530" y="2883245"/>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grpSp>
          <p:nvGrpSpPr>
            <p:cNvPr id="220" name="Group 219">
              <a:extLst>
                <a:ext uri="{FF2B5EF4-FFF2-40B4-BE49-F238E27FC236}">
                  <a16:creationId xmlns:a16="http://schemas.microsoft.com/office/drawing/2014/main" id="{74CC5104-3EFC-E748-9B0E-5926A004A103}"/>
                </a:ext>
              </a:extLst>
            </p:cNvPr>
            <p:cNvGrpSpPr/>
            <p:nvPr/>
          </p:nvGrpSpPr>
          <p:grpSpPr>
            <a:xfrm>
              <a:off x="3670217" y="2586162"/>
              <a:ext cx="731126" cy="344556"/>
              <a:chOff x="7493876" y="2774731"/>
              <a:chExt cx="1481958" cy="894622"/>
            </a:xfrm>
          </p:grpSpPr>
          <p:sp>
            <p:nvSpPr>
              <p:cNvPr id="221" name="Freeform 220">
                <a:extLst>
                  <a:ext uri="{FF2B5EF4-FFF2-40B4-BE49-F238E27FC236}">
                    <a16:creationId xmlns:a16="http://schemas.microsoft.com/office/drawing/2014/main" id="{0BF917FE-20F1-4D4B-96F5-AD639F3236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2" name="Oval 221">
                <a:extLst>
                  <a:ext uri="{FF2B5EF4-FFF2-40B4-BE49-F238E27FC236}">
                    <a16:creationId xmlns:a16="http://schemas.microsoft.com/office/drawing/2014/main" id="{18C3CC32-D6FE-ED4C-AD44-2E0696436D35}"/>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3" name="Group 222">
                <a:extLst>
                  <a:ext uri="{FF2B5EF4-FFF2-40B4-BE49-F238E27FC236}">
                    <a16:creationId xmlns:a16="http://schemas.microsoft.com/office/drawing/2014/main" id="{050D50AB-99F7-7848-816D-ACDFFEBC137C}"/>
                  </a:ext>
                </a:extLst>
              </p:cNvPr>
              <p:cNvGrpSpPr/>
              <p:nvPr/>
            </p:nvGrpSpPr>
            <p:grpSpPr>
              <a:xfrm>
                <a:off x="7713663" y="2848339"/>
                <a:ext cx="1042107" cy="425543"/>
                <a:chOff x="7786941" y="2884917"/>
                <a:chExt cx="897649" cy="353919"/>
              </a:xfrm>
            </p:grpSpPr>
            <p:sp>
              <p:nvSpPr>
                <p:cNvPr id="224" name="Freeform 223">
                  <a:extLst>
                    <a:ext uri="{FF2B5EF4-FFF2-40B4-BE49-F238E27FC236}">
                      <a16:creationId xmlns:a16="http://schemas.microsoft.com/office/drawing/2014/main" id="{FB5F5580-B0CB-AA4B-8DF1-EEE382384DE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5" name="Freeform 224">
                  <a:extLst>
                    <a:ext uri="{FF2B5EF4-FFF2-40B4-BE49-F238E27FC236}">
                      <a16:creationId xmlns:a16="http://schemas.microsoft.com/office/drawing/2014/main" id="{25BB82A7-BED3-A344-8C34-8B87559B06A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6" name="Freeform 225">
                  <a:extLst>
                    <a:ext uri="{FF2B5EF4-FFF2-40B4-BE49-F238E27FC236}">
                      <a16:creationId xmlns:a16="http://schemas.microsoft.com/office/drawing/2014/main" id="{D4F8AB81-DCE9-9446-8DA1-C8D6725E7FE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Freeform 226">
                  <a:extLst>
                    <a:ext uri="{FF2B5EF4-FFF2-40B4-BE49-F238E27FC236}">
                      <a16:creationId xmlns:a16="http://schemas.microsoft.com/office/drawing/2014/main" id="{B92654A9-F3B1-4D42-9026-275B3599AE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6" name="Group 235">
              <a:extLst>
                <a:ext uri="{FF2B5EF4-FFF2-40B4-BE49-F238E27FC236}">
                  <a16:creationId xmlns:a16="http://schemas.microsoft.com/office/drawing/2014/main" id="{DB5F07A2-77E1-3F44-82A2-FAFB1D6E8265}"/>
                </a:ext>
              </a:extLst>
            </p:cNvPr>
            <p:cNvGrpSpPr/>
            <p:nvPr/>
          </p:nvGrpSpPr>
          <p:grpSpPr>
            <a:xfrm>
              <a:off x="4703149" y="2589549"/>
              <a:ext cx="731126" cy="344556"/>
              <a:chOff x="7493876" y="2774731"/>
              <a:chExt cx="1481958" cy="894622"/>
            </a:xfrm>
          </p:grpSpPr>
          <p:sp>
            <p:nvSpPr>
              <p:cNvPr id="237" name="Freeform 236">
                <a:extLst>
                  <a:ext uri="{FF2B5EF4-FFF2-40B4-BE49-F238E27FC236}">
                    <a16:creationId xmlns:a16="http://schemas.microsoft.com/office/drawing/2014/main" id="{E0C1A841-EEA2-9245-81BC-B16DAB8EF22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8" name="Oval 237">
                <a:extLst>
                  <a:ext uri="{FF2B5EF4-FFF2-40B4-BE49-F238E27FC236}">
                    <a16:creationId xmlns:a16="http://schemas.microsoft.com/office/drawing/2014/main" id="{944A78DE-8BD9-704D-89D8-A35BDB215604}"/>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9" name="Group 238">
                <a:extLst>
                  <a:ext uri="{FF2B5EF4-FFF2-40B4-BE49-F238E27FC236}">
                    <a16:creationId xmlns:a16="http://schemas.microsoft.com/office/drawing/2014/main" id="{F0C4EB01-0400-2141-BFB2-C0309A22DF76}"/>
                  </a:ext>
                </a:extLst>
              </p:cNvPr>
              <p:cNvGrpSpPr/>
              <p:nvPr/>
            </p:nvGrpSpPr>
            <p:grpSpPr>
              <a:xfrm>
                <a:off x="7713663" y="2848339"/>
                <a:ext cx="1042107" cy="425543"/>
                <a:chOff x="7786941" y="2884917"/>
                <a:chExt cx="897649" cy="353919"/>
              </a:xfrm>
            </p:grpSpPr>
            <p:sp>
              <p:nvSpPr>
                <p:cNvPr id="240" name="Freeform 239">
                  <a:extLst>
                    <a:ext uri="{FF2B5EF4-FFF2-40B4-BE49-F238E27FC236}">
                      <a16:creationId xmlns:a16="http://schemas.microsoft.com/office/drawing/2014/main" id="{B8D4A940-A832-3241-98A7-BB1908240A0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1" name="Freeform 240">
                  <a:extLst>
                    <a:ext uri="{FF2B5EF4-FFF2-40B4-BE49-F238E27FC236}">
                      <a16:creationId xmlns:a16="http://schemas.microsoft.com/office/drawing/2014/main" id="{00FF0D0E-05AB-944C-A79B-3423CEB4913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2" name="Freeform 241">
                  <a:extLst>
                    <a:ext uri="{FF2B5EF4-FFF2-40B4-BE49-F238E27FC236}">
                      <a16:creationId xmlns:a16="http://schemas.microsoft.com/office/drawing/2014/main" id="{8CD9AC42-4B77-F74D-86DE-346EA94EAF0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3" name="Freeform 242">
                  <a:extLst>
                    <a:ext uri="{FF2B5EF4-FFF2-40B4-BE49-F238E27FC236}">
                      <a16:creationId xmlns:a16="http://schemas.microsoft.com/office/drawing/2014/main" id="{5305C70E-2DCA-0E47-AAFF-96E48AEB60D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44" name="Group 243">
            <a:extLst>
              <a:ext uri="{FF2B5EF4-FFF2-40B4-BE49-F238E27FC236}">
                <a16:creationId xmlns:a16="http://schemas.microsoft.com/office/drawing/2014/main" id="{260C4F26-23D6-9242-8BE5-74523DD9653A}"/>
              </a:ext>
            </a:extLst>
          </p:cNvPr>
          <p:cNvGrpSpPr/>
          <p:nvPr/>
        </p:nvGrpSpPr>
        <p:grpSpPr>
          <a:xfrm>
            <a:off x="8149080" y="2589144"/>
            <a:ext cx="731126" cy="344556"/>
            <a:chOff x="7493876" y="2774731"/>
            <a:chExt cx="1481958" cy="894622"/>
          </a:xfrm>
        </p:grpSpPr>
        <p:sp>
          <p:nvSpPr>
            <p:cNvPr id="245" name="Freeform 244">
              <a:extLst>
                <a:ext uri="{FF2B5EF4-FFF2-40B4-BE49-F238E27FC236}">
                  <a16:creationId xmlns:a16="http://schemas.microsoft.com/office/drawing/2014/main" id="{F105FE72-06AE-6B4F-96BE-504B2FAEC5B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6" name="Oval 245">
              <a:extLst>
                <a:ext uri="{FF2B5EF4-FFF2-40B4-BE49-F238E27FC236}">
                  <a16:creationId xmlns:a16="http://schemas.microsoft.com/office/drawing/2014/main" id="{B7217426-8714-C946-9C1A-40D47C566BA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7" name="Group 246">
              <a:extLst>
                <a:ext uri="{FF2B5EF4-FFF2-40B4-BE49-F238E27FC236}">
                  <a16:creationId xmlns:a16="http://schemas.microsoft.com/office/drawing/2014/main" id="{0DEF368C-5725-BB4C-AB45-C0FF709C0A05}"/>
                </a:ext>
              </a:extLst>
            </p:cNvPr>
            <p:cNvGrpSpPr/>
            <p:nvPr/>
          </p:nvGrpSpPr>
          <p:grpSpPr>
            <a:xfrm>
              <a:off x="7713663" y="2848339"/>
              <a:ext cx="1042107" cy="425543"/>
              <a:chOff x="7786941" y="2884917"/>
              <a:chExt cx="897649" cy="353919"/>
            </a:xfrm>
          </p:grpSpPr>
          <p:sp>
            <p:nvSpPr>
              <p:cNvPr id="248" name="Freeform 247">
                <a:extLst>
                  <a:ext uri="{FF2B5EF4-FFF2-40B4-BE49-F238E27FC236}">
                    <a16:creationId xmlns:a16="http://schemas.microsoft.com/office/drawing/2014/main" id="{BCB05907-54A9-3F40-AB68-756B29FC9B3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9" name="Freeform 248">
                <a:extLst>
                  <a:ext uri="{FF2B5EF4-FFF2-40B4-BE49-F238E27FC236}">
                    <a16:creationId xmlns:a16="http://schemas.microsoft.com/office/drawing/2014/main" id="{79501DF3-6EA0-C949-A4D8-B34748F5CFB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0" name="Freeform 249">
                <a:extLst>
                  <a:ext uri="{FF2B5EF4-FFF2-40B4-BE49-F238E27FC236}">
                    <a16:creationId xmlns:a16="http://schemas.microsoft.com/office/drawing/2014/main" id="{2FF40264-FA3D-8E42-BDB3-D20205B7481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1" name="Freeform 250">
                <a:extLst>
                  <a:ext uri="{FF2B5EF4-FFF2-40B4-BE49-F238E27FC236}">
                    <a16:creationId xmlns:a16="http://schemas.microsoft.com/office/drawing/2014/main" id="{2F811DAE-742A-554D-98AE-297E33C3AF7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52" name="Group 251">
            <a:extLst>
              <a:ext uri="{FF2B5EF4-FFF2-40B4-BE49-F238E27FC236}">
                <a16:creationId xmlns:a16="http://schemas.microsoft.com/office/drawing/2014/main" id="{73DAB662-46A3-1740-895A-C9F59057714E}"/>
              </a:ext>
            </a:extLst>
          </p:cNvPr>
          <p:cNvGrpSpPr/>
          <p:nvPr/>
        </p:nvGrpSpPr>
        <p:grpSpPr>
          <a:xfrm>
            <a:off x="9154917" y="2589144"/>
            <a:ext cx="731126" cy="344556"/>
            <a:chOff x="7493876" y="2774731"/>
            <a:chExt cx="1481958" cy="894622"/>
          </a:xfrm>
        </p:grpSpPr>
        <p:sp>
          <p:nvSpPr>
            <p:cNvPr id="253" name="Freeform 252">
              <a:extLst>
                <a:ext uri="{FF2B5EF4-FFF2-40B4-BE49-F238E27FC236}">
                  <a16:creationId xmlns:a16="http://schemas.microsoft.com/office/drawing/2014/main" id="{1F23325B-DEF1-D147-BA2A-F13EB3A20B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54" name="Oval 253">
              <a:extLst>
                <a:ext uri="{FF2B5EF4-FFF2-40B4-BE49-F238E27FC236}">
                  <a16:creationId xmlns:a16="http://schemas.microsoft.com/office/drawing/2014/main" id="{5AB66852-5B5D-6043-B152-508CF80D02A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55" name="Group 254">
              <a:extLst>
                <a:ext uri="{FF2B5EF4-FFF2-40B4-BE49-F238E27FC236}">
                  <a16:creationId xmlns:a16="http://schemas.microsoft.com/office/drawing/2014/main" id="{48443CFC-B0D9-0140-AE3D-34EF9D94A9B9}"/>
                </a:ext>
              </a:extLst>
            </p:cNvPr>
            <p:cNvGrpSpPr/>
            <p:nvPr/>
          </p:nvGrpSpPr>
          <p:grpSpPr>
            <a:xfrm>
              <a:off x="7713663" y="2848339"/>
              <a:ext cx="1042107" cy="425543"/>
              <a:chOff x="7786941" y="2884917"/>
              <a:chExt cx="897649" cy="353919"/>
            </a:xfrm>
          </p:grpSpPr>
          <p:sp>
            <p:nvSpPr>
              <p:cNvPr id="256" name="Freeform 255">
                <a:extLst>
                  <a:ext uri="{FF2B5EF4-FFF2-40B4-BE49-F238E27FC236}">
                    <a16:creationId xmlns:a16="http://schemas.microsoft.com/office/drawing/2014/main" id="{CD09D57E-4177-1D43-9D16-CF4BB72D4E5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7" name="Freeform 256">
                <a:extLst>
                  <a:ext uri="{FF2B5EF4-FFF2-40B4-BE49-F238E27FC236}">
                    <a16:creationId xmlns:a16="http://schemas.microsoft.com/office/drawing/2014/main" id="{17840F7D-2E73-6B4D-A846-155663EFFC4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8" name="Freeform 257">
                <a:extLst>
                  <a:ext uri="{FF2B5EF4-FFF2-40B4-BE49-F238E27FC236}">
                    <a16:creationId xmlns:a16="http://schemas.microsoft.com/office/drawing/2014/main" id="{D154457B-75BC-3744-B03C-20ED7891E27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9" name="Freeform 258">
                <a:extLst>
                  <a:ext uri="{FF2B5EF4-FFF2-40B4-BE49-F238E27FC236}">
                    <a16:creationId xmlns:a16="http://schemas.microsoft.com/office/drawing/2014/main" id="{BD794E38-3FFD-774D-ABE1-907A2A8AE37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61" name="Group 260">
            <a:extLst>
              <a:ext uri="{FF2B5EF4-FFF2-40B4-BE49-F238E27FC236}">
                <a16:creationId xmlns:a16="http://schemas.microsoft.com/office/drawing/2014/main" id="{DE5BA2A6-B0B3-FF49-992D-05869D73B8DF}"/>
              </a:ext>
            </a:extLst>
          </p:cNvPr>
          <p:cNvGrpSpPr/>
          <p:nvPr/>
        </p:nvGrpSpPr>
        <p:grpSpPr>
          <a:xfrm>
            <a:off x="7115503" y="2580911"/>
            <a:ext cx="735192" cy="352789"/>
            <a:chOff x="7493876" y="2774731"/>
            <a:chExt cx="1481958" cy="894622"/>
          </a:xfrm>
        </p:grpSpPr>
        <p:sp>
          <p:nvSpPr>
            <p:cNvPr id="262" name="Freeform 261">
              <a:extLst>
                <a:ext uri="{FF2B5EF4-FFF2-40B4-BE49-F238E27FC236}">
                  <a16:creationId xmlns:a16="http://schemas.microsoft.com/office/drawing/2014/main" id="{557EE858-39ED-F647-8008-B12C2A120AA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63" name="Oval 262">
              <a:extLst>
                <a:ext uri="{FF2B5EF4-FFF2-40B4-BE49-F238E27FC236}">
                  <a16:creationId xmlns:a16="http://schemas.microsoft.com/office/drawing/2014/main" id="{F1649AEA-C6EA-AC4F-9B25-9370FAD9086B}"/>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64" name="Group 263">
              <a:extLst>
                <a:ext uri="{FF2B5EF4-FFF2-40B4-BE49-F238E27FC236}">
                  <a16:creationId xmlns:a16="http://schemas.microsoft.com/office/drawing/2014/main" id="{C9DE58EE-1FB9-3E4E-B762-21A246C09B13}"/>
                </a:ext>
              </a:extLst>
            </p:cNvPr>
            <p:cNvGrpSpPr/>
            <p:nvPr/>
          </p:nvGrpSpPr>
          <p:grpSpPr>
            <a:xfrm>
              <a:off x="7713663" y="2848339"/>
              <a:ext cx="1042107" cy="425543"/>
              <a:chOff x="7786941" y="2884917"/>
              <a:chExt cx="897649" cy="353919"/>
            </a:xfrm>
          </p:grpSpPr>
          <p:sp>
            <p:nvSpPr>
              <p:cNvPr id="265" name="Freeform 264">
                <a:extLst>
                  <a:ext uri="{FF2B5EF4-FFF2-40B4-BE49-F238E27FC236}">
                    <a16:creationId xmlns:a16="http://schemas.microsoft.com/office/drawing/2014/main" id="{DF8564C7-5BDF-0F46-B18C-70B1E7AE832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6" name="Freeform 265">
                <a:extLst>
                  <a:ext uri="{FF2B5EF4-FFF2-40B4-BE49-F238E27FC236}">
                    <a16:creationId xmlns:a16="http://schemas.microsoft.com/office/drawing/2014/main" id="{25151B35-6950-F04D-B899-96D24ECA1CB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7" name="Freeform 266">
                <a:extLst>
                  <a:ext uri="{FF2B5EF4-FFF2-40B4-BE49-F238E27FC236}">
                    <a16:creationId xmlns:a16="http://schemas.microsoft.com/office/drawing/2014/main" id="{6F57A9C6-B303-3D43-B30F-B41EDFD88EB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8" name="Freeform 267">
                <a:extLst>
                  <a:ext uri="{FF2B5EF4-FFF2-40B4-BE49-F238E27FC236}">
                    <a16:creationId xmlns:a16="http://schemas.microsoft.com/office/drawing/2014/main" id="{370B2DF2-4F6B-1147-8ED0-B7B0F512B4B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67" name="Rectangle 67">
            <a:extLst>
              <a:ext uri="{FF2B5EF4-FFF2-40B4-BE49-F238E27FC236}">
                <a16:creationId xmlns:a16="http://schemas.microsoft.com/office/drawing/2014/main" id="{09A35161-06D7-5F46-8581-CAD586A060A0}"/>
              </a:ext>
            </a:extLst>
          </p:cNvPr>
          <p:cNvSpPr>
            <a:spLocks noChangeArrowheads="1"/>
          </p:cNvSpPr>
          <p:nvPr/>
        </p:nvSpPr>
        <p:spPr bwMode="auto">
          <a:xfrm>
            <a:off x="5385351" y="1603264"/>
            <a:ext cx="2751341" cy="762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8" name="Text Box 75">
            <a:extLst>
              <a:ext uri="{FF2B5EF4-FFF2-40B4-BE49-F238E27FC236}">
                <a16:creationId xmlns:a16="http://schemas.microsoft.com/office/drawing/2014/main" id="{9929FFB1-4B85-B14E-8A8D-EE3B2BBCB609}"/>
              </a:ext>
            </a:extLst>
          </p:cNvPr>
          <p:cNvSpPr txBox="1">
            <a:spLocks noChangeArrowheads="1"/>
          </p:cNvSpPr>
          <p:nvPr/>
        </p:nvSpPr>
        <p:spPr bwMode="auto">
          <a:xfrm>
            <a:off x="1850265" y="1375666"/>
            <a:ext cx="170989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logical view:</a:t>
            </a:r>
          </a:p>
        </p:txBody>
      </p:sp>
      <p:sp>
        <p:nvSpPr>
          <p:cNvPr id="169" name="Text Box 244">
            <a:extLst>
              <a:ext uri="{FF2B5EF4-FFF2-40B4-BE49-F238E27FC236}">
                <a16:creationId xmlns:a16="http://schemas.microsoft.com/office/drawing/2014/main" id="{8F946424-1CCF-1D48-9329-4BE5B2E1BE06}"/>
              </a:ext>
            </a:extLst>
          </p:cNvPr>
          <p:cNvSpPr txBox="1">
            <a:spLocks noChangeArrowheads="1"/>
          </p:cNvSpPr>
          <p:nvPr/>
        </p:nvSpPr>
        <p:spPr bwMode="auto">
          <a:xfrm>
            <a:off x="5677401" y="1119786"/>
            <a:ext cx="231933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IPv4 tunnel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connecting IPv6 routers</a:t>
            </a:r>
          </a:p>
        </p:txBody>
      </p:sp>
      <p:grpSp>
        <p:nvGrpSpPr>
          <p:cNvPr id="269" name="Group 268">
            <a:extLst>
              <a:ext uri="{FF2B5EF4-FFF2-40B4-BE49-F238E27FC236}">
                <a16:creationId xmlns:a16="http://schemas.microsoft.com/office/drawing/2014/main" id="{F2AFC9CA-57A7-2A4B-B2A8-73EE2B3D1201}"/>
              </a:ext>
            </a:extLst>
          </p:cNvPr>
          <p:cNvGrpSpPr/>
          <p:nvPr/>
        </p:nvGrpSpPr>
        <p:grpSpPr>
          <a:xfrm>
            <a:off x="3663591" y="1108282"/>
            <a:ext cx="1860702" cy="967204"/>
            <a:chOff x="3670217" y="2254595"/>
            <a:chExt cx="1860702" cy="967204"/>
          </a:xfrm>
        </p:grpSpPr>
        <p:sp>
          <p:nvSpPr>
            <p:cNvPr id="270" name="Text Box 92">
              <a:extLst>
                <a:ext uri="{FF2B5EF4-FFF2-40B4-BE49-F238E27FC236}">
                  <a16:creationId xmlns:a16="http://schemas.microsoft.com/office/drawing/2014/main" id="{2E0B16B3-F2F3-2C48-B2D9-7825734D0A01}"/>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271" name="Text Box 108">
              <a:extLst>
                <a:ext uri="{FF2B5EF4-FFF2-40B4-BE49-F238E27FC236}">
                  <a16:creationId xmlns:a16="http://schemas.microsoft.com/office/drawing/2014/main" id="{F159ED48-E177-7C41-B64B-06B2B085521B}"/>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272" name="Line 141">
              <a:extLst>
                <a:ext uri="{FF2B5EF4-FFF2-40B4-BE49-F238E27FC236}">
                  <a16:creationId xmlns:a16="http://schemas.microsoft.com/office/drawing/2014/main" id="{0635167B-2AF3-A14C-85E2-3598CB9CF52F}"/>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Text Box 143">
              <a:extLst>
                <a:ext uri="{FF2B5EF4-FFF2-40B4-BE49-F238E27FC236}">
                  <a16:creationId xmlns:a16="http://schemas.microsoft.com/office/drawing/2014/main" id="{87A044D8-2093-0E46-9D20-BAE30730DC1F}"/>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74" name="Text Box 144">
              <a:extLst>
                <a:ext uri="{FF2B5EF4-FFF2-40B4-BE49-F238E27FC236}">
                  <a16:creationId xmlns:a16="http://schemas.microsoft.com/office/drawing/2014/main" id="{F207BD95-5E7A-4D4E-BE7D-41925B60863F}"/>
                </a:ext>
              </a:extLst>
            </p:cNvPr>
            <p:cNvSpPr txBox="1">
              <a:spLocks noChangeArrowheads="1"/>
            </p:cNvSpPr>
            <p:nvPr/>
          </p:nvSpPr>
          <p:spPr bwMode="auto">
            <a:xfrm>
              <a:off x="4661770" y="2883245"/>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grpSp>
          <p:nvGrpSpPr>
            <p:cNvPr id="275" name="Group 274">
              <a:extLst>
                <a:ext uri="{FF2B5EF4-FFF2-40B4-BE49-F238E27FC236}">
                  <a16:creationId xmlns:a16="http://schemas.microsoft.com/office/drawing/2014/main" id="{4A073E69-860F-5249-AFC4-C4A38D391439}"/>
                </a:ext>
              </a:extLst>
            </p:cNvPr>
            <p:cNvGrpSpPr/>
            <p:nvPr/>
          </p:nvGrpSpPr>
          <p:grpSpPr>
            <a:xfrm>
              <a:off x="3670217" y="2586162"/>
              <a:ext cx="731126" cy="344556"/>
              <a:chOff x="7493876" y="2774731"/>
              <a:chExt cx="1481958" cy="894622"/>
            </a:xfrm>
          </p:grpSpPr>
          <p:sp>
            <p:nvSpPr>
              <p:cNvPr id="284" name="Freeform 283">
                <a:extLst>
                  <a:ext uri="{FF2B5EF4-FFF2-40B4-BE49-F238E27FC236}">
                    <a16:creationId xmlns:a16="http://schemas.microsoft.com/office/drawing/2014/main" id="{F8A16A7C-85C7-A24F-BB87-4093501CBD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5" name="Oval 284">
                <a:extLst>
                  <a:ext uri="{FF2B5EF4-FFF2-40B4-BE49-F238E27FC236}">
                    <a16:creationId xmlns:a16="http://schemas.microsoft.com/office/drawing/2014/main" id="{8BC5BF39-F377-5146-97C0-6EF8F1928312}"/>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86" name="Group 285">
                <a:extLst>
                  <a:ext uri="{FF2B5EF4-FFF2-40B4-BE49-F238E27FC236}">
                    <a16:creationId xmlns:a16="http://schemas.microsoft.com/office/drawing/2014/main" id="{591C4487-83B3-D542-ADA7-A3219B9450D3}"/>
                  </a:ext>
                </a:extLst>
              </p:cNvPr>
              <p:cNvGrpSpPr/>
              <p:nvPr/>
            </p:nvGrpSpPr>
            <p:grpSpPr>
              <a:xfrm>
                <a:off x="7713663" y="2848339"/>
                <a:ext cx="1042107" cy="425543"/>
                <a:chOff x="7786941" y="2884917"/>
                <a:chExt cx="897649" cy="353919"/>
              </a:xfrm>
            </p:grpSpPr>
            <p:sp>
              <p:nvSpPr>
                <p:cNvPr id="287" name="Freeform 286">
                  <a:extLst>
                    <a:ext uri="{FF2B5EF4-FFF2-40B4-BE49-F238E27FC236}">
                      <a16:creationId xmlns:a16="http://schemas.microsoft.com/office/drawing/2014/main" id="{587D49BB-7359-F14F-9FAA-DBE4B215BD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8" name="Freeform 287">
                  <a:extLst>
                    <a:ext uri="{FF2B5EF4-FFF2-40B4-BE49-F238E27FC236}">
                      <a16:creationId xmlns:a16="http://schemas.microsoft.com/office/drawing/2014/main" id="{A081F8B5-4855-AD41-8946-CFB9780B4B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9" name="Freeform 288">
                  <a:extLst>
                    <a:ext uri="{FF2B5EF4-FFF2-40B4-BE49-F238E27FC236}">
                      <a16:creationId xmlns:a16="http://schemas.microsoft.com/office/drawing/2014/main" id="{12524264-0777-0C42-AF6A-3CBF1F755F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0" name="Freeform 289">
                  <a:extLst>
                    <a:ext uri="{FF2B5EF4-FFF2-40B4-BE49-F238E27FC236}">
                      <a16:creationId xmlns:a16="http://schemas.microsoft.com/office/drawing/2014/main" id="{FF4F4DB1-DF2D-BD4D-8E20-DCBADE21EC3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76" name="Group 275">
              <a:extLst>
                <a:ext uri="{FF2B5EF4-FFF2-40B4-BE49-F238E27FC236}">
                  <a16:creationId xmlns:a16="http://schemas.microsoft.com/office/drawing/2014/main" id="{B5FF489C-4A51-4246-9098-943E871C0053}"/>
                </a:ext>
              </a:extLst>
            </p:cNvPr>
            <p:cNvGrpSpPr/>
            <p:nvPr/>
          </p:nvGrpSpPr>
          <p:grpSpPr>
            <a:xfrm>
              <a:off x="4703149" y="2589549"/>
              <a:ext cx="731126" cy="344556"/>
              <a:chOff x="7493876" y="2774731"/>
              <a:chExt cx="1481958" cy="894622"/>
            </a:xfrm>
          </p:grpSpPr>
          <p:sp>
            <p:nvSpPr>
              <p:cNvPr id="277" name="Freeform 276">
                <a:extLst>
                  <a:ext uri="{FF2B5EF4-FFF2-40B4-BE49-F238E27FC236}">
                    <a16:creationId xmlns:a16="http://schemas.microsoft.com/office/drawing/2014/main" id="{DF781C98-CD40-6448-A759-51A33B9B786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78" name="Oval 277">
                <a:extLst>
                  <a:ext uri="{FF2B5EF4-FFF2-40B4-BE49-F238E27FC236}">
                    <a16:creationId xmlns:a16="http://schemas.microsoft.com/office/drawing/2014/main" id="{1ED403CB-BAEA-6B47-A295-E1B338E81081}"/>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9" name="Group 278">
                <a:extLst>
                  <a:ext uri="{FF2B5EF4-FFF2-40B4-BE49-F238E27FC236}">
                    <a16:creationId xmlns:a16="http://schemas.microsoft.com/office/drawing/2014/main" id="{B654F614-FA15-3B4E-AF13-036BBC0D152E}"/>
                  </a:ext>
                </a:extLst>
              </p:cNvPr>
              <p:cNvGrpSpPr/>
              <p:nvPr/>
            </p:nvGrpSpPr>
            <p:grpSpPr>
              <a:xfrm>
                <a:off x="7713663" y="2848339"/>
                <a:ext cx="1042107" cy="425543"/>
                <a:chOff x="7786941" y="2884917"/>
                <a:chExt cx="897649" cy="353919"/>
              </a:xfrm>
            </p:grpSpPr>
            <p:sp>
              <p:nvSpPr>
                <p:cNvPr id="280" name="Freeform 279">
                  <a:extLst>
                    <a:ext uri="{FF2B5EF4-FFF2-40B4-BE49-F238E27FC236}">
                      <a16:creationId xmlns:a16="http://schemas.microsoft.com/office/drawing/2014/main" id="{3010894A-4D62-8948-8AAC-9B942BF5F27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1" name="Freeform 280">
                  <a:extLst>
                    <a:ext uri="{FF2B5EF4-FFF2-40B4-BE49-F238E27FC236}">
                      <a16:creationId xmlns:a16="http://schemas.microsoft.com/office/drawing/2014/main" id="{27D3A458-EB4A-F945-B4E8-15003E8491A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2" name="Freeform 281">
                  <a:extLst>
                    <a:ext uri="{FF2B5EF4-FFF2-40B4-BE49-F238E27FC236}">
                      <a16:creationId xmlns:a16="http://schemas.microsoft.com/office/drawing/2014/main" id="{CEF2E442-594C-4E44-B866-4A3771967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3" name="Freeform 282">
                  <a:extLst>
                    <a:ext uri="{FF2B5EF4-FFF2-40B4-BE49-F238E27FC236}">
                      <a16:creationId xmlns:a16="http://schemas.microsoft.com/office/drawing/2014/main" id="{4AEACB60-4D98-B143-9AD1-BDCACC68427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91" name="Group 290">
            <a:extLst>
              <a:ext uri="{FF2B5EF4-FFF2-40B4-BE49-F238E27FC236}">
                <a16:creationId xmlns:a16="http://schemas.microsoft.com/office/drawing/2014/main" id="{6CD9FE67-1834-004F-B7B8-EC2ACE51FC02}"/>
              </a:ext>
            </a:extLst>
          </p:cNvPr>
          <p:cNvGrpSpPr/>
          <p:nvPr/>
        </p:nvGrpSpPr>
        <p:grpSpPr>
          <a:xfrm>
            <a:off x="8121650" y="1138202"/>
            <a:ext cx="1788188" cy="965617"/>
            <a:chOff x="3646087" y="2254595"/>
            <a:chExt cx="1788188" cy="965617"/>
          </a:xfrm>
        </p:grpSpPr>
        <p:sp>
          <p:nvSpPr>
            <p:cNvPr id="292" name="Text Box 92">
              <a:extLst>
                <a:ext uri="{FF2B5EF4-FFF2-40B4-BE49-F238E27FC236}">
                  <a16:creationId xmlns:a16="http://schemas.microsoft.com/office/drawing/2014/main" id="{4E1422BC-3A6A-6B44-A701-1A4C4A646A43}"/>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293" name="Text Box 108">
              <a:extLst>
                <a:ext uri="{FF2B5EF4-FFF2-40B4-BE49-F238E27FC236}">
                  <a16:creationId xmlns:a16="http://schemas.microsoft.com/office/drawing/2014/main" id="{6FC6F4F3-504B-0A4C-99EE-AAE5D6AF031D}"/>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294" name="Line 141">
              <a:extLst>
                <a:ext uri="{FF2B5EF4-FFF2-40B4-BE49-F238E27FC236}">
                  <a16:creationId xmlns:a16="http://schemas.microsoft.com/office/drawing/2014/main" id="{90DCDADB-6394-A84B-BA95-D8E0F9F2E56B}"/>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Text Box 143">
              <a:extLst>
                <a:ext uri="{FF2B5EF4-FFF2-40B4-BE49-F238E27FC236}">
                  <a16:creationId xmlns:a16="http://schemas.microsoft.com/office/drawing/2014/main" id="{18B62826-F267-0049-A412-8619C591057C}"/>
                </a:ext>
              </a:extLst>
            </p:cNvPr>
            <p:cNvSpPr txBox="1">
              <a:spLocks noChangeArrowheads="1"/>
            </p:cNvSpPr>
            <p:nvPr/>
          </p:nvSpPr>
          <p:spPr bwMode="auto">
            <a:xfrm>
              <a:off x="3646087" y="2881658"/>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sp>
          <p:nvSpPr>
            <p:cNvPr id="296" name="Text Box 144">
              <a:extLst>
                <a:ext uri="{FF2B5EF4-FFF2-40B4-BE49-F238E27FC236}">
                  <a16:creationId xmlns:a16="http://schemas.microsoft.com/office/drawing/2014/main" id="{DB366F83-3A13-0249-80B2-D1CABCF6E95E}"/>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97" name="Group 296">
              <a:extLst>
                <a:ext uri="{FF2B5EF4-FFF2-40B4-BE49-F238E27FC236}">
                  <a16:creationId xmlns:a16="http://schemas.microsoft.com/office/drawing/2014/main" id="{811A1EE5-9CFA-BD4B-BC78-E2DEBF1097E9}"/>
                </a:ext>
              </a:extLst>
            </p:cNvPr>
            <p:cNvGrpSpPr/>
            <p:nvPr/>
          </p:nvGrpSpPr>
          <p:grpSpPr>
            <a:xfrm>
              <a:off x="3670217" y="2586162"/>
              <a:ext cx="731126" cy="344556"/>
              <a:chOff x="7493876" y="2774731"/>
              <a:chExt cx="1481958" cy="894622"/>
            </a:xfrm>
          </p:grpSpPr>
          <p:sp>
            <p:nvSpPr>
              <p:cNvPr id="306" name="Freeform 305">
                <a:extLst>
                  <a:ext uri="{FF2B5EF4-FFF2-40B4-BE49-F238E27FC236}">
                    <a16:creationId xmlns:a16="http://schemas.microsoft.com/office/drawing/2014/main" id="{3A74AED1-F0EA-0349-BE24-8AC41946D59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7" name="Oval 306">
                <a:extLst>
                  <a:ext uri="{FF2B5EF4-FFF2-40B4-BE49-F238E27FC236}">
                    <a16:creationId xmlns:a16="http://schemas.microsoft.com/office/drawing/2014/main" id="{EBB7616C-F33E-2141-AF35-E0C68F6DA62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8" name="Group 307">
                <a:extLst>
                  <a:ext uri="{FF2B5EF4-FFF2-40B4-BE49-F238E27FC236}">
                    <a16:creationId xmlns:a16="http://schemas.microsoft.com/office/drawing/2014/main" id="{885BD882-BC9B-DD4D-8DDC-9F2AB1102AB3}"/>
                  </a:ext>
                </a:extLst>
              </p:cNvPr>
              <p:cNvGrpSpPr/>
              <p:nvPr/>
            </p:nvGrpSpPr>
            <p:grpSpPr>
              <a:xfrm>
                <a:off x="7713663" y="2848339"/>
                <a:ext cx="1042107" cy="425543"/>
                <a:chOff x="7786941" y="2884917"/>
                <a:chExt cx="897649" cy="353919"/>
              </a:xfrm>
            </p:grpSpPr>
            <p:sp>
              <p:nvSpPr>
                <p:cNvPr id="309" name="Freeform 308">
                  <a:extLst>
                    <a:ext uri="{FF2B5EF4-FFF2-40B4-BE49-F238E27FC236}">
                      <a16:creationId xmlns:a16="http://schemas.microsoft.com/office/drawing/2014/main" id="{B030882F-74FC-2847-B126-520EE17206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0E0B8D53-1472-DA4D-AE29-51DFB53F576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1" name="Freeform 310">
                  <a:extLst>
                    <a:ext uri="{FF2B5EF4-FFF2-40B4-BE49-F238E27FC236}">
                      <a16:creationId xmlns:a16="http://schemas.microsoft.com/office/drawing/2014/main" id="{058C9471-DEE6-AE4F-8503-FD801436B8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2" name="Freeform 311">
                  <a:extLst>
                    <a:ext uri="{FF2B5EF4-FFF2-40B4-BE49-F238E27FC236}">
                      <a16:creationId xmlns:a16="http://schemas.microsoft.com/office/drawing/2014/main" id="{4F6D32E6-1749-DB4A-918E-98CCCD9725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98" name="Group 297">
              <a:extLst>
                <a:ext uri="{FF2B5EF4-FFF2-40B4-BE49-F238E27FC236}">
                  <a16:creationId xmlns:a16="http://schemas.microsoft.com/office/drawing/2014/main" id="{1DD98ED7-111E-954C-9872-D507EE1D2233}"/>
                </a:ext>
              </a:extLst>
            </p:cNvPr>
            <p:cNvGrpSpPr/>
            <p:nvPr/>
          </p:nvGrpSpPr>
          <p:grpSpPr>
            <a:xfrm>
              <a:off x="4703149" y="2589549"/>
              <a:ext cx="731126" cy="344556"/>
              <a:chOff x="7493876" y="2774731"/>
              <a:chExt cx="1481958" cy="894622"/>
            </a:xfrm>
          </p:grpSpPr>
          <p:sp>
            <p:nvSpPr>
              <p:cNvPr id="299" name="Freeform 298">
                <a:extLst>
                  <a:ext uri="{FF2B5EF4-FFF2-40B4-BE49-F238E27FC236}">
                    <a16:creationId xmlns:a16="http://schemas.microsoft.com/office/drawing/2014/main" id="{CE90818F-F7C9-8A4F-8C28-757575ABCA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0" name="Oval 299">
                <a:extLst>
                  <a:ext uri="{FF2B5EF4-FFF2-40B4-BE49-F238E27FC236}">
                    <a16:creationId xmlns:a16="http://schemas.microsoft.com/office/drawing/2014/main" id="{CEC89AC2-BDFD-AC4F-A951-DA4DB8992147}"/>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1" name="Group 300">
                <a:extLst>
                  <a:ext uri="{FF2B5EF4-FFF2-40B4-BE49-F238E27FC236}">
                    <a16:creationId xmlns:a16="http://schemas.microsoft.com/office/drawing/2014/main" id="{695885FE-D0A9-7145-8BD4-0AB640821495}"/>
                  </a:ext>
                </a:extLst>
              </p:cNvPr>
              <p:cNvGrpSpPr/>
              <p:nvPr/>
            </p:nvGrpSpPr>
            <p:grpSpPr>
              <a:xfrm>
                <a:off x="7713663" y="2848339"/>
                <a:ext cx="1042107" cy="425543"/>
                <a:chOff x="7786941" y="2884917"/>
                <a:chExt cx="897649" cy="353919"/>
              </a:xfrm>
            </p:grpSpPr>
            <p:sp>
              <p:nvSpPr>
                <p:cNvPr id="302" name="Freeform 301">
                  <a:extLst>
                    <a:ext uri="{FF2B5EF4-FFF2-40B4-BE49-F238E27FC236}">
                      <a16:creationId xmlns:a16="http://schemas.microsoft.com/office/drawing/2014/main" id="{C9F1E916-77E1-464F-9DA9-93947467D4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3" name="Freeform 302">
                  <a:extLst>
                    <a:ext uri="{FF2B5EF4-FFF2-40B4-BE49-F238E27FC236}">
                      <a16:creationId xmlns:a16="http://schemas.microsoft.com/office/drawing/2014/main" id="{D22EEE39-5B44-8441-8AA6-2DC425C85D5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4" name="Freeform 303">
                  <a:extLst>
                    <a:ext uri="{FF2B5EF4-FFF2-40B4-BE49-F238E27FC236}">
                      <a16:creationId xmlns:a16="http://schemas.microsoft.com/office/drawing/2014/main" id="{9DADD220-43C9-0848-95D9-0ED14661FF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5" name="Freeform 304">
                  <a:extLst>
                    <a:ext uri="{FF2B5EF4-FFF2-40B4-BE49-F238E27FC236}">
                      <a16:creationId xmlns:a16="http://schemas.microsoft.com/office/drawing/2014/main" id="{FF7D8FD7-6529-FE42-B132-6122472F475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313" name="Group 352">
            <a:extLst>
              <a:ext uri="{FF2B5EF4-FFF2-40B4-BE49-F238E27FC236}">
                <a16:creationId xmlns:a16="http://schemas.microsoft.com/office/drawing/2014/main" id="{6D9D1049-F44E-3F4A-80FD-2483C456DB03}"/>
              </a:ext>
            </a:extLst>
          </p:cNvPr>
          <p:cNvGrpSpPr>
            <a:grpSpLocks/>
          </p:cNvGrpSpPr>
          <p:nvPr/>
        </p:nvGrpSpPr>
        <p:grpSpPr bwMode="auto">
          <a:xfrm>
            <a:off x="4068210" y="3305037"/>
            <a:ext cx="817562" cy="2981325"/>
            <a:chOff x="1611" y="2132"/>
            <a:chExt cx="515" cy="1878"/>
          </a:xfrm>
        </p:grpSpPr>
        <p:grpSp>
          <p:nvGrpSpPr>
            <p:cNvPr id="314" name="Group 212">
              <a:extLst>
                <a:ext uri="{FF2B5EF4-FFF2-40B4-BE49-F238E27FC236}">
                  <a16:creationId xmlns:a16="http://schemas.microsoft.com/office/drawing/2014/main" id="{08296943-CF65-6046-A639-281DB2B4159A}"/>
                </a:ext>
              </a:extLst>
            </p:cNvPr>
            <p:cNvGrpSpPr>
              <a:grpSpLocks/>
            </p:cNvGrpSpPr>
            <p:nvPr/>
          </p:nvGrpSpPr>
          <p:grpSpPr bwMode="auto">
            <a:xfrm>
              <a:off x="1634" y="2200"/>
              <a:ext cx="476" cy="908"/>
              <a:chOff x="652" y="2144"/>
              <a:chExt cx="476" cy="908"/>
            </a:xfrm>
          </p:grpSpPr>
          <p:sp>
            <p:nvSpPr>
              <p:cNvPr id="318" name="Rectangle 183">
                <a:extLst>
                  <a:ext uri="{FF2B5EF4-FFF2-40B4-BE49-F238E27FC236}">
                    <a16:creationId xmlns:a16="http://schemas.microsoft.com/office/drawing/2014/main" id="{BFBED704-56E4-AA44-8C48-A95A3F1E9ECC}"/>
                  </a:ext>
                </a:extLst>
              </p:cNvPr>
              <p:cNvSpPr>
                <a:spLocks noChangeArrowheads="1"/>
              </p:cNvSpPr>
              <p:nvPr/>
            </p:nvSpPr>
            <p:spPr bwMode="auto">
              <a:xfrm>
                <a:off x="652" y="2144"/>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19" name="Text Box 184">
                <a:extLst>
                  <a:ext uri="{FF2B5EF4-FFF2-40B4-BE49-F238E27FC236}">
                    <a16:creationId xmlns:a16="http://schemas.microsoft.com/office/drawing/2014/main" id="{582CD7EF-8435-564C-A54E-C5300FC7AE01}"/>
                  </a:ext>
                </a:extLst>
              </p:cNvPr>
              <p:cNvSpPr txBox="1">
                <a:spLocks noChangeArrowheads="1"/>
              </p:cNvSpPr>
              <p:nvPr/>
            </p:nvSpPr>
            <p:spPr bwMode="auto">
              <a:xfrm>
                <a:off x="667" y="2162"/>
                <a:ext cx="461"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sp>
          <p:nvSpPr>
            <p:cNvPr id="315" name="Line 194">
              <a:extLst>
                <a:ext uri="{FF2B5EF4-FFF2-40B4-BE49-F238E27FC236}">
                  <a16:creationId xmlns:a16="http://schemas.microsoft.com/office/drawing/2014/main" id="{502430B4-5780-C542-8B2D-1CF5A6D0F224}"/>
                </a:ext>
              </a:extLst>
            </p:cNvPr>
            <p:cNvSpPr>
              <a:spLocks noChangeShapeType="1"/>
            </p:cNvSpPr>
            <p:nvPr/>
          </p:nvSpPr>
          <p:spPr bwMode="auto">
            <a:xfrm>
              <a:off x="1661" y="2132"/>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6" name="Text Box 204">
              <a:extLst>
                <a:ext uri="{FF2B5EF4-FFF2-40B4-BE49-F238E27FC236}">
                  <a16:creationId xmlns:a16="http://schemas.microsoft.com/office/drawing/2014/main" id="{BF78DD92-AFFB-9349-A4B6-0E5E3DC0C488}"/>
                </a:ext>
              </a:extLst>
            </p:cNvPr>
            <p:cNvSpPr txBox="1">
              <a:spLocks noChangeArrowheads="1"/>
            </p:cNvSpPr>
            <p:nvPr/>
          </p:nvSpPr>
          <p:spPr bwMode="auto">
            <a:xfrm>
              <a:off x="1611" y="3690"/>
              <a:ext cx="515"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A-to-B:</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317" name="Line 205">
              <a:extLst>
                <a:ext uri="{FF2B5EF4-FFF2-40B4-BE49-F238E27FC236}">
                  <a16:creationId xmlns:a16="http://schemas.microsoft.com/office/drawing/2014/main" id="{563E255C-9996-4045-82D6-10D683D9A50A}"/>
                </a:ext>
              </a:extLst>
            </p:cNvPr>
            <p:cNvSpPr>
              <a:spLocks noChangeShapeType="1"/>
            </p:cNvSpPr>
            <p:nvPr/>
          </p:nvSpPr>
          <p:spPr bwMode="auto">
            <a:xfrm>
              <a:off x="1856" y="3230"/>
              <a:ext cx="0" cy="495"/>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20" name="Group 353">
            <a:extLst>
              <a:ext uri="{FF2B5EF4-FFF2-40B4-BE49-F238E27FC236}">
                <a16:creationId xmlns:a16="http://schemas.microsoft.com/office/drawing/2014/main" id="{A328CA0B-F627-524F-A2DA-8DD10274F500}"/>
              </a:ext>
            </a:extLst>
          </p:cNvPr>
          <p:cNvGrpSpPr>
            <a:grpSpLocks/>
          </p:cNvGrpSpPr>
          <p:nvPr/>
        </p:nvGrpSpPr>
        <p:grpSpPr bwMode="auto">
          <a:xfrm>
            <a:off x="5052460" y="3297100"/>
            <a:ext cx="1176337" cy="3319462"/>
            <a:chOff x="2231" y="2127"/>
            <a:chExt cx="741" cy="2091"/>
          </a:xfrm>
        </p:grpSpPr>
        <p:grpSp>
          <p:nvGrpSpPr>
            <p:cNvPr id="321" name="Group 216">
              <a:extLst>
                <a:ext uri="{FF2B5EF4-FFF2-40B4-BE49-F238E27FC236}">
                  <a16:creationId xmlns:a16="http://schemas.microsoft.com/office/drawing/2014/main" id="{B4FDDA2F-9F53-A94C-93FE-47EAA7C6BAC0}"/>
                </a:ext>
              </a:extLst>
            </p:cNvPr>
            <p:cNvGrpSpPr>
              <a:grpSpLocks/>
            </p:cNvGrpSpPr>
            <p:nvPr/>
          </p:nvGrpSpPr>
          <p:grpSpPr bwMode="auto">
            <a:xfrm>
              <a:off x="2262" y="2194"/>
              <a:ext cx="583" cy="1388"/>
              <a:chOff x="478" y="2082"/>
              <a:chExt cx="583" cy="1388"/>
            </a:xfrm>
          </p:grpSpPr>
          <p:sp>
            <p:nvSpPr>
              <p:cNvPr id="325" name="Rectangle 189">
                <a:extLst>
                  <a:ext uri="{FF2B5EF4-FFF2-40B4-BE49-F238E27FC236}">
                    <a16:creationId xmlns:a16="http://schemas.microsoft.com/office/drawing/2014/main" id="{70B74872-C217-FC41-88E4-62EA004C8BB5}"/>
                  </a:ext>
                </a:extLst>
              </p:cNvPr>
              <p:cNvSpPr>
                <a:spLocks noChangeArrowheads="1"/>
              </p:cNvSpPr>
              <p:nvPr/>
            </p:nvSpPr>
            <p:spPr bwMode="auto">
              <a:xfrm>
                <a:off x="478" y="2088"/>
                <a:ext cx="583" cy="1382"/>
              </a:xfrm>
              <a:prstGeom prst="rect">
                <a:avLst/>
              </a:prstGeom>
              <a:solidFill>
                <a:srgbClr val="CC0000"/>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26" name="Group 190">
                <a:extLst>
                  <a:ext uri="{FF2B5EF4-FFF2-40B4-BE49-F238E27FC236}">
                    <a16:creationId xmlns:a16="http://schemas.microsoft.com/office/drawing/2014/main" id="{CF809BF0-4E65-1B40-AB07-4F110FD0C354}"/>
                  </a:ext>
                </a:extLst>
              </p:cNvPr>
              <p:cNvGrpSpPr>
                <a:grpSpLocks/>
              </p:cNvGrpSpPr>
              <p:nvPr/>
            </p:nvGrpSpPr>
            <p:grpSpPr bwMode="auto">
              <a:xfrm>
                <a:off x="499" y="2471"/>
                <a:ext cx="493" cy="908"/>
                <a:chOff x="4869" y="143"/>
                <a:chExt cx="493" cy="908"/>
              </a:xfrm>
            </p:grpSpPr>
            <p:sp>
              <p:nvSpPr>
                <p:cNvPr id="328" name="Rectangle 191">
                  <a:extLst>
                    <a:ext uri="{FF2B5EF4-FFF2-40B4-BE49-F238E27FC236}">
                      <a16:creationId xmlns:a16="http://schemas.microsoft.com/office/drawing/2014/main" id="{A8B5E821-E51C-5E4F-B431-DA1FBAC1A13F}"/>
                    </a:ext>
                  </a:extLst>
                </p:cNvPr>
                <p:cNvSpPr>
                  <a:spLocks noChangeArrowheads="1"/>
                </p:cNvSpPr>
                <p:nvPr/>
              </p:nvSpPr>
              <p:spPr bwMode="auto">
                <a:xfrm>
                  <a:off x="4893" y="143"/>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9" name="Text Box 192">
                  <a:extLst>
                    <a:ext uri="{FF2B5EF4-FFF2-40B4-BE49-F238E27FC236}">
                      <a16:creationId xmlns:a16="http://schemas.microsoft.com/office/drawing/2014/main" id="{35AB2FDE-8EF6-194F-8B89-3E69A80B07F1}"/>
                    </a:ext>
                  </a:extLst>
                </p:cNvPr>
                <p:cNvSpPr txBox="1">
                  <a:spLocks noChangeArrowheads="1"/>
                </p:cNvSpPr>
                <p:nvPr/>
              </p:nvSpPr>
              <p:spPr bwMode="auto">
                <a:xfrm>
                  <a:off x="4869" y="161"/>
                  <a:ext cx="493"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sp>
            <p:nvSpPr>
              <p:cNvPr id="327" name="Text Box 193">
                <a:extLst>
                  <a:ext uri="{FF2B5EF4-FFF2-40B4-BE49-F238E27FC236}">
                    <a16:creationId xmlns:a16="http://schemas.microsoft.com/office/drawing/2014/main" id="{2B7B6EF8-F396-7A49-BF06-3BB5819D48AC}"/>
                  </a:ext>
                </a:extLst>
              </p:cNvPr>
              <p:cNvSpPr txBox="1">
                <a:spLocks noChangeArrowheads="1"/>
              </p:cNvSpPr>
              <p:nvPr/>
            </p:nvSpPr>
            <p:spPr bwMode="auto">
              <a:xfrm>
                <a:off x="481" y="2082"/>
                <a:ext cx="56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src:B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dest: E</a:t>
                </a:r>
              </a:p>
            </p:txBody>
          </p:sp>
        </p:grpSp>
        <p:sp>
          <p:nvSpPr>
            <p:cNvPr id="322" name="Line 195">
              <a:extLst>
                <a:ext uri="{FF2B5EF4-FFF2-40B4-BE49-F238E27FC236}">
                  <a16:creationId xmlns:a16="http://schemas.microsoft.com/office/drawing/2014/main" id="{8310E25A-1203-8D49-8C94-6972726DCA5F}"/>
                </a:ext>
              </a:extLst>
            </p:cNvPr>
            <p:cNvSpPr>
              <a:spLocks noChangeShapeType="1"/>
            </p:cNvSpPr>
            <p:nvPr/>
          </p:nvSpPr>
          <p:spPr bwMode="auto">
            <a:xfrm>
              <a:off x="2345" y="2127"/>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3" name="Text Box 208">
              <a:extLst>
                <a:ext uri="{FF2B5EF4-FFF2-40B4-BE49-F238E27FC236}">
                  <a16:creationId xmlns:a16="http://schemas.microsoft.com/office/drawing/2014/main" id="{DF910F24-596F-2549-BDA0-45F975CF1772}"/>
                </a:ext>
              </a:extLst>
            </p:cNvPr>
            <p:cNvSpPr txBox="1">
              <a:spLocks noChangeArrowheads="1"/>
            </p:cNvSpPr>
            <p:nvPr/>
          </p:nvSpPr>
          <p:spPr bwMode="auto">
            <a:xfrm>
              <a:off x="2231" y="3767"/>
              <a:ext cx="741" cy="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B-to-C:</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inside</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a:t>
              </a:r>
            </a:p>
          </p:txBody>
        </p:sp>
        <p:sp>
          <p:nvSpPr>
            <p:cNvPr id="324" name="Line 209">
              <a:extLst>
                <a:ext uri="{FF2B5EF4-FFF2-40B4-BE49-F238E27FC236}">
                  <a16:creationId xmlns:a16="http://schemas.microsoft.com/office/drawing/2014/main" id="{770F9B39-DA00-7740-A72A-70BC8C220591}"/>
                </a:ext>
              </a:extLst>
            </p:cNvPr>
            <p:cNvSpPr>
              <a:spLocks noChangeShapeType="1"/>
            </p:cNvSpPr>
            <p:nvPr/>
          </p:nvSpPr>
          <p:spPr bwMode="auto">
            <a:xfrm>
              <a:off x="2588" y="3604"/>
              <a:ext cx="0" cy="116"/>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30" name="Group 355">
            <a:extLst>
              <a:ext uri="{FF2B5EF4-FFF2-40B4-BE49-F238E27FC236}">
                <a16:creationId xmlns:a16="http://schemas.microsoft.com/office/drawing/2014/main" id="{1860701B-D666-A942-B647-446429C42779}"/>
              </a:ext>
            </a:extLst>
          </p:cNvPr>
          <p:cNvGrpSpPr>
            <a:grpSpLocks/>
          </p:cNvGrpSpPr>
          <p:nvPr/>
        </p:nvGrpSpPr>
        <p:grpSpPr bwMode="auto">
          <a:xfrm>
            <a:off x="8670690" y="3300275"/>
            <a:ext cx="881062" cy="2998787"/>
            <a:chOff x="4251" y="2129"/>
            <a:chExt cx="555" cy="1889"/>
          </a:xfrm>
        </p:grpSpPr>
        <p:sp>
          <p:nvSpPr>
            <p:cNvPr id="331" name="Line 197">
              <a:extLst>
                <a:ext uri="{FF2B5EF4-FFF2-40B4-BE49-F238E27FC236}">
                  <a16:creationId xmlns:a16="http://schemas.microsoft.com/office/drawing/2014/main" id="{9838CAC1-9152-ED45-9E04-F02ADCA7725C}"/>
                </a:ext>
              </a:extLst>
            </p:cNvPr>
            <p:cNvSpPr>
              <a:spLocks noChangeShapeType="1"/>
            </p:cNvSpPr>
            <p:nvPr/>
          </p:nvSpPr>
          <p:spPr bwMode="auto">
            <a:xfrm>
              <a:off x="4292" y="2129"/>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2" name="Text Box 206">
              <a:extLst>
                <a:ext uri="{FF2B5EF4-FFF2-40B4-BE49-F238E27FC236}">
                  <a16:creationId xmlns:a16="http://schemas.microsoft.com/office/drawing/2014/main" id="{0791224F-29E6-2344-A509-946FF13DB5AB}"/>
                </a:ext>
              </a:extLst>
            </p:cNvPr>
            <p:cNvSpPr txBox="1">
              <a:spLocks noChangeArrowheads="1"/>
            </p:cNvSpPr>
            <p:nvPr/>
          </p:nvSpPr>
          <p:spPr bwMode="auto">
            <a:xfrm>
              <a:off x="4298" y="3698"/>
              <a:ext cx="508"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E-to-F:</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333" name="Line 207">
              <a:extLst>
                <a:ext uri="{FF2B5EF4-FFF2-40B4-BE49-F238E27FC236}">
                  <a16:creationId xmlns:a16="http://schemas.microsoft.com/office/drawing/2014/main" id="{8802785F-9EA9-AC4C-866D-E933ACDFA815}"/>
                </a:ext>
              </a:extLst>
            </p:cNvPr>
            <p:cNvSpPr>
              <a:spLocks noChangeShapeType="1"/>
            </p:cNvSpPr>
            <p:nvPr/>
          </p:nvSpPr>
          <p:spPr bwMode="auto">
            <a:xfrm>
              <a:off x="4540" y="3238"/>
              <a:ext cx="0" cy="495"/>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34" name="Group 213">
              <a:extLst>
                <a:ext uri="{FF2B5EF4-FFF2-40B4-BE49-F238E27FC236}">
                  <a16:creationId xmlns:a16="http://schemas.microsoft.com/office/drawing/2014/main" id="{00A04B74-FADB-AF47-AE24-A5BC92AC0F69}"/>
                </a:ext>
              </a:extLst>
            </p:cNvPr>
            <p:cNvGrpSpPr>
              <a:grpSpLocks/>
            </p:cNvGrpSpPr>
            <p:nvPr/>
          </p:nvGrpSpPr>
          <p:grpSpPr bwMode="auto">
            <a:xfrm>
              <a:off x="4251" y="2205"/>
              <a:ext cx="471" cy="908"/>
              <a:chOff x="643" y="2144"/>
              <a:chExt cx="471" cy="908"/>
            </a:xfrm>
          </p:grpSpPr>
          <p:sp>
            <p:nvSpPr>
              <p:cNvPr id="335" name="Rectangle 214">
                <a:extLst>
                  <a:ext uri="{FF2B5EF4-FFF2-40B4-BE49-F238E27FC236}">
                    <a16:creationId xmlns:a16="http://schemas.microsoft.com/office/drawing/2014/main" id="{92ABE520-4D89-5243-B8E0-AA1832554DE2}"/>
                  </a:ext>
                </a:extLst>
              </p:cNvPr>
              <p:cNvSpPr>
                <a:spLocks noChangeArrowheads="1"/>
              </p:cNvSpPr>
              <p:nvPr/>
            </p:nvSpPr>
            <p:spPr bwMode="auto">
              <a:xfrm>
                <a:off x="652" y="2144"/>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6" name="Text Box 215">
                <a:extLst>
                  <a:ext uri="{FF2B5EF4-FFF2-40B4-BE49-F238E27FC236}">
                    <a16:creationId xmlns:a16="http://schemas.microsoft.com/office/drawing/2014/main" id="{8DB6921A-514A-DF40-AA1D-5E33B5A17AC8}"/>
                  </a:ext>
                </a:extLst>
              </p:cNvPr>
              <p:cNvSpPr txBox="1">
                <a:spLocks noChangeArrowheads="1"/>
              </p:cNvSpPr>
              <p:nvPr/>
            </p:nvSpPr>
            <p:spPr bwMode="auto">
              <a:xfrm>
                <a:off x="643" y="2169"/>
                <a:ext cx="461"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grpSp>
      <p:grpSp>
        <p:nvGrpSpPr>
          <p:cNvPr id="337" name="Group 354">
            <a:extLst>
              <a:ext uri="{FF2B5EF4-FFF2-40B4-BE49-F238E27FC236}">
                <a16:creationId xmlns:a16="http://schemas.microsoft.com/office/drawing/2014/main" id="{AEF5EEBA-1CC2-1D45-968E-5F8EE015BEB7}"/>
              </a:ext>
            </a:extLst>
          </p:cNvPr>
          <p:cNvGrpSpPr>
            <a:grpSpLocks/>
          </p:cNvGrpSpPr>
          <p:nvPr/>
        </p:nvGrpSpPr>
        <p:grpSpPr bwMode="auto">
          <a:xfrm>
            <a:off x="7489590" y="3298687"/>
            <a:ext cx="1176337" cy="3330575"/>
            <a:chOff x="3507" y="2128"/>
            <a:chExt cx="741" cy="2098"/>
          </a:xfrm>
        </p:grpSpPr>
        <p:sp>
          <p:nvSpPr>
            <p:cNvPr id="338" name="Line 196">
              <a:extLst>
                <a:ext uri="{FF2B5EF4-FFF2-40B4-BE49-F238E27FC236}">
                  <a16:creationId xmlns:a16="http://schemas.microsoft.com/office/drawing/2014/main" id="{ACF5DC03-9E4C-804F-8AE9-B7190FB2EA8F}"/>
                </a:ext>
              </a:extLst>
            </p:cNvPr>
            <p:cNvSpPr>
              <a:spLocks noChangeShapeType="1"/>
            </p:cNvSpPr>
            <p:nvPr/>
          </p:nvSpPr>
          <p:spPr bwMode="auto">
            <a:xfrm>
              <a:off x="3627" y="2128"/>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Text Box 210">
              <a:extLst>
                <a:ext uri="{FF2B5EF4-FFF2-40B4-BE49-F238E27FC236}">
                  <a16:creationId xmlns:a16="http://schemas.microsoft.com/office/drawing/2014/main" id="{700C4A8D-C752-F544-9167-054CECEB980A}"/>
                </a:ext>
              </a:extLst>
            </p:cNvPr>
            <p:cNvSpPr txBox="1">
              <a:spLocks noChangeArrowheads="1"/>
            </p:cNvSpPr>
            <p:nvPr/>
          </p:nvSpPr>
          <p:spPr bwMode="auto">
            <a:xfrm>
              <a:off x="3507" y="3775"/>
              <a:ext cx="741" cy="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B-to-C:</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inside</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a:t>
              </a:r>
            </a:p>
          </p:txBody>
        </p:sp>
        <p:sp>
          <p:nvSpPr>
            <p:cNvPr id="340" name="Line 211">
              <a:extLst>
                <a:ext uri="{FF2B5EF4-FFF2-40B4-BE49-F238E27FC236}">
                  <a16:creationId xmlns:a16="http://schemas.microsoft.com/office/drawing/2014/main" id="{18667784-6243-834D-8EEA-D006E122B854}"/>
                </a:ext>
              </a:extLst>
            </p:cNvPr>
            <p:cNvSpPr>
              <a:spLocks noChangeShapeType="1"/>
            </p:cNvSpPr>
            <p:nvPr/>
          </p:nvSpPr>
          <p:spPr bwMode="auto">
            <a:xfrm>
              <a:off x="3883" y="3640"/>
              <a:ext cx="0" cy="116"/>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41" name="Group 217">
              <a:extLst>
                <a:ext uri="{FF2B5EF4-FFF2-40B4-BE49-F238E27FC236}">
                  <a16:creationId xmlns:a16="http://schemas.microsoft.com/office/drawing/2014/main" id="{FF2C4C60-AABF-3B4E-B780-B25D35F6F447}"/>
                </a:ext>
              </a:extLst>
            </p:cNvPr>
            <p:cNvGrpSpPr>
              <a:grpSpLocks/>
            </p:cNvGrpSpPr>
            <p:nvPr/>
          </p:nvGrpSpPr>
          <p:grpSpPr bwMode="auto">
            <a:xfrm>
              <a:off x="3558" y="2220"/>
              <a:ext cx="583" cy="1388"/>
              <a:chOff x="478" y="2082"/>
              <a:chExt cx="583" cy="1388"/>
            </a:xfrm>
          </p:grpSpPr>
          <p:sp>
            <p:nvSpPr>
              <p:cNvPr id="342" name="Rectangle 218">
                <a:extLst>
                  <a:ext uri="{FF2B5EF4-FFF2-40B4-BE49-F238E27FC236}">
                    <a16:creationId xmlns:a16="http://schemas.microsoft.com/office/drawing/2014/main" id="{0FAC5552-F17D-B849-AA73-E78F0E6B9790}"/>
                  </a:ext>
                </a:extLst>
              </p:cNvPr>
              <p:cNvSpPr>
                <a:spLocks noChangeArrowheads="1"/>
              </p:cNvSpPr>
              <p:nvPr/>
            </p:nvSpPr>
            <p:spPr bwMode="auto">
              <a:xfrm>
                <a:off x="478" y="2088"/>
                <a:ext cx="583" cy="1382"/>
              </a:xfrm>
              <a:prstGeom prst="rect">
                <a:avLst/>
              </a:prstGeom>
              <a:solidFill>
                <a:srgbClr val="CC0000"/>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43" name="Group 219">
                <a:extLst>
                  <a:ext uri="{FF2B5EF4-FFF2-40B4-BE49-F238E27FC236}">
                    <a16:creationId xmlns:a16="http://schemas.microsoft.com/office/drawing/2014/main" id="{DD102A9F-6EC4-4241-BD0B-7E5E1621B859}"/>
                  </a:ext>
                </a:extLst>
              </p:cNvPr>
              <p:cNvGrpSpPr>
                <a:grpSpLocks/>
              </p:cNvGrpSpPr>
              <p:nvPr/>
            </p:nvGrpSpPr>
            <p:grpSpPr bwMode="auto">
              <a:xfrm>
                <a:off x="499" y="2471"/>
                <a:ext cx="493" cy="908"/>
                <a:chOff x="4869" y="143"/>
                <a:chExt cx="493" cy="908"/>
              </a:xfrm>
            </p:grpSpPr>
            <p:sp>
              <p:nvSpPr>
                <p:cNvPr id="345" name="Rectangle 220">
                  <a:extLst>
                    <a:ext uri="{FF2B5EF4-FFF2-40B4-BE49-F238E27FC236}">
                      <a16:creationId xmlns:a16="http://schemas.microsoft.com/office/drawing/2014/main" id="{2A2FB562-2D33-8042-ADAD-FFE91DA662B3}"/>
                    </a:ext>
                  </a:extLst>
                </p:cNvPr>
                <p:cNvSpPr>
                  <a:spLocks noChangeArrowheads="1"/>
                </p:cNvSpPr>
                <p:nvPr/>
              </p:nvSpPr>
              <p:spPr bwMode="auto">
                <a:xfrm>
                  <a:off x="4893" y="143"/>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46" name="Text Box 221">
                  <a:extLst>
                    <a:ext uri="{FF2B5EF4-FFF2-40B4-BE49-F238E27FC236}">
                      <a16:creationId xmlns:a16="http://schemas.microsoft.com/office/drawing/2014/main" id="{E5FF5A8B-3342-274C-8146-5A2A1B7BC2CE}"/>
                    </a:ext>
                  </a:extLst>
                </p:cNvPr>
                <p:cNvSpPr txBox="1">
                  <a:spLocks noChangeArrowheads="1"/>
                </p:cNvSpPr>
                <p:nvPr/>
              </p:nvSpPr>
              <p:spPr bwMode="auto">
                <a:xfrm>
                  <a:off x="4869" y="161"/>
                  <a:ext cx="493"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sp>
            <p:nvSpPr>
              <p:cNvPr id="344" name="Text Box 222">
                <a:extLst>
                  <a:ext uri="{FF2B5EF4-FFF2-40B4-BE49-F238E27FC236}">
                    <a16:creationId xmlns:a16="http://schemas.microsoft.com/office/drawing/2014/main" id="{8FCCEF0D-286B-C44E-BA22-94BF032AFDCB}"/>
                  </a:ext>
                </a:extLst>
              </p:cNvPr>
              <p:cNvSpPr txBox="1">
                <a:spLocks noChangeArrowheads="1"/>
              </p:cNvSpPr>
              <p:nvPr/>
            </p:nvSpPr>
            <p:spPr bwMode="auto">
              <a:xfrm>
                <a:off x="481" y="2082"/>
                <a:ext cx="56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src:B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dest: E</a:t>
                </a:r>
              </a:p>
            </p:txBody>
          </p:sp>
        </p:grpSp>
      </p:grpSp>
      <p:sp>
        <p:nvSpPr>
          <p:cNvPr id="2" name="Rectangle 1">
            <a:extLst>
              <a:ext uri="{FF2B5EF4-FFF2-40B4-BE49-F238E27FC236}">
                <a16:creationId xmlns:a16="http://schemas.microsoft.com/office/drawing/2014/main" id="{F10D6C81-F7CD-4C46-8149-0FAE399F43DE}"/>
              </a:ext>
            </a:extLst>
          </p:cNvPr>
          <p:cNvSpPr/>
          <p:nvPr/>
        </p:nvSpPr>
        <p:spPr>
          <a:xfrm>
            <a:off x="5400881" y="1522904"/>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2" name="Rectangle 161">
            <a:extLst>
              <a:ext uri="{FF2B5EF4-FFF2-40B4-BE49-F238E27FC236}">
                <a16:creationId xmlns:a16="http://schemas.microsoft.com/office/drawing/2014/main" id="{30D76FC4-6C07-EB4A-BCF2-E2B2EEF8B9EB}"/>
              </a:ext>
            </a:extLst>
          </p:cNvPr>
          <p:cNvSpPr/>
          <p:nvPr/>
        </p:nvSpPr>
        <p:spPr>
          <a:xfrm>
            <a:off x="8135639" y="1540447"/>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Rectangle 162">
            <a:extLst>
              <a:ext uri="{FF2B5EF4-FFF2-40B4-BE49-F238E27FC236}">
                <a16:creationId xmlns:a16="http://schemas.microsoft.com/office/drawing/2014/main" id="{BB8DC798-AC4D-764E-B057-214B9D5D3927}"/>
              </a:ext>
            </a:extLst>
          </p:cNvPr>
          <p:cNvSpPr/>
          <p:nvPr/>
        </p:nvSpPr>
        <p:spPr>
          <a:xfrm>
            <a:off x="5408555" y="2639042"/>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Rectangle 165">
            <a:extLst>
              <a:ext uri="{FF2B5EF4-FFF2-40B4-BE49-F238E27FC236}">
                <a16:creationId xmlns:a16="http://schemas.microsoft.com/office/drawing/2014/main" id="{92559629-838F-3942-9672-3BDCF8B24153}"/>
              </a:ext>
            </a:extLst>
          </p:cNvPr>
          <p:cNvSpPr/>
          <p:nvPr/>
        </p:nvSpPr>
        <p:spPr>
          <a:xfrm>
            <a:off x="8123579" y="2663164"/>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4" name="Group 13">
            <a:extLst>
              <a:ext uri="{FF2B5EF4-FFF2-40B4-BE49-F238E27FC236}">
                <a16:creationId xmlns:a16="http://schemas.microsoft.com/office/drawing/2014/main" id="{ED068552-57F0-AF4C-8DA3-019ACF254CBF}"/>
              </a:ext>
            </a:extLst>
          </p:cNvPr>
          <p:cNvGrpSpPr/>
          <p:nvPr/>
        </p:nvGrpSpPr>
        <p:grpSpPr>
          <a:xfrm>
            <a:off x="1285129" y="3401170"/>
            <a:ext cx="8091447" cy="2055959"/>
            <a:chOff x="-2159111" y="3797410"/>
            <a:chExt cx="8091447" cy="2055959"/>
          </a:xfrm>
        </p:grpSpPr>
        <p:grpSp>
          <p:nvGrpSpPr>
            <p:cNvPr id="17" name="Group 16">
              <a:extLst>
                <a:ext uri="{FF2B5EF4-FFF2-40B4-BE49-F238E27FC236}">
                  <a16:creationId xmlns:a16="http://schemas.microsoft.com/office/drawing/2014/main" id="{BE531892-4CBC-8C43-A56C-AA850071412B}"/>
                </a:ext>
              </a:extLst>
            </p:cNvPr>
            <p:cNvGrpSpPr/>
            <p:nvPr/>
          </p:nvGrpSpPr>
          <p:grpSpPr>
            <a:xfrm>
              <a:off x="-2159111" y="3797410"/>
              <a:ext cx="8091447" cy="2055959"/>
              <a:chOff x="1300369" y="3385930"/>
              <a:chExt cx="8091447" cy="2055959"/>
            </a:xfrm>
          </p:grpSpPr>
          <p:grpSp>
            <p:nvGrpSpPr>
              <p:cNvPr id="16" name="Group 15">
                <a:extLst>
                  <a:ext uri="{FF2B5EF4-FFF2-40B4-BE49-F238E27FC236}">
                    <a16:creationId xmlns:a16="http://schemas.microsoft.com/office/drawing/2014/main" id="{45CCC299-2C28-0048-B84B-B11820EAC0CD}"/>
                  </a:ext>
                </a:extLst>
              </p:cNvPr>
              <p:cNvGrpSpPr/>
              <p:nvPr/>
            </p:nvGrpSpPr>
            <p:grpSpPr>
              <a:xfrm>
                <a:off x="1300369" y="3385930"/>
                <a:ext cx="8091447" cy="2055959"/>
                <a:chOff x="1300369" y="3385930"/>
                <a:chExt cx="8091447" cy="2055959"/>
              </a:xfrm>
            </p:grpSpPr>
            <p:sp>
              <p:nvSpPr>
                <p:cNvPr id="8" name="Oval 7">
                  <a:extLst>
                    <a:ext uri="{FF2B5EF4-FFF2-40B4-BE49-F238E27FC236}">
                      <a16:creationId xmlns:a16="http://schemas.microsoft.com/office/drawing/2014/main" id="{7AB1942A-9DAD-1745-8163-6ABEF5D1D8C1}"/>
                    </a:ext>
                  </a:extLst>
                </p:cNvPr>
                <p:cNvSpPr/>
                <p:nvPr/>
              </p:nvSpPr>
              <p:spPr>
                <a:xfrm>
                  <a:off x="4108174" y="3670852"/>
                  <a:ext cx="715617" cy="530087"/>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8" name="Oval 347">
                  <a:extLst>
                    <a:ext uri="{FF2B5EF4-FFF2-40B4-BE49-F238E27FC236}">
                      <a16:creationId xmlns:a16="http://schemas.microsoft.com/office/drawing/2014/main" id="{A1900E9C-BBC0-3445-AD24-FF5DCAD23CF4}"/>
                    </a:ext>
                  </a:extLst>
                </p:cNvPr>
                <p:cNvSpPr/>
                <p:nvPr/>
              </p:nvSpPr>
              <p:spPr>
                <a:xfrm>
                  <a:off x="5044440" y="3385930"/>
                  <a:ext cx="1023731" cy="669235"/>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9" name="Oval 348">
                  <a:extLst>
                    <a:ext uri="{FF2B5EF4-FFF2-40B4-BE49-F238E27FC236}">
                      <a16:creationId xmlns:a16="http://schemas.microsoft.com/office/drawing/2014/main" id="{0C87EC48-1316-A84D-8E62-504A6DA4E80B}"/>
                    </a:ext>
                  </a:extLst>
                </p:cNvPr>
                <p:cNvSpPr/>
                <p:nvPr/>
              </p:nvSpPr>
              <p:spPr>
                <a:xfrm>
                  <a:off x="7533861" y="3432312"/>
                  <a:ext cx="974035" cy="669235"/>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0" name="Oval 349">
                  <a:extLst>
                    <a:ext uri="{FF2B5EF4-FFF2-40B4-BE49-F238E27FC236}">
                      <a16:creationId xmlns:a16="http://schemas.microsoft.com/office/drawing/2014/main" id="{EF61C189-2330-9440-9F7E-120291CCA148}"/>
                    </a:ext>
                  </a:extLst>
                </p:cNvPr>
                <p:cNvSpPr/>
                <p:nvPr/>
              </p:nvSpPr>
              <p:spPr>
                <a:xfrm>
                  <a:off x="8676199" y="3678803"/>
                  <a:ext cx="715617" cy="542677"/>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TextBox 8">
                  <a:extLst>
                    <a:ext uri="{FF2B5EF4-FFF2-40B4-BE49-F238E27FC236}">
                      <a16:creationId xmlns:a16="http://schemas.microsoft.com/office/drawing/2014/main" id="{AD10F548-95FC-9F46-8B84-BCF5664002EC}"/>
                    </a:ext>
                  </a:extLst>
                </p:cNvPr>
                <p:cNvSpPr txBox="1"/>
                <p:nvPr/>
              </p:nvSpPr>
              <p:spPr>
                <a:xfrm>
                  <a:off x="1300369" y="4426226"/>
                  <a:ext cx="1933161" cy="1015663"/>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Note source and destination addresses!</a:t>
                  </a:r>
                </a:p>
              </p:txBody>
            </p:sp>
            <p:cxnSp>
              <p:nvCxnSpPr>
                <p:cNvPr id="12" name="Straight Connector 11">
                  <a:extLst>
                    <a:ext uri="{FF2B5EF4-FFF2-40B4-BE49-F238E27FC236}">
                      <a16:creationId xmlns:a16="http://schemas.microsoft.com/office/drawing/2014/main" id="{54D692D2-3154-2C43-AEBC-48FED218407D}"/>
                    </a:ext>
                  </a:extLst>
                </p:cNvPr>
                <p:cNvCxnSpPr>
                  <a:stCxn id="8" idx="2"/>
                  <a:endCxn id="9" idx="3"/>
                </p:cNvCxnSpPr>
                <p:nvPr/>
              </p:nvCxnSpPr>
              <p:spPr>
                <a:xfrm flipH="1">
                  <a:off x="3233530" y="3935896"/>
                  <a:ext cx="874644" cy="998162"/>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1" name="Straight Connector 350">
                  <a:extLst>
                    <a:ext uri="{FF2B5EF4-FFF2-40B4-BE49-F238E27FC236}">
                      <a16:creationId xmlns:a16="http://schemas.microsoft.com/office/drawing/2014/main" id="{397E0575-92AD-B245-B180-8310A054B81F}"/>
                    </a:ext>
                  </a:extLst>
                </p:cNvPr>
                <p:cNvCxnSpPr>
                  <a:cxnSpLocks/>
                  <a:endCxn id="9" idx="3"/>
                </p:cNvCxnSpPr>
                <p:nvPr/>
              </p:nvCxnSpPr>
              <p:spPr>
                <a:xfrm flipH="1">
                  <a:off x="3233530" y="3690731"/>
                  <a:ext cx="1769166" cy="1243327"/>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7A8FC108-BC9B-7B4F-8C30-B1B2FB0B6630}"/>
                    </a:ext>
                  </a:extLst>
                </p:cNvPr>
                <p:cNvCxnSpPr>
                  <a:cxnSpLocks/>
                  <a:stCxn id="349" idx="2"/>
                  <a:endCxn id="9" idx="3"/>
                </p:cNvCxnSpPr>
                <p:nvPr/>
              </p:nvCxnSpPr>
              <p:spPr>
                <a:xfrm flipH="1">
                  <a:off x="3233530" y="3766930"/>
                  <a:ext cx="4300331" cy="1167128"/>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53" name="Straight Connector 352">
                <a:extLst>
                  <a:ext uri="{FF2B5EF4-FFF2-40B4-BE49-F238E27FC236}">
                    <a16:creationId xmlns:a16="http://schemas.microsoft.com/office/drawing/2014/main" id="{2E34DF7B-8B1F-9A49-9DCA-13E9621EB46A}"/>
                  </a:ext>
                </a:extLst>
              </p:cNvPr>
              <p:cNvCxnSpPr>
                <a:cxnSpLocks/>
                <a:stCxn id="350" idx="2"/>
                <a:endCxn id="9" idx="3"/>
              </p:cNvCxnSpPr>
              <p:nvPr/>
            </p:nvCxnSpPr>
            <p:spPr>
              <a:xfrm flipH="1">
                <a:off x="3233530" y="3950142"/>
                <a:ext cx="5442669" cy="983916"/>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5" name="Oval 184">
              <a:extLst>
                <a:ext uri="{FF2B5EF4-FFF2-40B4-BE49-F238E27FC236}">
                  <a16:creationId xmlns:a16="http://schemas.microsoft.com/office/drawing/2014/main" id="{6AAC3EC9-4867-0941-8198-7A4C70909795}"/>
                </a:ext>
              </a:extLst>
            </p:cNvPr>
            <p:cNvSpPr/>
            <p:nvPr/>
          </p:nvSpPr>
          <p:spPr>
            <a:xfrm>
              <a:off x="2880360" y="3803100"/>
              <a:ext cx="1023731" cy="669235"/>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91" name="Straight Connector 190">
              <a:extLst>
                <a:ext uri="{FF2B5EF4-FFF2-40B4-BE49-F238E27FC236}">
                  <a16:creationId xmlns:a16="http://schemas.microsoft.com/office/drawing/2014/main" id="{F52F217E-25A4-774F-89E1-664523F0BE3E}"/>
                </a:ext>
              </a:extLst>
            </p:cNvPr>
            <p:cNvCxnSpPr>
              <a:cxnSpLocks/>
              <a:endCxn id="9" idx="3"/>
            </p:cNvCxnSpPr>
            <p:nvPr/>
          </p:nvCxnSpPr>
          <p:spPr>
            <a:xfrm flipH="1">
              <a:off x="-225950" y="4267200"/>
              <a:ext cx="3182510" cy="1078338"/>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0" name="Slide Number Placeholder 3">
            <a:extLst>
              <a:ext uri="{FF2B5EF4-FFF2-40B4-BE49-F238E27FC236}">
                <a16:creationId xmlns:a16="http://schemas.microsoft.com/office/drawing/2014/main" id="{BEAF9563-F70F-5542-A925-4ECE2B10605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57</a:t>
            </a:fld>
            <a:endParaRPr lang="en-US" dirty="0"/>
          </a:p>
        </p:txBody>
      </p:sp>
    </p:spTree>
    <p:extLst>
      <p:ext uri="{BB962C8B-B14F-4D97-AF65-F5344CB8AC3E}">
        <p14:creationId xmlns:p14="http://schemas.microsoft.com/office/powerpoint/2010/main" val="3607096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13"/>
                                        </p:tgtEl>
                                        <p:attrNameLst>
                                          <p:attrName>style.visibility</p:attrName>
                                        </p:attrNameLst>
                                      </p:cBhvr>
                                      <p:to>
                                        <p:strVal val="visible"/>
                                      </p:to>
                                    </p:set>
                                    <p:animEffect transition="in" filter="wipe(left)">
                                      <p:cBhvr>
                                        <p:cTn id="7" dur="500"/>
                                        <p:tgtEl>
                                          <p:spTgt spid="31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320"/>
                                        </p:tgtEl>
                                        <p:attrNameLst>
                                          <p:attrName>style.visibility</p:attrName>
                                        </p:attrNameLst>
                                      </p:cBhvr>
                                      <p:to>
                                        <p:strVal val="visible"/>
                                      </p:to>
                                    </p:set>
                                    <p:animEffect transition="in" filter="wipe(left)">
                                      <p:cBhvr>
                                        <p:cTn id="12" dur="500"/>
                                        <p:tgtEl>
                                          <p:spTgt spid="32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170"/>
                                        </p:tgtEl>
                                        <p:attrNameLst>
                                          <p:attrName>style.visibility</p:attrName>
                                        </p:attrNameLst>
                                      </p:cBhvr>
                                      <p:to>
                                        <p:strVal val="visible"/>
                                      </p:to>
                                    </p:set>
                                    <p:animEffect transition="in" filter="wipe(left)">
                                      <p:cBhvr>
                                        <p:cTn id="17" dur="500"/>
                                        <p:tgtEl>
                                          <p:spTgt spid="170"/>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337"/>
                                        </p:tgtEl>
                                        <p:attrNameLst>
                                          <p:attrName>style.visibility</p:attrName>
                                        </p:attrNameLst>
                                      </p:cBhvr>
                                      <p:to>
                                        <p:strVal val="visible"/>
                                      </p:to>
                                    </p:set>
                                    <p:animEffect transition="in" filter="wipe(left)">
                                      <p:cBhvr>
                                        <p:cTn id="22" dur="500"/>
                                        <p:tgtEl>
                                          <p:spTgt spid="337"/>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330"/>
                                        </p:tgtEl>
                                        <p:attrNameLst>
                                          <p:attrName>style.visibility</p:attrName>
                                        </p:attrNameLst>
                                      </p:cBhvr>
                                      <p:to>
                                        <p:strVal val="visible"/>
                                      </p:to>
                                    </p:set>
                                    <p:animEffect transition="in" filter="wipe(left)">
                                      <p:cBhvr>
                                        <p:cTn id="27" dur="500"/>
                                        <p:tgtEl>
                                          <p:spTgt spid="330"/>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4"/>
                                        </p:tgtEl>
                                        <p:attrNameLst>
                                          <p:attrName>style.visibility</p:attrName>
                                        </p:attrNameLst>
                                      </p:cBhvr>
                                      <p:to>
                                        <p:strVal val="visible"/>
                                      </p:to>
                                    </p:set>
                                    <p:animEffect transition="in" filter="dissolve">
                                      <p:cBhvr>
                                        <p:cTn id="32"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79475"/>
            <a:ext cx="10515600" cy="1149413"/>
          </a:xfrm>
        </p:spPr>
        <p:txBody>
          <a:bodyPr>
            <a:normAutofit/>
          </a:bodyPr>
          <a:lstStyle/>
          <a:p>
            <a:pPr marL="471488" indent="-341313"/>
            <a:r>
              <a:rPr lang="en-US" altLang="en-US" sz="3200" dirty="0">
                <a:ea typeface="ＭＳ Ｐゴシック" panose="020B0600070205080204" pitchFamily="34" charset="-128"/>
                <a:cs typeface="ＭＳ Ｐゴシック" panose="020B0600070205080204" pitchFamily="34" charset="-128"/>
              </a:rPr>
              <a:t>Google</a:t>
            </a:r>
            <a:r>
              <a:rPr lang="en-US" altLang="en-US" sz="3200" baseline="30000" dirty="0">
                <a:ea typeface="ＭＳ Ｐゴシック" panose="020B0600070205080204" pitchFamily="34" charset="-128"/>
                <a:cs typeface="ＭＳ Ｐゴシック" panose="020B0600070205080204" pitchFamily="34" charset="-128"/>
              </a:rPr>
              <a:t>1</a:t>
            </a:r>
            <a:r>
              <a:rPr lang="en-US" altLang="en-US" sz="3200" dirty="0">
                <a:ea typeface="ＭＳ Ｐゴシック" panose="020B0600070205080204" pitchFamily="34" charset="-128"/>
                <a:cs typeface="ＭＳ Ｐゴシック" panose="020B0600070205080204" pitchFamily="34" charset="-128"/>
              </a:rPr>
              <a:t>: ~ 40% of clients access services via IPv6 </a:t>
            </a:r>
            <a:r>
              <a:rPr lang="en-US" altLang="en-US" sz="2000" dirty="0">
                <a:ea typeface="ＭＳ Ｐゴシック" panose="020B0600070205080204" pitchFamily="34" charset="-128"/>
                <a:cs typeface="ＭＳ Ｐゴシック" panose="020B0600070205080204" pitchFamily="34" charset="-128"/>
              </a:rPr>
              <a:t>(2023)</a:t>
            </a:r>
          </a:p>
          <a:p>
            <a:pPr marL="471488" indent="-341313"/>
            <a:r>
              <a:rPr lang="en-US" altLang="en-US" sz="3200" dirty="0">
                <a:ea typeface="ＭＳ Ｐゴシック" panose="020B0600070205080204" pitchFamily="34" charset="-128"/>
                <a:cs typeface="ＭＳ Ｐゴシック" panose="020B0600070205080204" pitchFamily="34" charset="-128"/>
              </a:rPr>
              <a:t>NIST: 1/3 of all US government domains are IPv6 capable</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IPv6: adoption</a:t>
            </a:r>
          </a:p>
        </p:txBody>
      </p:sp>
      <p:sp>
        <p:nvSpPr>
          <p:cNvPr id="7" name="Slide Number Placeholder 3">
            <a:extLst>
              <a:ext uri="{FF2B5EF4-FFF2-40B4-BE49-F238E27FC236}">
                <a16:creationId xmlns:a16="http://schemas.microsoft.com/office/drawing/2014/main" id="{89FADA88-24D6-414D-8D4C-1C3C85DF6E9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58</a:t>
            </a:fld>
            <a:endParaRPr lang="en-US" dirty="0"/>
          </a:p>
        </p:txBody>
      </p:sp>
      <p:pic>
        <p:nvPicPr>
          <p:cNvPr id="6" name="Picture 5">
            <a:extLst>
              <a:ext uri="{FF2B5EF4-FFF2-40B4-BE49-F238E27FC236}">
                <a16:creationId xmlns:a16="http://schemas.microsoft.com/office/drawing/2014/main" id="{9851BFC3-ED64-D83C-CAD7-8F394FCE4735}"/>
              </a:ext>
            </a:extLst>
          </p:cNvPr>
          <p:cNvPicPr>
            <a:picLocks noChangeAspect="1"/>
          </p:cNvPicPr>
          <p:nvPr/>
        </p:nvPicPr>
        <p:blipFill>
          <a:blip r:embed="rId3"/>
          <a:stretch>
            <a:fillRect/>
          </a:stretch>
        </p:blipFill>
        <p:spPr>
          <a:xfrm>
            <a:off x="2209800" y="2433109"/>
            <a:ext cx="7772400" cy="4194374"/>
          </a:xfrm>
          <a:prstGeom prst="rect">
            <a:avLst/>
          </a:prstGeom>
        </p:spPr>
      </p:pic>
    </p:spTree>
    <p:extLst>
      <p:ext uri="{BB962C8B-B14F-4D97-AF65-F5344CB8AC3E}">
        <p14:creationId xmlns:p14="http://schemas.microsoft.com/office/powerpoint/2010/main" val="221272142"/>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79475"/>
            <a:ext cx="10515600" cy="4663516"/>
          </a:xfrm>
        </p:spPr>
        <p:txBody>
          <a:bodyPr>
            <a:normAutofit/>
          </a:bodyPr>
          <a:lstStyle/>
          <a:p>
            <a:pPr marL="471488" marR="0" lvl="0" indent="-3413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lang="en-US" altLang="en-US" sz="3200" dirty="0">
                <a:ea typeface="ＭＳ Ｐゴシック" panose="020B0600070205080204" pitchFamily="34" charset="-128"/>
                <a:cs typeface="ＭＳ Ｐゴシック" panose="020B0600070205080204" pitchFamily="34" charset="-128"/>
              </a:rPr>
              <a:t>Google</a:t>
            </a:r>
            <a:r>
              <a:rPr lang="en-US" altLang="en-US" sz="3200" baseline="30000" dirty="0">
                <a:ea typeface="ＭＳ Ｐゴシック" panose="020B0600070205080204" pitchFamily="34" charset="-128"/>
                <a:cs typeface="ＭＳ Ｐゴシック" panose="020B0600070205080204" pitchFamily="34" charset="-128"/>
              </a:rPr>
              <a:t>1</a:t>
            </a:r>
            <a:r>
              <a:rPr lang="en-US" altLang="en-US" sz="3200" dirty="0">
                <a:ea typeface="ＭＳ Ｐゴシック" panose="020B0600070205080204" pitchFamily="34" charset="-128"/>
                <a:cs typeface="ＭＳ Ｐゴシック" panose="020B0600070205080204" pitchFamily="34" charset="-128"/>
              </a:rPr>
              <a:t>: ~ 40% of clients access services via </a:t>
            </a:r>
            <a:r>
              <a:rPr kumimoji="0" lang="en-US" altLang="en-US" sz="3200" b="0" i="0" u="none" strike="noStrike" kern="1200" cap="none" spc="0" normalizeH="0" baseline="0" noProof="0" dirty="0">
                <a:ln>
                  <a:noFill/>
                </a:ln>
                <a:solidFill>
                  <a:prstClr val="black"/>
                </a:solidFill>
                <a:effectLst/>
                <a:uLnTx/>
                <a:uFillTx/>
                <a:ea typeface="ＭＳ Ｐゴシック" panose="020B0600070205080204" pitchFamily="34" charset="-128"/>
                <a:cs typeface="ＭＳ Ｐゴシック" panose="020B0600070205080204" pitchFamily="34" charset="-128"/>
              </a:rPr>
              <a:t>IPv6 </a:t>
            </a: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(2023)</a:t>
            </a:r>
          </a:p>
          <a:p>
            <a:pPr marL="471488" indent="-341313"/>
            <a:r>
              <a:rPr lang="en-US" altLang="en-US" sz="3200" dirty="0">
                <a:ea typeface="ＭＳ Ｐゴシック" panose="020B0600070205080204" pitchFamily="34" charset="-128"/>
                <a:cs typeface="ＭＳ Ｐゴシック" panose="020B0600070205080204" pitchFamily="34" charset="-128"/>
              </a:rPr>
              <a:t>NIST: 1/3 of all US government domains are IPv6 capable</a:t>
            </a:r>
          </a:p>
          <a:p>
            <a:pPr marL="471488" indent="-341313"/>
            <a:r>
              <a:rPr lang="en-US" altLang="en-US" sz="3200" dirty="0">
                <a:ea typeface="ＭＳ Ｐゴシック" panose="020B0600070205080204" pitchFamily="34" charset="-128"/>
                <a:cs typeface="ＭＳ Ｐゴシック" panose="020B0600070205080204" pitchFamily="34" charset="-128"/>
              </a:rPr>
              <a:t>Long (long!) time for deployment, use</a:t>
            </a:r>
          </a:p>
          <a:p>
            <a:pPr marL="914400" lvl="1" indent="-328613"/>
            <a:r>
              <a:rPr lang="en-US" altLang="en-US" sz="2800" dirty="0">
                <a:ea typeface="ＭＳ Ｐゴシック" panose="020B0600070205080204" pitchFamily="34" charset="-128"/>
              </a:rPr>
              <a:t>25 years and counting!</a:t>
            </a:r>
          </a:p>
          <a:p>
            <a:pPr marL="914400" lvl="1" indent="-328613"/>
            <a:r>
              <a:rPr lang="en-US" altLang="en-US" sz="2800" dirty="0">
                <a:ea typeface="ＭＳ Ｐゴシック" panose="020B0600070205080204" pitchFamily="34" charset="-128"/>
              </a:rPr>
              <a:t>think of application-level changes in last 25 years: WWW, social media, streaming media, gaming, telepresence, …</a:t>
            </a:r>
          </a:p>
          <a:p>
            <a:pPr marL="914400" lvl="1" indent="-328613"/>
            <a:r>
              <a:rPr lang="en-US" altLang="en-US" sz="2800" i="1" dirty="0">
                <a:solidFill>
                  <a:srgbClr val="CC0000"/>
                </a:solidFill>
                <a:ea typeface="ＭＳ Ｐゴシック" panose="020B0600070205080204" pitchFamily="34" charset="-128"/>
              </a:rPr>
              <a:t>Why?</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IPv6: adoption</a:t>
            </a:r>
          </a:p>
        </p:txBody>
      </p:sp>
      <p:sp>
        <p:nvSpPr>
          <p:cNvPr id="4" name="TextBox 3">
            <a:extLst>
              <a:ext uri="{FF2B5EF4-FFF2-40B4-BE49-F238E27FC236}">
                <a16:creationId xmlns:a16="http://schemas.microsoft.com/office/drawing/2014/main" id="{80A49F01-0502-D745-8771-4AE4FBD24A44}"/>
              </a:ext>
            </a:extLst>
          </p:cNvPr>
          <p:cNvSpPr txBox="1"/>
          <p:nvPr/>
        </p:nvSpPr>
        <p:spPr>
          <a:xfrm>
            <a:off x="928255" y="6289964"/>
            <a:ext cx="472943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30000" noProof="0" dirty="0">
                <a:ln>
                  <a:noFill/>
                </a:ln>
                <a:solidFill>
                  <a:prstClr val="black"/>
                </a:solidFill>
                <a:effectLst/>
                <a:uLnTx/>
                <a:uFillTx/>
                <a:latin typeface="Calibri" panose="020F0502020204030204"/>
                <a:ea typeface="+mn-ea"/>
                <a:cs typeface="+mn-cs"/>
              </a:rPr>
              <a:t>1</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https://www.google.com/intl/en/ipv6/statistics.html</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Slide Number Placeholder 3">
            <a:extLst>
              <a:ext uri="{FF2B5EF4-FFF2-40B4-BE49-F238E27FC236}">
                <a16:creationId xmlns:a16="http://schemas.microsoft.com/office/drawing/2014/main" id="{93499F0B-8A43-B042-94A3-D83FC9EF406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59</a:t>
            </a:fld>
            <a:endParaRPr lang="en-US" dirty="0"/>
          </a:p>
        </p:txBody>
      </p:sp>
    </p:spTree>
    <p:extLst>
      <p:ext uri="{BB962C8B-B14F-4D97-AF65-F5344CB8AC3E}">
        <p14:creationId xmlns:p14="http://schemas.microsoft.com/office/powerpoint/2010/main" val="1737484295"/>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DCE981B-791F-D00B-27DE-D1F8B2DFA533}"/>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3C614EAF-D218-2ACB-0BA8-2C7F2799EF39}"/>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2C9F05B4-7568-12F4-59CA-5B993776F46B}"/>
              </a:ext>
            </a:extLst>
          </p:cNvPr>
          <p:cNvSpPr>
            <a:spLocks noGrp="1" noChangeArrowheads="1"/>
          </p:cNvSpPr>
          <p:nvPr>
            <p:ph sz="half" idx="2"/>
          </p:nvPr>
        </p:nvSpPr>
        <p:spPr>
          <a:xfrm>
            <a:off x="570089" y="1428299"/>
            <a:ext cx="6618109" cy="5001077"/>
          </a:xfrm>
        </p:spPr>
        <p:txBody>
          <a:bodyPr>
            <a:noAutofit/>
          </a:body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 plane</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control plane</a:t>
            </a:r>
          </a:p>
        </p:txBody>
      </p:sp>
      <p:sp>
        <p:nvSpPr>
          <p:cNvPr id="7" name="Rectangle 4">
            <a:extLst>
              <a:ext uri="{FF2B5EF4-FFF2-40B4-BE49-F238E27FC236}">
                <a16:creationId xmlns:a16="http://schemas.microsoft.com/office/drawing/2014/main" id="{36456122-83B9-654F-738D-170E4CFB0287}"/>
              </a:ext>
            </a:extLst>
          </p:cNvPr>
          <p:cNvSpPr txBox="1">
            <a:spLocks noChangeArrowheads="1"/>
          </p:cNvSpPr>
          <p:nvPr/>
        </p:nvSpPr>
        <p:spPr>
          <a:xfrm>
            <a:off x="6682013" y="3716475"/>
            <a:ext cx="5075205" cy="28164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lnSpc>
                <a:spcPct val="100000"/>
              </a:lnSpc>
              <a:buClr>
                <a:srgbClr val="010F90"/>
              </a:buClr>
            </a:pPr>
            <a:r>
              <a:rPr lang="en-US" altLang="en-US" sz="3200" dirty="0">
                <a:solidFill>
                  <a:srgbClr val="C00000"/>
                </a:solidFill>
                <a:ea typeface="ＭＳ Ｐゴシック" panose="020B0600070205080204" pitchFamily="34" charset="-128"/>
                <a:cs typeface="ＭＳ Ｐゴシック" panose="020B0600070205080204" pitchFamily="34" charset="-128"/>
              </a:rPr>
              <a:t>Generalized Forwarding</a:t>
            </a:r>
          </a:p>
          <a:p>
            <a:pPr lvl="1">
              <a:lnSpc>
                <a:spcPct val="100000"/>
              </a:lnSpc>
              <a:spcBef>
                <a:spcPts val="0"/>
              </a:spcBef>
              <a:buClr>
                <a:srgbClr val="010F90"/>
              </a:buClr>
            </a:pPr>
            <a:r>
              <a:rPr lang="en-US" altLang="en-US" sz="2800" dirty="0">
                <a:ea typeface="ＭＳ Ｐゴシック" panose="020B0600070205080204" pitchFamily="34" charset="-128"/>
              </a:rPr>
              <a:t>Match+action</a:t>
            </a:r>
          </a:p>
          <a:p>
            <a:pPr lvl="1">
              <a:lnSpc>
                <a:spcPct val="100000"/>
              </a:lnSpc>
              <a:spcBef>
                <a:spcPts val="0"/>
              </a:spcBef>
              <a:buClr>
                <a:srgbClr val="010F90"/>
              </a:buClr>
            </a:pPr>
            <a:r>
              <a:rPr lang="en-US" altLang="en-US" sz="2800" dirty="0">
                <a:ea typeface="ＭＳ Ｐゴシック" panose="020B0600070205080204" pitchFamily="34" charset="-128"/>
              </a:rPr>
              <a:t>OpenFlow</a:t>
            </a:r>
          </a:p>
          <a:p>
            <a:pPr lvl="1"/>
            <a:endParaRPr lang="en-US" altLang="en-US" dirty="0"/>
          </a:p>
        </p:txBody>
      </p:sp>
      <p:sp>
        <p:nvSpPr>
          <p:cNvPr id="8" name="Slide Number Placeholder 4">
            <a:extLst>
              <a:ext uri="{FF2B5EF4-FFF2-40B4-BE49-F238E27FC236}">
                <a16:creationId xmlns:a16="http://schemas.microsoft.com/office/drawing/2014/main" id="{135135DA-726C-79D3-C548-09FC5F95D43F}"/>
              </a:ext>
            </a:extLst>
          </p:cNvPr>
          <p:cNvSpPr>
            <a:spLocks noGrp="1"/>
          </p:cNvSpPr>
          <p:nvPr>
            <p:ph type="sldNum" sz="quarter" idx="4"/>
          </p:nvPr>
        </p:nvSpPr>
        <p:spPr>
          <a:xfrm>
            <a:off x="9219616" y="6465391"/>
            <a:ext cx="2743200" cy="365125"/>
          </a:xfrm>
        </p:spPr>
        <p:txBody>
          <a:bodyPr/>
          <a:lstStyle/>
          <a:p>
            <a:r>
              <a:rPr lang="en-US" dirty="0"/>
              <a:t>Network Layer: 4-</a:t>
            </a:r>
            <a:fld id="{C4204591-24BD-A542-B9D5-F8D8A88D2FEE}" type="slidenum">
              <a:rPr lang="en-US" smtClean="0"/>
              <a:pPr/>
              <a:t>60</a:t>
            </a:fld>
            <a:endParaRPr lang="en-US" dirty="0"/>
          </a:p>
        </p:txBody>
      </p:sp>
      <p:sp>
        <p:nvSpPr>
          <p:cNvPr id="10" name="Rectangle 4">
            <a:extLst>
              <a:ext uri="{FF2B5EF4-FFF2-40B4-BE49-F238E27FC236}">
                <a16:creationId xmlns:a16="http://schemas.microsoft.com/office/drawing/2014/main" id="{7E3A2339-645C-CE9E-FCDE-9E240179D983}"/>
              </a:ext>
            </a:extLst>
          </p:cNvPr>
          <p:cNvSpPr txBox="1">
            <a:spLocks noChangeArrowheads="1"/>
          </p:cNvSpPr>
          <p:nvPr/>
        </p:nvSpPr>
        <p:spPr>
          <a:xfrm>
            <a:off x="570088" y="2760950"/>
            <a:ext cx="6618109" cy="346132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IP: the Internet Protocol</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datagram format, addressing</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network address translation (NAT)</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IPv6</a:t>
            </a:r>
          </a:p>
        </p:txBody>
      </p:sp>
      <p:pic>
        <p:nvPicPr>
          <p:cNvPr id="3" name="Picture 2">
            <a:extLst>
              <a:ext uri="{FF2B5EF4-FFF2-40B4-BE49-F238E27FC236}">
                <a16:creationId xmlns:a16="http://schemas.microsoft.com/office/drawing/2014/main" id="{165CFCBD-C55E-4125-3AC5-3AA8291632C2}"/>
              </a:ext>
            </a:extLst>
          </p:cNvPr>
          <p:cNvPicPr>
            <a:picLocks noChangeAspect="1"/>
          </p:cNvPicPr>
          <p:nvPr/>
        </p:nvPicPr>
        <p:blipFill>
          <a:blip r:embed="rId3"/>
          <a:stretch>
            <a:fillRect/>
          </a:stretch>
        </p:blipFill>
        <p:spPr>
          <a:xfrm>
            <a:off x="6904759" y="1279236"/>
            <a:ext cx="3361460" cy="2149764"/>
          </a:xfrm>
          <a:prstGeom prst="rect">
            <a:avLst/>
          </a:prstGeom>
        </p:spPr>
      </p:pic>
    </p:spTree>
    <p:extLst>
      <p:ext uri="{BB962C8B-B14F-4D97-AF65-F5344CB8AC3E}">
        <p14:creationId xmlns:p14="http://schemas.microsoft.com/office/powerpoint/2010/main" val="21423970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dissolve">
                                      <p:cBhvr>
                                        <p:cTn id="7" dur="500"/>
                                        <p:tgtEl>
                                          <p:spTgt spid="10">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0">
                                            <p:txEl>
                                              <p:pRg st="1" end="1"/>
                                            </p:txEl>
                                          </p:spTgt>
                                        </p:tgtEl>
                                        <p:attrNameLst>
                                          <p:attrName>style.visibility</p:attrName>
                                        </p:attrNameLst>
                                      </p:cBhvr>
                                      <p:to>
                                        <p:strVal val="visible"/>
                                      </p:to>
                                    </p:set>
                                    <p:animEffect transition="in" filter="dissolve">
                                      <p:cBhvr>
                                        <p:cTn id="10" dur="500"/>
                                        <p:tgtEl>
                                          <p:spTgt spid="10">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0">
                                            <p:txEl>
                                              <p:pRg st="2" end="2"/>
                                            </p:txEl>
                                          </p:spTgt>
                                        </p:tgtEl>
                                        <p:attrNameLst>
                                          <p:attrName>style.visibility</p:attrName>
                                        </p:attrNameLst>
                                      </p:cBhvr>
                                      <p:to>
                                        <p:strVal val="visible"/>
                                      </p:to>
                                    </p:set>
                                    <p:animEffect transition="in" filter="dissolve">
                                      <p:cBhvr>
                                        <p:cTn id="13" dur="500"/>
                                        <p:tgtEl>
                                          <p:spTgt spid="10">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10">
                                            <p:txEl>
                                              <p:pRg st="3" end="3"/>
                                            </p:txEl>
                                          </p:spTgt>
                                        </p:tgtEl>
                                        <p:attrNameLst>
                                          <p:attrName>style.visibility</p:attrName>
                                        </p:attrNameLst>
                                      </p:cBhvr>
                                      <p:to>
                                        <p:strVal val="visible"/>
                                      </p:to>
                                    </p:set>
                                    <p:animEffect transition="in" filter="dissolve">
                                      <p:cBhvr>
                                        <p:cTn id="16" dur="500"/>
                                        <p:tgtEl>
                                          <p:spTgt spid="10">
                                            <p:txEl>
                                              <p:pRg st="3" end="3"/>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dissolve">
                                      <p:cBhvr>
                                        <p:cTn id="21"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build="p"/>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BF20255E-462F-0E4B-A829-1C635A9D2E89}"/>
              </a:ext>
            </a:extLst>
          </p:cNvPr>
          <p:cNvGrpSpPr/>
          <p:nvPr/>
        </p:nvGrpSpPr>
        <p:grpSpPr>
          <a:xfrm>
            <a:off x="2020188" y="2244830"/>
            <a:ext cx="6996667" cy="1258851"/>
            <a:chOff x="1372488" y="5470630"/>
            <a:chExt cx="6996667" cy="1258851"/>
          </a:xfrm>
        </p:grpSpPr>
        <p:sp>
          <p:nvSpPr>
            <p:cNvPr id="887" name="Freeform 2">
              <a:extLst>
                <a:ext uri="{FF2B5EF4-FFF2-40B4-BE49-F238E27FC236}">
                  <a16:creationId xmlns:a16="http://schemas.microsoft.com/office/drawing/2014/main" id="{73B896A4-C009-EC47-9EB3-507C0C7CCB88}"/>
                </a:ext>
              </a:extLst>
            </p:cNvPr>
            <p:cNvSpPr>
              <a:spLocks/>
            </p:cNvSpPr>
            <p:nvPr/>
          </p:nvSpPr>
          <p:spPr bwMode="auto">
            <a:xfrm>
              <a:off x="4341668" y="5789681"/>
              <a:ext cx="4027487" cy="939800"/>
            </a:xfrm>
            <a:custGeom>
              <a:avLst/>
              <a:gdLst>
                <a:gd name="T0" fmla="*/ 2147483647 w 10001"/>
                <a:gd name="T1" fmla="*/ 2147483647 h 10125"/>
                <a:gd name="T2" fmla="*/ 2147483647 w 10001"/>
                <a:gd name="T3" fmla="*/ 2147483647 h 10125"/>
                <a:gd name="T4" fmla="*/ 2147483647 w 10001"/>
                <a:gd name="T5" fmla="*/ 2147483647 h 10125"/>
                <a:gd name="T6" fmla="*/ 2147483647 w 10001"/>
                <a:gd name="T7" fmla="*/ 0 h 10125"/>
                <a:gd name="T8" fmla="*/ 2147483647 w 10001"/>
                <a:gd name="T9" fmla="*/ 2147483647 h 10125"/>
                <a:gd name="T10" fmla="*/ 2147483647 w 10001"/>
                <a:gd name="T11" fmla="*/ 2147483647 h 10125"/>
                <a:gd name="T12" fmla="*/ 2147483647 w 10001"/>
                <a:gd name="T13" fmla="*/ 2147483647 h 10125"/>
                <a:gd name="T14" fmla="*/ 2147483647 w 10001"/>
                <a:gd name="T15" fmla="*/ 2147483647 h 10125"/>
                <a:gd name="T16" fmla="*/ 2147483647 w 10001"/>
                <a:gd name="T17" fmla="*/ 2147483647 h 10125"/>
                <a:gd name="T18" fmla="*/ 2147483647 w 10001"/>
                <a:gd name="T19" fmla="*/ 2147483647 h 10125"/>
                <a:gd name="T20" fmla="*/ 2147483647 w 10001"/>
                <a:gd name="T21" fmla="*/ 2147483647 h 10125"/>
                <a:gd name="T22" fmla="*/ 2147483647 w 10001"/>
                <a:gd name="T23" fmla="*/ 2147483647 h 10125"/>
                <a:gd name="T24" fmla="*/ 2147483647 w 10001"/>
                <a:gd name="T25" fmla="*/ 2147483647 h 10125"/>
                <a:gd name="T26" fmla="*/ 2147483647 w 10001"/>
                <a:gd name="T27" fmla="*/ 2147483647 h 10125"/>
                <a:gd name="T28" fmla="*/ 2147483647 w 10001"/>
                <a:gd name="T29" fmla="*/ 2147483647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888" name="Straight Connector 887">
              <a:extLst>
                <a:ext uri="{FF2B5EF4-FFF2-40B4-BE49-F238E27FC236}">
                  <a16:creationId xmlns:a16="http://schemas.microsoft.com/office/drawing/2014/main" id="{BFDE916B-AF97-DB4F-88E3-3211F74E07F5}"/>
                </a:ext>
              </a:extLst>
            </p:cNvPr>
            <p:cNvCxnSpPr/>
            <p:nvPr/>
          </p:nvCxnSpPr>
          <p:spPr>
            <a:xfrm flipV="1">
              <a:off x="5011593" y="5940494"/>
              <a:ext cx="1316037" cy="131762"/>
            </a:xfrm>
            <a:prstGeom prst="line">
              <a:avLst/>
            </a:prstGeom>
            <a:noFill/>
            <a:ln w="12700" cap="flat" cmpd="sng" algn="ctr">
              <a:solidFill>
                <a:srgbClr val="000000"/>
              </a:solidFill>
              <a:prstDash val="solid"/>
            </a:ln>
            <a:effectLst/>
          </p:spPr>
        </p:cxnSp>
        <p:cxnSp>
          <p:nvCxnSpPr>
            <p:cNvPr id="889" name="Straight Connector 888">
              <a:extLst>
                <a:ext uri="{FF2B5EF4-FFF2-40B4-BE49-F238E27FC236}">
                  <a16:creationId xmlns:a16="http://schemas.microsoft.com/office/drawing/2014/main" id="{11A6A20F-5B1F-E34C-A889-7D7216BC52A6}"/>
                </a:ext>
              </a:extLst>
            </p:cNvPr>
            <p:cNvCxnSpPr/>
            <p:nvPr/>
          </p:nvCxnSpPr>
          <p:spPr>
            <a:xfrm>
              <a:off x="4900468" y="6127819"/>
              <a:ext cx="2259012" cy="298450"/>
            </a:xfrm>
            <a:prstGeom prst="line">
              <a:avLst/>
            </a:prstGeom>
            <a:noFill/>
            <a:ln w="12700" cap="flat" cmpd="sng" algn="ctr">
              <a:solidFill>
                <a:srgbClr val="000000"/>
              </a:solidFill>
              <a:prstDash val="solid"/>
            </a:ln>
            <a:effectLst/>
          </p:spPr>
        </p:cxnSp>
        <p:cxnSp>
          <p:nvCxnSpPr>
            <p:cNvPr id="890" name="Straight Connector 889">
              <a:extLst>
                <a:ext uri="{FF2B5EF4-FFF2-40B4-BE49-F238E27FC236}">
                  <a16:creationId xmlns:a16="http://schemas.microsoft.com/office/drawing/2014/main" id="{EC3A188E-9403-584D-9DE4-BD063B6A9984}"/>
                </a:ext>
              </a:extLst>
            </p:cNvPr>
            <p:cNvCxnSpPr/>
            <p:nvPr/>
          </p:nvCxnSpPr>
          <p:spPr>
            <a:xfrm>
              <a:off x="4913168" y="6232594"/>
              <a:ext cx="714375" cy="276225"/>
            </a:xfrm>
            <a:prstGeom prst="line">
              <a:avLst/>
            </a:prstGeom>
            <a:noFill/>
            <a:ln w="12700" cap="flat" cmpd="sng" algn="ctr">
              <a:solidFill>
                <a:srgbClr val="000000"/>
              </a:solidFill>
              <a:prstDash val="solid"/>
            </a:ln>
            <a:effectLst/>
          </p:spPr>
        </p:cxnSp>
        <p:cxnSp>
          <p:nvCxnSpPr>
            <p:cNvPr id="891" name="Straight Connector 890">
              <a:extLst>
                <a:ext uri="{FF2B5EF4-FFF2-40B4-BE49-F238E27FC236}">
                  <a16:creationId xmlns:a16="http://schemas.microsoft.com/office/drawing/2014/main" id="{CA8EFEA7-A8AA-F945-BA1D-4ACB721622E5}"/>
                </a:ext>
              </a:extLst>
            </p:cNvPr>
            <p:cNvCxnSpPr/>
            <p:nvPr/>
          </p:nvCxnSpPr>
          <p:spPr>
            <a:xfrm flipV="1">
              <a:off x="5930755" y="6426269"/>
              <a:ext cx="1247775" cy="82550"/>
            </a:xfrm>
            <a:prstGeom prst="line">
              <a:avLst/>
            </a:prstGeom>
            <a:noFill/>
            <a:ln w="12700" cap="flat" cmpd="sng" algn="ctr">
              <a:solidFill>
                <a:srgbClr val="000000"/>
              </a:solidFill>
              <a:prstDash val="solid"/>
            </a:ln>
            <a:effectLst/>
          </p:spPr>
        </p:cxnSp>
        <p:cxnSp>
          <p:nvCxnSpPr>
            <p:cNvPr id="892" name="Straight Connector 891">
              <a:extLst>
                <a:ext uri="{FF2B5EF4-FFF2-40B4-BE49-F238E27FC236}">
                  <a16:creationId xmlns:a16="http://schemas.microsoft.com/office/drawing/2014/main" id="{B2D0340F-062D-4B43-ADB5-74954D542D1B}"/>
                </a:ext>
              </a:extLst>
            </p:cNvPr>
            <p:cNvCxnSpPr/>
            <p:nvPr/>
          </p:nvCxnSpPr>
          <p:spPr>
            <a:xfrm>
              <a:off x="6591155" y="5973831"/>
              <a:ext cx="1057275" cy="123825"/>
            </a:xfrm>
            <a:prstGeom prst="line">
              <a:avLst/>
            </a:prstGeom>
            <a:noFill/>
            <a:ln w="12700" cap="flat" cmpd="sng" algn="ctr">
              <a:solidFill>
                <a:srgbClr val="000000"/>
              </a:solidFill>
              <a:prstDash val="solid"/>
            </a:ln>
            <a:effectLst/>
          </p:spPr>
        </p:cxnSp>
        <p:cxnSp>
          <p:nvCxnSpPr>
            <p:cNvPr id="893" name="Straight Connector 892">
              <a:extLst>
                <a:ext uri="{FF2B5EF4-FFF2-40B4-BE49-F238E27FC236}">
                  <a16:creationId xmlns:a16="http://schemas.microsoft.com/office/drawing/2014/main" id="{694966F7-E79E-AC42-A981-710223649ACC}"/>
                </a:ext>
              </a:extLst>
            </p:cNvPr>
            <p:cNvCxnSpPr/>
            <p:nvPr/>
          </p:nvCxnSpPr>
          <p:spPr>
            <a:xfrm flipV="1">
              <a:off x="5875193" y="6127819"/>
              <a:ext cx="1790700" cy="298450"/>
            </a:xfrm>
            <a:prstGeom prst="line">
              <a:avLst/>
            </a:prstGeom>
            <a:noFill/>
            <a:ln w="12700" cap="flat" cmpd="sng" algn="ctr">
              <a:solidFill>
                <a:srgbClr val="000000"/>
              </a:solidFill>
              <a:prstDash val="solid"/>
            </a:ln>
            <a:effectLst/>
          </p:spPr>
        </p:cxnSp>
        <p:cxnSp>
          <p:nvCxnSpPr>
            <p:cNvPr id="894" name="Straight Connector 893">
              <a:extLst>
                <a:ext uri="{FF2B5EF4-FFF2-40B4-BE49-F238E27FC236}">
                  <a16:creationId xmlns:a16="http://schemas.microsoft.com/office/drawing/2014/main" id="{E084439A-562F-9047-916D-8BFA8D983C78}"/>
                </a:ext>
              </a:extLst>
            </p:cNvPr>
            <p:cNvCxnSpPr/>
            <p:nvPr/>
          </p:nvCxnSpPr>
          <p:spPr>
            <a:xfrm flipV="1">
              <a:off x="7202343" y="6156394"/>
              <a:ext cx="588962" cy="269875"/>
            </a:xfrm>
            <a:prstGeom prst="line">
              <a:avLst/>
            </a:prstGeom>
            <a:noFill/>
            <a:ln w="12700" cap="flat" cmpd="sng" algn="ctr">
              <a:solidFill>
                <a:srgbClr val="000000"/>
              </a:solidFill>
              <a:prstDash val="solid"/>
            </a:ln>
            <a:effectLst/>
          </p:spPr>
        </p:cxnSp>
        <p:cxnSp>
          <p:nvCxnSpPr>
            <p:cNvPr id="895" name="Straight Connector 894">
              <a:extLst>
                <a:ext uri="{FF2B5EF4-FFF2-40B4-BE49-F238E27FC236}">
                  <a16:creationId xmlns:a16="http://schemas.microsoft.com/office/drawing/2014/main" id="{B834EF84-01CE-DB43-AA3A-31C4F6601F10}"/>
                </a:ext>
              </a:extLst>
            </p:cNvPr>
            <p:cNvCxnSpPr/>
            <p:nvPr/>
          </p:nvCxnSpPr>
          <p:spPr>
            <a:xfrm>
              <a:off x="6345093" y="5940494"/>
              <a:ext cx="814387" cy="401637"/>
            </a:xfrm>
            <a:prstGeom prst="line">
              <a:avLst/>
            </a:prstGeom>
            <a:noFill/>
            <a:ln w="12700" cap="flat" cmpd="sng" algn="ctr">
              <a:solidFill>
                <a:srgbClr val="000000"/>
              </a:solidFill>
              <a:prstDash val="solid"/>
            </a:ln>
            <a:effectLst/>
          </p:spPr>
        </p:cxnSp>
        <p:grpSp>
          <p:nvGrpSpPr>
            <p:cNvPr id="1069" name="Group 347">
              <a:extLst>
                <a:ext uri="{FF2B5EF4-FFF2-40B4-BE49-F238E27FC236}">
                  <a16:creationId xmlns:a16="http://schemas.microsoft.com/office/drawing/2014/main" id="{4D6C1728-73DE-F748-A0E0-11321B8F7571}"/>
                </a:ext>
              </a:extLst>
            </p:cNvPr>
            <p:cNvGrpSpPr>
              <a:grpSpLocks/>
            </p:cNvGrpSpPr>
            <p:nvPr/>
          </p:nvGrpSpPr>
          <p:grpSpPr bwMode="auto">
            <a:xfrm>
              <a:off x="7605568" y="5983356"/>
              <a:ext cx="588962" cy="242888"/>
              <a:chOff x="1871277" y="1576300"/>
              <a:chExt cx="1128371" cy="437861"/>
            </a:xfrm>
          </p:grpSpPr>
          <p:sp>
            <p:nvSpPr>
              <p:cNvPr id="1070" name="Oval 1069">
                <a:extLst>
                  <a:ext uri="{FF2B5EF4-FFF2-40B4-BE49-F238E27FC236}">
                    <a16:creationId xmlns:a16="http://schemas.microsoft.com/office/drawing/2014/main" id="{BD0DE6BC-801F-2349-B339-2073DD002B17}"/>
                  </a:ext>
                </a:extLst>
              </p:cNvPr>
              <p:cNvSpPr>
                <a:spLocks noChangeArrowheads="1"/>
              </p:cNvSpPr>
              <p:nvPr/>
            </p:nvSpPr>
            <p:spPr bwMode="auto">
              <a:xfrm flipV="1">
                <a:off x="1874317" y="1693636"/>
                <a:ext cx="1125331" cy="320525"/>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71" name="Rectangle 1070">
                <a:extLst>
                  <a:ext uri="{FF2B5EF4-FFF2-40B4-BE49-F238E27FC236}">
                    <a16:creationId xmlns:a16="http://schemas.microsoft.com/office/drawing/2014/main" id="{8006CA96-E3FA-9945-9B82-02259999272B}"/>
                  </a:ext>
                </a:extLst>
              </p:cNvPr>
              <p:cNvSpPr/>
              <p:nvPr/>
            </p:nvSpPr>
            <p:spPr bwMode="auto">
              <a:xfrm>
                <a:off x="1871277" y="1739425"/>
                <a:ext cx="1128371" cy="117334"/>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72" name="Oval 1071">
                <a:extLst>
                  <a:ext uri="{FF2B5EF4-FFF2-40B4-BE49-F238E27FC236}">
                    <a16:creationId xmlns:a16="http://schemas.microsoft.com/office/drawing/2014/main" id="{AC968267-A70E-0B48-9B2B-F3F7549B2DF9}"/>
                  </a:ext>
                </a:extLst>
              </p:cNvPr>
              <p:cNvSpPr>
                <a:spLocks noChangeArrowheads="1"/>
              </p:cNvSpPr>
              <p:nvPr/>
            </p:nvSpPr>
            <p:spPr bwMode="auto">
              <a:xfrm flipV="1">
                <a:off x="1871277" y="1576300"/>
                <a:ext cx="1125331" cy="320525"/>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73" name="Freeform 1072">
                <a:extLst>
                  <a:ext uri="{FF2B5EF4-FFF2-40B4-BE49-F238E27FC236}">
                    <a16:creationId xmlns:a16="http://schemas.microsoft.com/office/drawing/2014/main" id="{3543F393-921B-2544-AAF2-81DE265DCA01}"/>
                  </a:ext>
                </a:extLst>
              </p:cNvPr>
              <p:cNvSpPr/>
              <p:nvPr/>
            </p:nvSpPr>
            <p:spPr bwMode="auto">
              <a:xfrm>
                <a:off x="2160212" y="1673602"/>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74" name="Freeform 1073">
                <a:extLst>
                  <a:ext uri="{FF2B5EF4-FFF2-40B4-BE49-F238E27FC236}">
                    <a16:creationId xmlns:a16="http://schemas.microsoft.com/office/drawing/2014/main" id="{36A99124-4AE5-ED4F-A834-C0222885AECB}"/>
                  </a:ext>
                </a:extLst>
              </p:cNvPr>
              <p:cNvSpPr>
                <a:spLocks/>
              </p:cNvSpPr>
              <p:nvPr/>
            </p:nvSpPr>
            <p:spPr bwMode="auto">
              <a:xfrm>
                <a:off x="2102426" y="1633537"/>
                <a:ext cx="663033" cy="111612"/>
              </a:xfrm>
              <a:custGeom>
                <a:avLst/>
                <a:gdLst>
                  <a:gd name="T0" fmla="*/ 0 w 3723451"/>
                  <a:gd name="T1" fmla="*/ 27306 h 932950"/>
                  <a:gd name="T2" fmla="*/ 116665 w 3723451"/>
                  <a:gd name="T3" fmla="*/ 322 h 932950"/>
                  <a:gd name="T4" fmla="*/ 330457 w 3723451"/>
                  <a:gd name="T5" fmla="*/ 62277 h 932950"/>
                  <a:gd name="T6" fmla="*/ 534418 w 3723451"/>
                  <a:gd name="T7" fmla="*/ 0 h 932950"/>
                  <a:gd name="T8" fmla="*/ 663033 w 3723451"/>
                  <a:gd name="T9" fmla="*/ 24782 h 932950"/>
                  <a:gd name="T10" fmla="*/ 567343 w 3723451"/>
                  <a:gd name="T11" fmla="*/ 55256 h 932950"/>
                  <a:gd name="T12" fmla="*/ 536535 w 3723451"/>
                  <a:gd name="T13" fmla="*/ 47040 h 932950"/>
                  <a:gd name="T14" fmla="*/ 334214 w 3723451"/>
                  <a:gd name="T15" fmla="*/ 111612 h 932950"/>
                  <a:gd name="T16" fmla="*/ 126717 w 3723451"/>
                  <a:gd name="T17" fmla="*/ 49415 h 932950"/>
                  <a:gd name="T18" fmla="*/ 93168 w 3723451"/>
                  <a:gd name="T19" fmla="*/ 56128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5" name="Freeform 1074">
                <a:extLst>
                  <a:ext uri="{FF2B5EF4-FFF2-40B4-BE49-F238E27FC236}">
                    <a16:creationId xmlns:a16="http://schemas.microsoft.com/office/drawing/2014/main" id="{9CE3F7E2-B553-1E45-88FC-E2E1EC32F46A}"/>
                  </a:ext>
                </a:extLst>
              </p:cNvPr>
              <p:cNvSpPr>
                <a:spLocks/>
              </p:cNvSpPr>
              <p:nvPr/>
            </p:nvSpPr>
            <p:spPr bwMode="auto">
              <a:xfrm>
                <a:off x="2537350" y="1727978"/>
                <a:ext cx="243315" cy="97302"/>
              </a:xfrm>
              <a:custGeom>
                <a:avLst/>
                <a:gdLst>
                  <a:gd name="T0" fmla="*/ 0 w 1366596"/>
                  <a:gd name="T1" fmla="*/ 0 h 809868"/>
                  <a:gd name="T2" fmla="*/ 243315 w 1366596"/>
                  <a:gd name="T3" fmla="*/ 75188 h 809868"/>
                  <a:gd name="T4" fmla="*/ 154017 w 1366596"/>
                  <a:gd name="T5" fmla="*/ 97302 h 809868"/>
                  <a:gd name="T6" fmla="*/ 819 w 1366596"/>
                  <a:gd name="T7" fmla="*/ 5141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6" name="Freeform 1075">
                <a:extLst>
                  <a:ext uri="{FF2B5EF4-FFF2-40B4-BE49-F238E27FC236}">
                    <a16:creationId xmlns:a16="http://schemas.microsoft.com/office/drawing/2014/main" id="{D7BB9DED-4899-7649-AEBA-749DA452790C}"/>
                  </a:ext>
                </a:extLst>
              </p:cNvPr>
              <p:cNvSpPr>
                <a:spLocks/>
              </p:cNvSpPr>
              <p:nvPr/>
            </p:nvSpPr>
            <p:spPr bwMode="auto">
              <a:xfrm>
                <a:off x="2090260" y="1730839"/>
                <a:ext cx="240272" cy="97302"/>
              </a:xfrm>
              <a:custGeom>
                <a:avLst/>
                <a:gdLst>
                  <a:gd name="T0" fmla="*/ 236992 w 1348191"/>
                  <a:gd name="T1" fmla="*/ 0 h 791462"/>
                  <a:gd name="T2" fmla="*/ 240272 w 1348191"/>
                  <a:gd name="T3" fmla="*/ 46954 h 791462"/>
                  <a:gd name="T4" fmla="*/ 86924 w 1348191"/>
                  <a:gd name="T5" fmla="*/ 97302 h 791462"/>
                  <a:gd name="T6" fmla="*/ 0 w 1348191"/>
                  <a:gd name="T7" fmla="*/ 75239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77" name="Straight Connector 1076">
                <a:extLst>
                  <a:ext uri="{FF2B5EF4-FFF2-40B4-BE49-F238E27FC236}">
                    <a16:creationId xmlns:a16="http://schemas.microsoft.com/office/drawing/2014/main" id="{E8965662-2E9A-0244-946F-4423CC691CFA}"/>
                  </a:ext>
                </a:extLst>
              </p:cNvPr>
              <p:cNvCxnSpPr>
                <a:cxnSpLocks noChangeShapeType="1"/>
                <a:endCxn id="1072" idx="2"/>
              </p:cNvCxnSpPr>
              <p:nvPr/>
            </p:nvCxnSpPr>
            <p:spPr bwMode="auto">
              <a:xfrm flipH="1" flipV="1">
                <a:off x="1871277" y="1736563"/>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78" name="Straight Connector 1077">
                <a:extLst>
                  <a:ext uri="{FF2B5EF4-FFF2-40B4-BE49-F238E27FC236}">
                    <a16:creationId xmlns:a16="http://schemas.microsoft.com/office/drawing/2014/main" id="{857BA7A2-209C-0B4F-9F2F-F5D9E12C5791}"/>
                  </a:ext>
                </a:extLst>
              </p:cNvPr>
              <p:cNvCxnSpPr>
                <a:cxnSpLocks noChangeShapeType="1"/>
              </p:cNvCxnSpPr>
              <p:nvPr/>
            </p:nvCxnSpPr>
            <p:spPr bwMode="auto">
              <a:xfrm flipH="1" flipV="1">
                <a:off x="2996608" y="1733702"/>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79" name="Group 347">
              <a:extLst>
                <a:ext uri="{FF2B5EF4-FFF2-40B4-BE49-F238E27FC236}">
                  <a16:creationId xmlns:a16="http://schemas.microsoft.com/office/drawing/2014/main" id="{23A5395A-73E4-9545-9CCB-0643AECEF709}"/>
                </a:ext>
              </a:extLst>
            </p:cNvPr>
            <p:cNvGrpSpPr>
              <a:grpSpLocks/>
            </p:cNvGrpSpPr>
            <p:nvPr/>
          </p:nvGrpSpPr>
          <p:grpSpPr bwMode="auto">
            <a:xfrm>
              <a:off x="6124430" y="5842069"/>
              <a:ext cx="588963" cy="242887"/>
              <a:chOff x="1871277" y="1576300"/>
              <a:chExt cx="1128371" cy="437861"/>
            </a:xfrm>
          </p:grpSpPr>
          <p:sp>
            <p:nvSpPr>
              <p:cNvPr id="1080" name="Oval 1079">
                <a:extLst>
                  <a:ext uri="{FF2B5EF4-FFF2-40B4-BE49-F238E27FC236}">
                    <a16:creationId xmlns:a16="http://schemas.microsoft.com/office/drawing/2014/main" id="{DF4469B4-1A62-884E-B93E-2088628FCF9A}"/>
                  </a:ext>
                </a:extLst>
              </p:cNvPr>
              <p:cNvSpPr>
                <a:spLocks noChangeArrowheads="1"/>
              </p:cNvSpPr>
              <p:nvPr/>
            </p:nvSpPr>
            <p:spPr bwMode="auto">
              <a:xfrm flipV="1">
                <a:off x="1874319" y="1693635"/>
                <a:ext cx="1125329"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81" name="Rectangle 1080">
                <a:extLst>
                  <a:ext uri="{FF2B5EF4-FFF2-40B4-BE49-F238E27FC236}">
                    <a16:creationId xmlns:a16="http://schemas.microsoft.com/office/drawing/2014/main" id="{CEED749C-6638-6040-A523-CBE05E8011F2}"/>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82" name="Oval 1081">
                <a:extLst>
                  <a:ext uri="{FF2B5EF4-FFF2-40B4-BE49-F238E27FC236}">
                    <a16:creationId xmlns:a16="http://schemas.microsoft.com/office/drawing/2014/main" id="{E82E8A3A-0CDF-0142-A8D4-2A7F88E464C9}"/>
                  </a:ext>
                </a:extLst>
              </p:cNvPr>
              <p:cNvSpPr>
                <a:spLocks noChangeArrowheads="1"/>
              </p:cNvSpPr>
              <p:nvPr/>
            </p:nvSpPr>
            <p:spPr bwMode="auto">
              <a:xfrm flipV="1">
                <a:off x="1871277" y="1576300"/>
                <a:ext cx="1125329"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83" name="Freeform 1082">
                <a:extLst>
                  <a:ext uri="{FF2B5EF4-FFF2-40B4-BE49-F238E27FC236}">
                    <a16:creationId xmlns:a16="http://schemas.microsoft.com/office/drawing/2014/main" id="{20B0C69D-2EFF-CC4C-91E3-DE028EA90E90}"/>
                  </a:ext>
                </a:extLst>
              </p:cNvPr>
              <p:cNvSpPr/>
              <p:nvPr/>
            </p:nvSpPr>
            <p:spPr bwMode="auto">
              <a:xfrm>
                <a:off x="2160214" y="1673603"/>
                <a:ext cx="547457"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84" name="Freeform 1083">
                <a:extLst>
                  <a:ext uri="{FF2B5EF4-FFF2-40B4-BE49-F238E27FC236}">
                    <a16:creationId xmlns:a16="http://schemas.microsoft.com/office/drawing/2014/main" id="{8F166C83-2DE4-AA4C-934F-358B1ABBD003}"/>
                  </a:ext>
                </a:extLst>
              </p:cNvPr>
              <p:cNvSpPr>
                <a:spLocks/>
              </p:cNvSpPr>
              <p:nvPr/>
            </p:nvSpPr>
            <p:spPr bwMode="auto">
              <a:xfrm>
                <a:off x="2102426" y="1633537"/>
                <a:ext cx="663031" cy="111611"/>
              </a:xfrm>
              <a:custGeom>
                <a:avLst/>
                <a:gdLst>
                  <a:gd name="T0" fmla="*/ 0 w 3723451"/>
                  <a:gd name="T1" fmla="*/ 27306 h 932950"/>
                  <a:gd name="T2" fmla="*/ 116665 w 3723451"/>
                  <a:gd name="T3" fmla="*/ 322 h 932950"/>
                  <a:gd name="T4" fmla="*/ 330456 w 3723451"/>
                  <a:gd name="T5" fmla="*/ 62276 h 932950"/>
                  <a:gd name="T6" fmla="*/ 534416 w 3723451"/>
                  <a:gd name="T7" fmla="*/ 0 h 932950"/>
                  <a:gd name="T8" fmla="*/ 663031 w 3723451"/>
                  <a:gd name="T9" fmla="*/ 24782 h 932950"/>
                  <a:gd name="T10" fmla="*/ 567342 w 3723451"/>
                  <a:gd name="T11" fmla="*/ 55255 h 932950"/>
                  <a:gd name="T12" fmla="*/ 536534 w 3723451"/>
                  <a:gd name="T13" fmla="*/ 47039 h 932950"/>
                  <a:gd name="T14" fmla="*/ 334213 w 3723451"/>
                  <a:gd name="T15" fmla="*/ 111611 h 932950"/>
                  <a:gd name="T16" fmla="*/ 126716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5" name="Freeform 1084">
                <a:extLst>
                  <a:ext uri="{FF2B5EF4-FFF2-40B4-BE49-F238E27FC236}">
                    <a16:creationId xmlns:a16="http://schemas.microsoft.com/office/drawing/2014/main" id="{64120D6F-CF36-7A4B-868D-9522C1F79454}"/>
                  </a:ext>
                </a:extLst>
              </p:cNvPr>
              <p:cNvSpPr>
                <a:spLocks/>
              </p:cNvSpPr>
              <p:nvPr/>
            </p:nvSpPr>
            <p:spPr bwMode="auto">
              <a:xfrm>
                <a:off x="2537351" y="1727977"/>
                <a:ext cx="243314" cy="97303"/>
              </a:xfrm>
              <a:custGeom>
                <a:avLst/>
                <a:gdLst>
                  <a:gd name="T0" fmla="*/ 0 w 1366596"/>
                  <a:gd name="T1" fmla="*/ 0 h 809868"/>
                  <a:gd name="T2" fmla="*/ 243314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6" name="Freeform 1085">
                <a:extLst>
                  <a:ext uri="{FF2B5EF4-FFF2-40B4-BE49-F238E27FC236}">
                    <a16:creationId xmlns:a16="http://schemas.microsoft.com/office/drawing/2014/main" id="{8477E0BD-F61A-594C-8419-6BA64D7DFCE7}"/>
                  </a:ext>
                </a:extLst>
              </p:cNvPr>
              <p:cNvSpPr>
                <a:spLocks/>
              </p:cNvSpPr>
              <p:nvPr/>
            </p:nvSpPr>
            <p:spPr bwMode="auto">
              <a:xfrm>
                <a:off x="2090260" y="1730839"/>
                <a:ext cx="240274" cy="97303"/>
              </a:xfrm>
              <a:custGeom>
                <a:avLst/>
                <a:gdLst>
                  <a:gd name="T0" fmla="*/ 236994 w 1348191"/>
                  <a:gd name="T1" fmla="*/ 0 h 791462"/>
                  <a:gd name="T2" fmla="*/ 240274 w 1348191"/>
                  <a:gd name="T3" fmla="*/ 46954 h 791462"/>
                  <a:gd name="T4" fmla="*/ 86925 w 1348191"/>
                  <a:gd name="T5" fmla="*/ 97303 h 791462"/>
                  <a:gd name="T6" fmla="*/ 0 w 1348191"/>
                  <a:gd name="T7" fmla="*/ 75240 h 791462"/>
                  <a:gd name="T8" fmla="*/ 236994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87" name="Straight Connector 1086">
                <a:extLst>
                  <a:ext uri="{FF2B5EF4-FFF2-40B4-BE49-F238E27FC236}">
                    <a16:creationId xmlns:a16="http://schemas.microsoft.com/office/drawing/2014/main" id="{53F7848D-82FC-7641-AC58-517C9B2FB854}"/>
                  </a:ext>
                </a:extLst>
              </p:cNvPr>
              <p:cNvCxnSpPr>
                <a:cxnSpLocks noChangeShapeType="1"/>
                <a:endCxn id="1082" idx="2"/>
              </p:cNvCxnSpPr>
              <p:nvPr/>
            </p:nvCxnSpPr>
            <p:spPr bwMode="auto">
              <a:xfrm flipH="1" flipV="1">
                <a:off x="1871277" y="1736563"/>
                <a:ext cx="3042"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88" name="Straight Connector 1087">
                <a:extLst>
                  <a:ext uri="{FF2B5EF4-FFF2-40B4-BE49-F238E27FC236}">
                    <a16:creationId xmlns:a16="http://schemas.microsoft.com/office/drawing/2014/main" id="{EA830BBF-D185-DB42-96F5-34C5273F4B6F}"/>
                  </a:ext>
                </a:extLst>
              </p:cNvPr>
              <p:cNvCxnSpPr>
                <a:cxnSpLocks noChangeShapeType="1"/>
              </p:cNvCxnSpPr>
              <p:nvPr/>
            </p:nvCxnSpPr>
            <p:spPr bwMode="auto">
              <a:xfrm flipH="1" flipV="1">
                <a:off x="2996606" y="1733700"/>
                <a:ext cx="3042"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89" name="Group 347">
              <a:extLst>
                <a:ext uri="{FF2B5EF4-FFF2-40B4-BE49-F238E27FC236}">
                  <a16:creationId xmlns:a16="http://schemas.microsoft.com/office/drawing/2014/main" id="{B6A937C7-17A9-A648-A780-A8D67F2249E6}"/>
                </a:ext>
              </a:extLst>
            </p:cNvPr>
            <p:cNvGrpSpPr>
              <a:grpSpLocks/>
            </p:cNvGrpSpPr>
            <p:nvPr/>
          </p:nvGrpSpPr>
          <p:grpSpPr bwMode="auto">
            <a:xfrm>
              <a:off x="6916593" y="6302444"/>
              <a:ext cx="588962" cy="242887"/>
              <a:chOff x="1871277" y="1576300"/>
              <a:chExt cx="1128371" cy="437861"/>
            </a:xfrm>
          </p:grpSpPr>
          <p:sp>
            <p:nvSpPr>
              <p:cNvPr id="1090" name="Oval 1089">
                <a:extLst>
                  <a:ext uri="{FF2B5EF4-FFF2-40B4-BE49-F238E27FC236}">
                    <a16:creationId xmlns:a16="http://schemas.microsoft.com/office/drawing/2014/main" id="{21A30E2F-9F7B-DC47-908B-38849C8FE198}"/>
                  </a:ext>
                </a:extLst>
              </p:cNvPr>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91" name="Rectangle 1090">
                <a:extLst>
                  <a:ext uri="{FF2B5EF4-FFF2-40B4-BE49-F238E27FC236}">
                    <a16:creationId xmlns:a16="http://schemas.microsoft.com/office/drawing/2014/main" id="{368E56E7-1038-F843-8824-9F2406D135DC}"/>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92" name="Oval 1091">
                <a:extLst>
                  <a:ext uri="{FF2B5EF4-FFF2-40B4-BE49-F238E27FC236}">
                    <a16:creationId xmlns:a16="http://schemas.microsoft.com/office/drawing/2014/main" id="{5E09C5D1-4489-9245-906B-AB737B65B939}"/>
                  </a:ext>
                </a:extLst>
              </p:cNvPr>
              <p:cNvSpPr>
                <a:spLocks noChangeArrowheads="1"/>
              </p:cNvSpPr>
              <p:nvPr/>
            </p:nvSpPr>
            <p:spPr bwMode="auto">
              <a:xfrm flipV="1">
                <a:off x="1871277" y="1576300"/>
                <a:ext cx="1125331"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93" name="Freeform 1092">
                <a:extLst>
                  <a:ext uri="{FF2B5EF4-FFF2-40B4-BE49-F238E27FC236}">
                    <a16:creationId xmlns:a16="http://schemas.microsoft.com/office/drawing/2014/main" id="{60675A58-4EA5-F645-8293-8D562D37C4A7}"/>
                  </a:ext>
                </a:extLst>
              </p:cNvPr>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94" name="Freeform 1093">
                <a:extLst>
                  <a:ext uri="{FF2B5EF4-FFF2-40B4-BE49-F238E27FC236}">
                    <a16:creationId xmlns:a16="http://schemas.microsoft.com/office/drawing/2014/main" id="{936A0061-F839-A048-9329-4BA74387A855}"/>
                  </a:ext>
                </a:extLst>
              </p:cNvPr>
              <p:cNvSpPr>
                <a:spLocks/>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5" name="Freeform 1094">
                <a:extLst>
                  <a:ext uri="{FF2B5EF4-FFF2-40B4-BE49-F238E27FC236}">
                    <a16:creationId xmlns:a16="http://schemas.microsoft.com/office/drawing/2014/main" id="{5010EAA9-D9FE-B348-B497-E58DC4A70242}"/>
                  </a:ext>
                </a:extLst>
              </p:cNvPr>
              <p:cNvSpPr>
                <a:spLocks/>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6" name="Freeform 1095">
                <a:extLst>
                  <a:ext uri="{FF2B5EF4-FFF2-40B4-BE49-F238E27FC236}">
                    <a16:creationId xmlns:a16="http://schemas.microsoft.com/office/drawing/2014/main" id="{E2301F16-3352-1848-BBB4-2365D15D0F69}"/>
                  </a:ext>
                </a:extLst>
              </p:cNvPr>
              <p:cNvSpPr>
                <a:spLocks/>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97" name="Straight Connector 1096">
                <a:extLst>
                  <a:ext uri="{FF2B5EF4-FFF2-40B4-BE49-F238E27FC236}">
                    <a16:creationId xmlns:a16="http://schemas.microsoft.com/office/drawing/2014/main" id="{D853D2D6-514A-9847-BBC3-2AE928C8DAFB}"/>
                  </a:ext>
                </a:extLst>
              </p:cNvPr>
              <p:cNvCxnSpPr>
                <a:cxnSpLocks noChangeShapeType="1"/>
                <a:endCxn id="1092" idx="2"/>
              </p:cNvCxnSpPr>
              <p:nvPr/>
            </p:nvCxnSpPr>
            <p:spPr bwMode="auto">
              <a:xfrm flipH="1" flipV="1">
                <a:off x="1871277" y="1736563"/>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98" name="Straight Connector 1097">
                <a:extLst>
                  <a:ext uri="{FF2B5EF4-FFF2-40B4-BE49-F238E27FC236}">
                    <a16:creationId xmlns:a16="http://schemas.microsoft.com/office/drawing/2014/main" id="{0F7465E9-0BFE-964B-AB98-F93DD82101C2}"/>
                  </a:ext>
                </a:extLst>
              </p:cNvPr>
              <p:cNvCxnSpPr>
                <a:cxnSpLocks noChangeShapeType="1"/>
              </p:cNvCxnSpPr>
              <p:nvPr/>
            </p:nvCxnSpPr>
            <p:spPr bwMode="auto">
              <a:xfrm flipH="1" flipV="1">
                <a:off x="2996608" y="1733700"/>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99" name="Group 347">
              <a:extLst>
                <a:ext uri="{FF2B5EF4-FFF2-40B4-BE49-F238E27FC236}">
                  <a16:creationId xmlns:a16="http://schemas.microsoft.com/office/drawing/2014/main" id="{B1B48B52-0F33-0442-B024-9A681DC9E147}"/>
                </a:ext>
              </a:extLst>
            </p:cNvPr>
            <p:cNvGrpSpPr>
              <a:grpSpLocks/>
            </p:cNvGrpSpPr>
            <p:nvPr/>
          </p:nvGrpSpPr>
          <p:grpSpPr bwMode="auto">
            <a:xfrm>
              <a:off x="5452918" y="6394519"/>
              <a:ext cx="588962" cy="242887"/>
              <a:chOff x="1871277" y="1576300"/>
              <a:chExt cx="1128371" cy="437861"/>
            </a:xfrm>
          </p:grpSpPr>
          <p:sp>
            <p:nvSpPr>
              <p:cNvPr id="1100" name="Oval 1099">
                <a:extLst>
                  <a:ext uri="{FF2B5EF4-FFF2-40B4-BE49-F238E27FC236}">
                    <a16:creationId xmlns:a16="http://schemas.microsoft.com/office/drawing/2014/main" id="{B2DB57CB-08BD-2F4D-A7ED-38936BBFA3D4}"/>
                  </a:ext>
                </a:extLst>
              </p:cNvPr>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01" name="Rectangle 1100">
                <a:extLst>
                  <a:ext uri="{FF2B5EF4-FFF2-40B4-BE49-F238E27FC236}">
                    <a16:creationId xmlns:a16="http://schemas.microsoft.com/office/drawing/2014/main" id="{C5A9C96D-A2BA-754F-A882-52122EB391BC}"/>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02" name="Oval 1101">
                <a:extLst>
                  <a:ext uri="{FF2B5EF4-FFF2-40B4-BE49-F238E27FC236}">
                    <a16:creationId xmlns:a16="http://schemas.microsoft.com/office/drawing/2014/main" id="{83C4800F-B303-9446-B339-EF2E78D32E45}"/>
                  </a:ext>
                </a:extLst>
              </p:cNvPr>
              <p:cNvSpPr>
                <a:spLocks noChangeArrowheads="1"/>
              </p:cNvSpPr>
              <p:nvPr/>
            </p:nvSpPr>
            <p:spPr bwMode="auto">
              <a:xfrm flipV="1">
                <a:off x="1871277" y="1576300"/>
                <a:ext cx="1125331"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03" name="Freeform 1102">
                <a:extLst>
                  <a:ext uri="{FF2B5EF4-FFF2-40B4-BE49-F238E27FC236}">
                    <a16:creationId xmlns:a16="http://schemas.microsoft.com/office/drawing/2014/main" id="{8248D620-997C-1B4D-A023-5CD8220FC4D0}"/>
                  </a:ext>
                </a:extLst>
              </p:cNvPr>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04" name="Freeform 1103">
                <a:extLst>
                  <a:ext uri="{FF2B5EF4-FFF2-40B4-BE49-F238E27FC236}">
                    <a16:creationId xmlns:a16="http://schemas.microsoft.com/office/drawing/2014/main" id="{906FE13D-AC05-AA42-853B-9FAC9CA25075}"/>
                  </a:ext>
                </a:extLst>
              </p:cNvPr>
              <p:cNvSpPr>
                <a:spLocks/>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5" name="Freeform 1104">
                <a:extLst>
                  <a:ext uri="{FF2B5EF4-FFF2-40B4-BE49-F238E27FC236}">
                    <a16:creationId xmlns:a16="http://schemas.microsoft.com/office/drawing/2014/main" id="{DE4AB67E-E389-E747-AA8A-F557E3BDBA61}"/>
                  </a:ext>
                </a:extLst>
              </p:cNvPr>
              <p:cNvSpPr>
                <a:spLocks/>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6" name="Freeform 1105">
                <a:extLst>
                  <a:ext uri="{FF2B5EF4-FFF2-40B4-BE49-F238E27FC236}">
                    <a16:creationId xmlns:a16="http://schemas.microsoft.com/office/drawing/2014/main" id="{A18C8CAC-63E9-E248-8397-1346071AD6EE}"/>
                  </a:ext>
                </a:extLst>
              </p:cNvPr>
              <p:cNvSpPr>
                <a:spLocks/>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107" name="Straight Connector 1106">
                <a:extLst>
                  <a:ext uri="{FF2B5EF4-FFF2-40B4-BE49-F238E27FC236}">
                    <a16:creationId xmlns:a16="http://schemas.microsoft.com/office/drawing/2014/main" id="{73BEE8CD-92EF-AB4A-9223-19BD5734C8CF}"/>
                  </a:ext>
                </a:extLst>
              </p:cNvPr>
              <p:cNvCxnSpPr>
                <a:cxnSpLocks noChangeShapeType="1"/>
                <a:endCxn id="1102" idx="2"/>
              </p:cNvCxnSpPr>
              <p:nvPr/>
            </p:nvCxnSpPr>
            <p:spPr bwMode="auto">
              <a:xfrm flipH="1" flipV="1">
                <a:off x="1871277" y="1736563"/>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108" name="Straight Connector 1107">
                <a:extLst>
                  <a:ext uri="{FF2B5EF4-FFF2-40B4-BE49-F238E27FC236}">
                    <a16:creationId xmlns:a16="http://schemas.microsoft.com/office/drawing/2014/main" id="{5BC61A72-737C-4F4F-802A-7DAAF663B43B}"/>
                  </a:ext>
                </a:extLst>
              </p:cNvPr>
              <p:cNvCxnSpPr>
                <a:cxnSpLocks noChangeShapeType="1"/>
              </p:cNvCxnSpPr>
              <p:nvPr/>
            </p:nvCxnSpPr>
            <p:spPr bwMode="auto">
              <a:xfrm flipH="1" flipV="1">
                <a:off x="2996608" y="1733700"/>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139" name="Group 1">
              <a:extLst>
                <a:ext uri="{FF2B5EF4-FFF2-40B4-BE49-F238E27FC236}">
                  <a16:creationId xmlns:a16="http://schemas.microsoft.com/office/drawing/2014/main" id="{A228ACC2-6157-BF41-88C3-0A086417268A}"/>
                </a:ext>
              </a:extLst>
            </p:cNvPr>
            <p:cNvGrpSpPr>
              <a:grpSpLocks/>
            </p:cNvGrpSpPr>
            <p:nvPr/>
          </p:nvGrpSpPr>
          <p:grpSpPr bwMode="auto">
            <a:xfrm>
              <a:off x="2687493" y="5652658"/>
              <a:ext cx="2698750" cy="818062"/>
              <a:chOff x="938213" y="5322389"/>
              <a:chExt cx="2698750" cy="818061"/>
            </a:xfrm>
          </p:grpSpPr>
          <p:cxnSp>
            <p:nvCxnSpPr>
              <p:cNvPr id="1140" name="Straight Connector 1139">
                <a:extLst>
                  <a:ext uri="{FF2B5EF4-FFF2-40B4-BE49-F238E27FC236}">
                    <a16:creationId xmlns:a16="http://schemas.microsoft.com/office/drawing/2014/main" id="{CB924182-B4D8-0F43-97E1-646C4E72A083}"/>
                  </a:ext>
                </a:extLst>
              </p:cNvPr>
              <p:cNvCxnSpPr/>
              <p:nvPr/>
            </p:nvCxnSpPr>
            <p:spPr>
              <a:xfrm flipH="1">
                <a:off x="1282700" y="5802312"/>
                <a:ext cx="1508125" cy="1588"/>
              </a:xfrm>
              <a:prstGeom prst="line">
                <a:avLst/>
              </a:prstGeom>
              <a:noFill/>
              <a:ln w="9525" cap="flat" cmpd="sng" algn="ctr">
                <a:solidFill>
                  <a:srgbClr val="000000"/>
                </a:solidFill>
                <a:prstDash val="solid"/>
              </a:ln>
              <a:effectLst/>
            </p:spPr>
          </p:cxnSp>
          <p:sp>
            <p:nvSpPr>
              <p:cNvPr id="1141" name="TextBox 265">
                <a:extLst>
                  <a:ext uri="{FF2B5EF4-FFF2-40B4-BE49-F238E27FC236}">
                    <a16:creationId xmlns:a16="http://schemas.microsoft.com/office/drawing/2014/main" id="{CFD0B0F1-D70C-5245-B37A-C9A4ABCBEF39}"/>
                  </a:ext>
                </a:extLst>
              </p:cNvPr>
              <p:cNvSpPr txBox="1">
                <a:spLocks noChangeArrowheads="1"/>
              </p:cNvSpPr>
              <p:nvPr/>
            </p:nvSpPr>
            <p:spPr bwMode="auto">
              <a:xfrm>
                <a:off x="3198813" y="5473700"/>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p>
            </p:txBody>
          </p:sp>
          <p:sp>
            <p:nvSpPr>
              <p:cNvPr id="1142" name="TextBox 281">
                <a:extLst>
                  <a:ext uri="{FF2B5EF4-FFF2-40B4-BE49-F238E27FC236}">
                    <a16:creationId xmlns:a16="http://schemas.microsoft.com/office/drawing/2014/main" id="{6C507E5B-C87D-FA46-A331-4ABAB6B8A245}"/>
                  </a:ext>
                </a:extLst>
              </p:cNvPr>
              <p:cNvSpPr txBox="1">
                <a:spLocks noChangeArrowheads="1"/>
              </p:cNvSpPr>
              <p:nvPr/>
            </p:nvSpPr>
            <p:spPr bwMode="auto">
              <a:xfrm>
                <a:off x="3373438" y="5761038"/>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a:t>
                </a:r>
              </a:p>
            </p:txBody>
          </p:sp>
          <p:grpSp>
            <p:nvGrpSpPr>
              <p:cNvPr id="1143" name="Group 5">
                <a:extLst>
                  <a:ext uri="{FF2B5EF4-FFF2-40B4-BE49-F238E27FC236}">
                    <a16:creationId xmlns:a16="http://schemas.microsoft.com/office/drawing/2014/main" id="{1A707F03-E0B2-FF48-9597-B751067AD9A3}"/>
                  </a:ext>
                </a:extLst>
              </p:cNvPr>
              <p:cNvGrpSpPr>
                <a:grpSpLocks/>
              </p:cNvGrpSpPr>
              <p:nvPr/>
            </p:nvGrpSpPr>
            <p:grpSpPr bwMode="auto">
              <a:xfrm>
                <a:off x="938213" y="5322389"/>
                <a:ext cx="1616075" cy="402139"/>
                <a:chOff x="-4079003" y="2802821"/>
                <a:chExt cx="1616718" cy="403057"/>
              </a:xfrm>
            </p:grpSpPr>
            <p:sp>
              <p:nvSpPr>
                <p:cNvPr id="1157" name="Rectangle 98">
                  <a:extLst>
                    <a:ext uri="{FF2B5EF4-FFF2-40B4-BE49-F238E27FC236}">
                      <a16:creationId xmlns:a16="http://schemas.microsoft.com/office/drawing/2014/main" id="{CA6EA6FC-3469-1A42-8A1A-7ABEC47FF2BC}"/>
                    </a:ext>
                  </a:extLst>
                </p:cNvPr>
                <p:cNvSpPr>
                  <a:spLocks noChangeArrowheads="1"/>
                </p:cNvSpPr>
                <p:nvPr/>
              </p:nvSpPr>
              <p:spPr bwMode="auto">
                <a:xfrm>
                  <a:off x="-4079003" y="2985994"/>
                  <a:ext cx="1281675" cy="208750"/>
                </a:xfrm>
                <a:prstGeom prst="rect">
                  <a:avLst/>
                </a:prstGeom>
                <a:solidFill>
                  <a:srgbClr val="3333CC"/>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8" name="Line 99">
                  <a:extLst>
                    <a:ext uri="{FF2B5EF4-FFF2-40B4-BE49-F238E27FC236}">
                      <a16:creationId xmlns:a16="http://schemas.microsoft.com/office/drawing/2014/main" id="{8B52FDA0-6129-4D4D-AB34-6E31B5746EA7}"/>
                    </a:ext>
                  </a:extLst>
                </p:cNvPr>
                <p:cNvSpPr>
                  <a:spLocks noChangeShapeType="1"/>
                </p:cNvSpPr>
                <p:nvPr/>
              </p:nvSpPr>
              <p:spPr bwMode="auto">
                <a:xfrm>
                  <a:off x="-2933828" y="3101502"/>
                  <a:ext cx="471543"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9" name="Rectangle 104">
                  <a:extLst>
                    <a:ext uri="{FF2B5EF4-FFF2-40B4-BE49-F238E27FC236}">
                      <a16:creationId xmlns:a16="http://schemas.microsoft.com/office/drawing/2014/main" id="{EF6D77F4-B510-3541-9758-82FBBD823972}"/>
                    </a:ext>
                  </a:extLst>
                </p:cNvPr>
                <p:cNvSpPr>
                  <a:spLocks noChangeArrowheads="1"/>
                </p:cNvSpPr>
                <p:nvPr/>
              </p:nvSpPr>
              <p:spPr bwMode="auto">
                <a:xfrm>
                  <a:off x="-3377007" y="2988777"/>
                  <a:ext cx="476861" cy="210142"/>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60" name="Text Box 105">
                  <a:extLst>
                    <a:ext uri="{FF2B5EF4-FFF2-40B4-BE49-F238E27FC236}">
                      <a16:creationId xmlns:a16="http://schemas.microsoft.com/office/drawing/2014/main" id="{2AE0900E-8A8F-4A4D-BB87-414DFE5E1CA9}"/>
                    </a:ext>
                  </a:extLst>
                </p:cNvPr>
                <p:cNvSpPr txBox="1">
                  <a:spLocks noChangeArrowheads="1"/>
                </p:cNvSpPr>
                <p:nvPr/>
              </p:nvSpPr>
              <p:spPr bwMode="auto">
                <a:xfrm>
                  <a:off x="-3430189" y="2965119"/>
                  <a:ext cx="581451" cy="24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0111</a:t>
                  </a:r>
                </a:p>
              </p:txBody>
            </p:sp>
            <p:sp>
              <p:nvSpPr>
                <p:cNvPr id="1161" name="Line 119">
                  <a:extLst>
                    <a:ext uri="{FF2B5EF4-FFF2-40B4-BE49-F238E27FC236}">
                      <a16:creationId xmlns:a16="http://schemas.microsoft.com/office/drawing/2014/main" id="{5B21AE9C-8AC8-434E-B3D3-DDFB36C485E3}"/>
                    </a:ext>
                  </a:extLst>
                </p:cNvPr>
                <p:cNvSpPr>
                  <a:spLocks noChangeShapeType="1"/>
                </p:cNvSpPr>
                <p:nvPr/>
              </p:nvSpPr>
              <p:spPr bwMode="auto">
                <a:xfrm>
                  <a:off x="-3940114" y="2802821"/>
                  <a:ext cx="724425" cy="215182"/>
                </a:xfrm>
                <a:prstGeom prst="line">
                  <a:avLst/>
                </a:prstGeom>
                <a:noFill/>
                <a:ln w="15875">
                  <a:solidFill>
                    <a:srgbClr val="C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5" name="Group 357">
                <a:extLst>
                  <a:ext uri="{FF2B5EF4-FFF2-40B4-BE49-F238E27FC236}">
                    <a16:creationId xmlns:a16="http://schemas.microsoft.com/office/drawing/2014/main" id="{4D59E87F-CE51-5F46-B516-9F402F558557}"/>
                  </a:ext>
                </a:extLst>
              </p:cNvPr>
              <p:cNvGrpSpPr>
                <a:grpSpLocks/>
              </p:cNvGrpSpPr>
              <p:nvPr/>
            </p:nvGrpSpPr>
            <p:grpSpPr bwMode="auto">
              <a:xfrm>
                <a:off x="2714625" y="5659438"/>
                <a:ext cx="565150" cy="293687"/>
                <a:chOff x="1871277" y="1576300"/>
                <a:chExt cx="1128371" cy="437861"/>
              </a:xfrm>
            </p:grpSpPr>
            <p:sp>
              <p:nvSpPr>
                <p:cNvPr id="1147" name="Oval 1146">
                  <a:extLst>
                    <a:ext uri="{FF2B5EF4-FFF2-40B4-BE49-F238E27FC236}">
                      <a16:creationId xmlns:a16="http://schemas.microsoft.com/office/drawing/2014/main" id="{47BEE802-D705-FB42-955E-D825A1B513F5}"/>
                    </a:ext>
                  </a:extLst>
                </p:cNvPr>
                <p:cNvSpPr>
                  <a:spLocks noChangeArrowheads="1"/>
                </p:cNvSpPr>
                <p:nvPr/>
              </p:nvSpPr>
              <p:spPr bwMode="auto">
                <a:xfrm flipV="1">
                  <a:off x="1874448" y="1694641"/>
                  <a:ext cx="1125200" cy="319521"/>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48" name="Rectangle 1147">
                  <a:extLst>
                    <a:ext uri="{FF2B5EF4-FFF2-40B4-BE49-F238E27FC236}">
                      <a16:creationId xmlns:a16="http://schemas.microsoft.com/office/drawing/2014/main" id="{A0A9F0A0-D85B-BC44-809E-0D44746B1886}"/>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49" name="Oval 1148">
                  <a:extLst>
                    <a:ext uri="{FF2B5EF4-FFF2-40B4-BE49-F238E27FC236}">
                      <a16:creationId xmlns:a16="http://schemas.microsoft.com/office/drawing/2014/main" id="{E6E2E4DB-C182-5947-9544-5CA42AF8D004}"/>
                    </a:ext>
                  </a:extLst>
                </p:cNvPr>
                <p:cNvSpPr>
                  <a:spLocks noChangeArrowheads="1"/>
                </p:cNvSpPr>
                <p:nvPr/>
              </p:nvSpPr>
              <p:spPr bwMode="auto">
                <a:xfrm flipV="1">
                  <a:off x="1871277" y="1576300"/>
                  <a:ext cx="1125202" cy="319521"/>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50" name="Freeform 1149">
                  <a:extLst>
                    <a:ext uri="{FF2B5EF4-FFF2-40B4-BE49-F238E27FC236}">
                      <a16:creationId xmlns:a16="http://schemas.microsoft.com/office/drawing/2014/main" id="{826516FA-D90F-FF4F-86C3-EABFADEC3BBB}"/>
                    </a:ext>
                  </a:extLst>
                </p:cNvPr>
                <p:cNvSpPr/>
                <p:nvPr/>
              </p:nvSpPr>
              <p:spPr bwMode="auto">
                <a:xfrm>
                  <a:off x="2159710" y="1673340"/>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51" name="Freeform 1150">
                  <a:extLst>
                    <a:ext uri="{FF2B5EF4-FFF2-40B4-BE49-F238E27FC236}">
                      <a16:creationId xmlns:a16="http://schemas.microsoft.com/office/drawing/2014/main" id="{8B23C2D3-E371-5547-9057-B35E626ABDC4}"/>
                    </a:ext>
                  </a:extLst>
                </p:cNvPr>
                <p:cNvSpPr>
                  <a:spLocks/>
                </p:cNvSpPr>
                <p:nvPr/>
              </p:nvSpPr>
              <p:spPr bwMode="auto">
                <a:xfrm>
                  <a:off x="2102657" y="1633104"/>
                  <a:ext cx="662442" cy="111241"/>
                </a:xfrm>
                <a:custGeom>
                  <a:avLst/>
                  <a:gdLst>
                    <a:gd name="T0" fmla="*/ 0 w 3723451"/>
                    <a:gd name="T1" fmla="*/ 27215 h 932950"/>
                    <a:gd name="T2" fmla="*/ 116561 w 3723451"/>
                    <a:gd name="T3" fmla="*/ 321 h 932950"/>
                    <a:gd name="T4" fmla="*/ 330163 w 3723451"/>
                    <a:gd name="T5" fmla="*/ 62070 h 932950"/>
                    <a:gd name="T6" fmla="*/ 533941 w 3723451"/>
                    <a:gd name="T7" fmla="*/ 0 h 932950"/>
                    <a:gd name="T8" fmla="*/ 662442 w 3723451"/>
                    <a:gd name="T9" fmla="*/ 24700 h 932950"/>
                    <a:gd name="T10" fmla="*/ 566838 w 3723451"/>
                    <a:gd name="T11" fmla="*/ 55072 h 932950"/>
                    <a:gd name="T12" fmla="*/ 536057 w 3723451"/>
                    <a:gd name="T13" fmla="*/ 46883 h 932950"/>
                    <a:gd name="T14" fmla="*/ 333916 w 3723451"/>
                    <a:gd name="T15" fmla="*/ 111241 h 932950"/>
                    <a:gd name="T16" fmla="*/ 126604 w 3723451"/>
                    <a:gd name="T17" fmla="*/ 49251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2" name="Freeform 1151">
                  <a:extLst>
                    <a:ext uri="{FF2B5EF4-FFF2-40B4-BE49-F238E27FC236}">
                      <a16:creationId xmlns:a16="http://schemas.microsoft.com/office/drawing/2014/main" id="{2DEA8715-4603-7449-BB4D-351CFEF75CDD}"/>
                    </a:ext>
                  </a:extLst>
                </p:cNvPr>
                <p:cNvSpPr>
                  <a:spLocks/>
                </p:cNvSpPr>
                <p:nvPr/>
              </p:nvSpPr>
              <p:spPr bwMode="auto">
                <a:xfrm>
                  <a:off x="2536889" y="1727776"/>
                  <a:ext cx="244059" cy="97040"/>
                </a:xfrm>
                <a:custGeom>
                  <a:avLst/>
                  <a:gdLst>
                    <a:gd name="T0" fmla="*/ 0 w 1366596"/>
                    <a:gd name="T1" fmla="*/ 0 h 809868"/>
                    <a:gd name="T2" fmla="*/ 244059 w 1366596"/>
                    <a:gd name="T3" fmla="*/ 74985 h 809868"/>
                    <a:gd name="T4" fmla="*/ 154488 w 1366596"/>
                    <a:gd name="T5" fmla="*/ 97040 h 809868"/>
                    <a:gd name="T6" fmla="*/ 822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3" name="Freeform 1152">
                  <a:extLst>
                    <a:ext uri="{FF2B5EF4-FFF2-40B4-BE49-F238E27FC236}">
                      <a16:creationId xmlns:a16="http://schemas.microsoft.com/office/drawing/2014/main" id="{72F5390F-6421-6840-94BC-D15B70623EF8}"/>
                    </a:ext>
                  </a:extLst>
                </p:cNvPr>
                <p:cNvSpPr>
                  <a:spLocks/>
                </p:cNvSpPr>
                <p:nvPr/>
              </p:nvSpPr>
              <p:spPr bwMode="auto">
                <a:xfrm>
                  <a:off x="2089979" y="1730144"/>
                  <a:ext cx="240888" cy="97039"/>
                </a:xfrm>
                <a:custGeom>
                  <a:avLst/>
                  <a:gdLst>
                    <a:gd name="T0" fmla="*/ 237599 w 1348191"/>
                    <a:gd name="T1" fmla="*/ 0 h 791462"/>
                    <a:gd name="T2" fmla="*/ 240888 w 1348191"/>
                    <a:gd name="T3" fmla="*/ 46827 h 791462"/>
                    <a:gd name="T4" fmla="*/ 87147 w 1348191"/>
                    <a:gd name="T5" fmla="*/ 97039 h 791462"/>
                    <a:gd name="T6" fmla="*/ 0 w 1348191"/>
                    <a:gd name="T7" fmla="*/ 75036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154" name="Straight Connector 1153">
                  <a:extLst>
                    <a:ext uri="{FF2B5EF4-FFF2-40B4-BE49-F238E27FC236}">
                      <a16:creationId xmlns:a16="http://schemas.microsoft.com/office/drawing/2014/main" id="{34E68527-C12C-5248-A62C-D72D4BEC928A}"/>
                    </a:ext>
                  </a:extLst>
                </p:cNvPr>
                <p:cNvCxnSpPr>
                  <a:cxnSpLocks noChangeShapeType="1"/>
                  <a:endCxn id="114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155" name="Straight Connector 1154">
                  <a:extLst>
                    <a:ext uri="{FF2B5EF4-FFF2-40B4-BE49-F238E27FC236}">
                      <a16:creationId xmlns:a16="http://schemas.microsoft.com/office/drawing/2014/main" id="{475CE0A8-F910-FF45-A479-96A5E48ACF2E}"/>
                    </a:ext>
                  </a:extLst>
                </p:cNvPr>
                <p:cNvCxnSpPr>
                  <a:cxnSpLocks noChangeShapeType="1"/>
                </p:cNvCxnSpPr>
                <p:nvPr/>
              </p:nvCxnSpPr>
              <p:spPr bwMode="auto">
                <a:xfrm flipH="1" flipV="1">
                  <a:off x="2996479" y="1734878"/>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1146" name="TextBox 282">
                <a:extLst>
                  <a:ext uri="{FF2B5EF4-FFF2-40B4-BE49-F238E27FC236}">
                    <a16:creationId xmlns:a16="http://schemas.microsoft.com/office/drawing/2014/main" id="{4B460814-1FB2-5F46-A167-2E252688DDB5}"/>
                  </a:ext>
                </a:extLst>
              </p:cNvPr>
              <p:cNvSpPr txBox="1">
                <a:spLocks noChangeArrowheads="1"/>
              </p:cNvSpPr>
              <p:nvPr/>
            </p:nvSpPr>
            <p:spPr bwMode="auto">
              <a:xfrm>
                <a:off x="3068638" y="5862638"/>
                <a:ext cx="26193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a:t>
                </a:r>
              </a:p>
            </p:txBody>
          </p:sp>
          <p:sp>
            <p:nvSpPr>
              <p:cNvPr id="1144" name="Freeform 120">
                <a:extLst>
                  <a:ext uri="{FF2B5EF4-FFF2-40B4-BE49-F238E27FC236}">
                    <a16:creationId xmlns:a16="http://schemas.microsoft.com/office/drawing/2014/main" id="{7959F5AF-96CF-CD42-95A7-B320D466FA0B}"/>
                  </a:ext>
                </a:extLst>
              </p:cNvPr>
              <p:cNvSpPr>
                <a:spLocks/>
              </p:cNvSpPr>
              <p:nvPr/>
            </p:nvSpPr>
            <p:spPr bwMode="auto">
              <a:xfrm>
                <a:off x="2493963" y="5668963"/>
                <a:ext cx="982662" cy="233362"/>
              </a:xfrm>
              <a:custGeom>
                <a:avLst/>
                <a:gdLst>
                  <a:gd name="T0" fmla="*/ 0 w 554"/>
                  <a:gd name="T1" fmla="*/ 2147483647 h 167"/>
                  <a:gd name="T2" fmla="*/ 2147483647 w 554"/>
                  <a:gd name="T3" fmla="*/ 2147483647 h 167"/>
                  <a:gd name="T4" fmla="*/ 2147483647 w 554"/>
                  <a:gd name="T5" fmla="*/ 214748364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162" name="TextBox 6">
              <a:extLst>
                <a:ext uri="{FF2B5EF4-FFF2-40B4-BE49-F238E27FC236}">
                  <a16:creationId xmlns:a16="http://schemas.microsoft.com/office/drawing/2014/main" id="{21D1826E-E3E7-E445-9FFB-A565D9A2AD31}"/>
                </a:ext>
              </a:extLst>
            </p:cNvPr>
            <p:cNvSpPr txBox="1">
              <a:spLocks noChangeArrowheads="1"/>
            </p:cNvSpPr>
            <p:nvPr/>
          </p:nvSpPr>
          <p:spPr bwMode="auto">
            <a:xfrm>
              <a:off x="1372488" y="5470630"/>
              <a:ext cx="19923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values in arriving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header</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 name="Title 1">
            <a:extLst>
              <a:ext uri="{FF2B5EF4-FFF2-40B4-BE49-F238E27FC236}">
                <a16:creationId xmlns:a16="http://schemas.microsoft.com/office/drawing/2014/main" id="{A53B46D7-DEDF-364B-99E9-3FB1F889B8A9}"/>
              </a:ext>
            </a:extLst>
          </p:cNvPr>
          <p:cNvSpPr>
            <a:spLocks noGrp="1"/>
          </p:cNvSpPr>
          <p:nvPr>
            <p:ph type="title"/>
          </p:nvPr>
        </p:nvSpPr>
        <p:spPr>
          <a:xfrm>
            <a:off x="838199" y="279543"/>
            <a:ext cx="10847119" cy="894622"/>
          </a:xfrm>
        </p:spPr>
        <p:txBody>
          <a:bodyPr>
            <a:normAutofit/>
          </a:bodyPr>
          <a:lstStyle/>
          <a:p>
            <a:r>
              <a:rPr lang="en-US" altLang="en-US" sz="4800" b="0" dirty="0">
                <a:solidFill>
                  <a:srgbClr val="000099"/>
                </a:solidFill>
                <a:latin typeface="+mn-lt"/>
                <a:cs typeface="Arial" panose="020B0604020202020204" pitchFamily="34" charset="0"/>
              </a:rPr>
              <a:t>Generalized forwarding: match plus action</a:t>
            </a:r>
          </a:p>
        </p:txBody>
      </p:sp>
      <p:sp>
        <p:nvSpPr>
          <p:cNvPr id="4" name="TextBox 257">
            <a:extLst>
              <a:ext uri="{FF2B5EF4-FFF2-40B4-BE49-F238E27FC236}">
                <a16:creationId xmlns:a16="http://schemas.microsoft.com/office/drawing/2014/main" id="{8EB40520-A927-A94E-975A-4093319F1CF3}"/>
              </a:ext>
            </a:extLst>
          </p:cNvPr>
          <p:cNvSpPr txBox="1">
            <a:spLocks noChangeArrowheads="1"/>
          </p:cNvSpPr>
          <p:nvPr/>
        </p:nvSpPr>
        <p:spPr bwMode="auto">
          <a:xfrm>
            <a:off x="847174" y="1217384"/>
            <a:ext cx="11259652"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Review: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each router contains a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forwarding table </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457200" marR="0" lvl="0" indent="-285750"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“match plus action”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abstraction: match bits in arriving packet, take action</a:t>
            </a:r>
          </a:p>
        </p:txBody>
      </p:sp>
      <p:grpSp>
        <p:nvGrpSpPr>
          <p:cNvPr id="20" name="Group 19">
            <a:extLst>
              <a:ext uri="{FF2B5EF4-FFF2-40B4-BE49-F238E27FC236}">
                <a16:creationId xmlns:a16="http://schemas.microsoft.com/office/drawing/2014/main" id="{0FA1230D-A91E-6143-A1BD-6E58E7FDBB95}"/>
              </a:ext>
            </a:extLst>
          </p:cNvPr>
          <p:cNvGrpSpPr/>
          <p:nvPr/>
        </p:nvGrpSpPr>
        <p:grpSpPr>
          <a:xfrm>
            <a:off x="3590654" y="4136605"/>
            <a:ext cx="5200655" cy="2273665"/>
            <a:chOff x="3590654" y="4136605"/>
            <a:chExt cx="5200655" cy="2273665"/>
          </a:xfrm>
        </p:grpSpPr>
        <p:grpSp>
          <p:nvGrpSpPr>
            <p:cNvPr id="15" name="Group 14">
              <a:extLst>
                <a:ext uri="{FF2B5EF4-FFF2-40B4-BE49-F238E27FC236}">
                  <a16:creationId xmlns:a16="http://schemas.microsoft.com/office/drawing/2014/main" id="{C6DFFE27-3F70-6243-BA21-8DE3EBD8025C}"/>
                </a:ext>
              </a:extLst>
            </p:cNvPr>
            <p:cNvGrpSpPr/>
            <p:nvPr/>
          </p:nvGrpSpPr>
          <p:grpSpPr>
            <a:xfrm>
              <a:off x="3590654" y="4136605"/>
              <a:ext cx="1298579" cy="1913670"/>
              <a:chOff x="3590654" y="4136605"/>
              <a:chExt cx="1298579" cy="1913670"/>
            </a:xfrm>
          </p:grpSpPr>
          <p:sp>
            <p:nvSpPr>
              <p:cNvPr id="927" name="Freeform 926">
                <a:extLst>
                  <a:ext uri="{FF2B5EF4-FFF2-40B4-BE49-F238E27FC236}">
                    <a16:creationId xmlns:a16="http://schemas.microsoft.com/office/drawing/2014/main" id="{875BCAC4-B573-D54B-BF32-094096F89D98}"/>
                  </a:ext>
                </a:extLst>
              </p:cNvPr>
              <p:cNvSpPr/>
              <p:nvPr/>
            </p:nvSpPr>
            <p:spPr bwMode="auto">
              <a:xfrm>
                <a:off x="3608120" y="5291450"/>
                <a:ext cx="1281113" cy="758825"/>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499" h="759828">
                    <a:moveTo>
                      <a:pt x="965179" y="759828"/>
                    </a:moveTo>
                    <a:cubicBezTo>
                      <a:pt x="301565" y="231725"/>
                      <a:pt x="628999" y="498939"/>
                      <a:pt x="0" y="0"/>
                    </a:cubicBezTo>
                    <a:lnTo>
                      <a:pt x="999231" y="13701"/>
                    </a:lnTo>
                    <a:cubicBezTo>
                      <a:pt x="1112985" y="379881"/>
                      <a:pt x="1055867" y="236107"/>
                      <a:pt x="1280499" y="723135"/>
                    </a:cubicBezTo>
                    <a:cubicBezTo>
                      <a:pt x="1186079" y="728668"/>
                      <a:pt x="1127207" y="701414"/>
                      <a:pt x="965179" y="759828"/>
                    </a:cubicBezTo>
                    <a:close/>
                  </a:path>
                </a:pathLst>
              </a:custGeom>
              <a:gradFill rotWithShape="1">
                <a:gsLst>
                  <a:gs pos="0">
                    <a:srgbClr val="FFFFFF">
                      <a:lumMod val="9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17" name="Rectangle 1016">
                <a:extLst>
                  <a:ext uri="{FF2B5EF4-FFF2-40B4-BE49-F238E27FC236}">
                    <a16:creationId xmlns:a16="http://schemas.microsoft.com/office/drawing/2014/main" id="{F031C840-E404-B943-9DD7-6487F36B8BC7}"/>
                  </a:ext>
                </a:extLst>
              </p:cNvPr>
              <p:cNvSpPr/>
              <p:nvPr/>
            </p:nvSpPr>
            <p:spPr bwMode="auto">
              <a:xfrm rot="10800000">
                <a:off x="3610169" y="4392826"/>
                <a:ext cx="1027113" cy="447284"/>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1018" name="Group 498">
                <a:extLst>
                  <a:ext uri="{FF2B5EF4-FFF2-40B4-BE49-F238E27FC236}">
                    <a16:creationId xmlns:a16="http://schemas.microsoft.com/office/drawing/2014/main" id="{11E4B476-A94C-6141-A48C-F22AAD7C573A}"/>
                  </a:ext>
                </a:extLst>
              </p:cNvPr>
              <p:cNvGrpSpPr>
                <a:grpSpLocks/>
              </p:cNvGrpSpPr>
              <p:nvPr/>
            </p:nvGrpSpPr>
            <p:grpSpPr bwMode="auto">
              <a:xfrm>
                <a:off x="3590654" y="5050151"/>
                <a:ext cx="1035050" cy="360363"/>
                <a:chOff x="4129067" y="3606966"/>
                <a:chExt cx="567968" cy="338045"/>
              </a:xfrm>
            </p:grpSpPr>
            <p:sp>
              <p:nvSpPr>
                <p:cNvPr id="1032" name="Oval 1031">
                  <a:extLst>
                    <a:ext uri="{FF2B5EF4-FFF2-40B4-BE49-F238E27FC236}">
                      <a16:creationId xmlns:a16="http://schemas.microsoft.com/office/drawing/2014/main" id="{6285E922-4389-6747-873A-ED742F93B7B8}"/>
                    </a:ext>
                  </a:extLst>
                </p:cNvPr>
                <p:cNvSpPr/>
                <p:nvPr/>
              </p:nvSpPr>
              <p:spPr>
                <a:xfrm>
                  <a:off x="4130589" y="3720144"/>
                  <a:ext cx="566445" cy="224867"/>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33" name="Rectangle 1032">
                  <a:extLst>
                    <a:ext uri="{FF2B5EF4-FFF2-40B4-BE49-F238E27FC236}">
                      <a16:creationId xmlns:a16="http://schemas.microsoft.com/office/drawing/2014/main" id="{681399F7-9F7D-8247-A86B-B0C42C17B7BD}"/>
                    </a:ext>
                  </a:extLst>
                </p:cNvPr>
                <p:cNvSpPr/>
                <p:nvPr/>
              </p:nvSpPr>
              <p:spPr>
                <a:xfrm>
                  <a:off x="4129067" y="3720144"/>
                  <a:ext cx="567968" cy="111689"/>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34" name="Oval 1033">
                  <a:extLst>
                    <a:ext uri="{FF2B5EF4-FFF2-40B4-BE49-F238E27FC236}">
                      <a16:creationId xmlns:a16="http://schemas.microsoft.com/office/drawing/2014/main" id="{22EC9AA8-544A-8B4A-88A6-2074F49F53D4}"/>
                    </a:ext>
                  </a:extLst>
                </p:cNvPr>
                <p:cNvSpPr/>
                <p:nvPr/>
              </p:nvSpPr>
              <p:spPr>
                <a:xfrm>
                  <a:off x="4129067" y="3606966"/>
                  <a:ext cx="567968" cy="224867"/>
                </a:xfrm>
                <a:prstGeom prst="ellipse">
                  <a:avLst/>
                </a:prstGeom>
                <a:solidFill>
                  <a:srgbClr val="3333CC">
                    <a:lumMod val="60000"/>
                    <a:lumOff val="40000"/>
                    <a:alpha val="7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35" name="Straight Connector 1034">
                  <a:extLst>
                    <a:ext uri="{FF2B5EF4-FFF2-40B4-BE49-F238E27FC236}">
                      <a16:creationId xmlns:a16="http://schemas.microsoft.com/office/drawing/2014/main" id="{C98CC5A1-6137-AD47-8DAD-1CE3995E4F4E}"/>
                    </a:ext>
                  </a:extLst>
                </p:cNvPr>
                <p:cNvCxnSpPr/>
                <p:nvPr/>
              </p:nvCxnSpPr>
              <p:spPr>
                <a:xfrm>
                  <a:off x="4697035" y="3720144"/>
                  <a:ext cx="0" cy="111689"/>
                </a:xfrm>
                <a:prstGeom prst="line">
                  <a:avLst/>
                </a:prstGeom>
                <a:noFill/>
                <a:ln w="6350" cap="flat" cmpd="sng" algn="ctr">
                  <a:solidFill>
                    <a:srgbClr val="000000"/>
                  </a:solidFill>
                  <a:prstDash val="solid"/>
                </a:ln>
                <a:effectLst/>
              </p:spPr>
            </p:cxnSp>
            <p:cxnSp>
              <p:nvCxnSpPr>
                <p:cNvPr id="1036" name="Straight Connector 1035">
                  <a:extLst>
                    <a:ext uri="{FF2B5EF4-FFF2-40B4-BE49-F238E27FC236}">
                      <a16:creationId xmlns:a16="http://schemas.microsoft.com/office/drawing/2014/main" id="{D6DBD6DE-4277-6E43-8F0F-101EA88CC186}"/>
                    </a:ext>
                  </a:extLst>
                </p:cNvPr>
                <p:cNvCxnSpPr/>
                <p:nvPr/>
              </p:nvCxnSpPr>
              <p:spPr>
                <a:xfrm>
                  <a:off x="4129067" y="3720144"/>
                  <a:ext cx="0" cy="111689"/>
                </a:xfrm>
                <a:prstGeom prst="line">
                  <a:avLst/>
                </a:prstGeom>
                <a:noFill/>
                <a:ln w="6350" cap="flat" cmpd="sng" algn="ctr">
                  <a:solidFill>
                    <a:srgbClr val="000000"/>
                  </a:solidFill>
                  <a:prstDash val="solid"/>
                </a:ln>
                <a:effectLst/>
              </p:spPr>
            </p:cxnSp>
          </p:grpSp>
          <p:sp>
            <p:nvSpPr>
              <p:cNvPr id="1019" name="Rectangle 1018">
                <a:extLst>
                  <a:ext uri="{FF2B5EF4-FFF2-40B4-BE49-F238E27FC236}">
                    <a16:creationId xmlns:a16="http://schemas.microsoft.com/office/drawing/2014/main" id="{511198B5-F79E-C74D-B56E-01ADB1EAA4C1}"/>
                  </a:ext>
                </a:extLst>
              </p:cNvPr>
              <p:cNvSpPr/>
              <p:nvPr/>
            </p:nvSpPr>
            <p:spPr bwMode="auto">
              <a:xfrm>
                <a:off x="3592076" y="4851683"/>
                <a:ext cx="1028700" cy="336579"/>
              </a:xfrm>
              <a:prstGeom prst="rect">
                <a:avLst/>
              </a:prstGeom>
              <a:gradFill rotWithShape="1">
                <a:gsLst>
                  <a:gs pos="0">
                    <a:srgbClr val="3333CC">
                      <a:lumMod val="40000"/>
                      <a:lumOff val="6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20" name="Straight Connector 1019">
                <a:extLst>
                  <a:ext uri="{FF2B5EF4-FFF2-40B4-BE49-F238E27FC236}">
                    <a16:creationId xmlns:a16="http://schemas.microsoft.com/office/drawing/2014/main" id="{D3ADC60A-D45A-1346-84AC-B4714AE1CB27}"/>
                  </a:ext>
                </a:extLst>
              </p:cNvPr>
              <p:cNvCxnSpPr>
                <a:cxnSpLocks/>
              </p:cNvCxnSpPr>
              <p:nvPr/>
            </p:nvCxnSpPr>
            <p:spPr bwMode="auto">
              <a:xfrm>
                <a:off x="3609708" y="5243825"/>
                <a:ext cx="0" cy="0"/>
              </a:xfrm>
              <a:prstGeom prst="line">
                <a:avLst/>
              </a:prstGeom>
              <a:noFill/>
              <a:ln w="3175" cap="flat" cmpd="sng" algn="ctr">
                <a:solidFill>
                  <a:srgbClr val="000000"/>
                </a:solidFill>
                <a:prstDash val="sysDash"/>
              </a:ln>
              <a:effectLst/>
            </p:spPr>
          </p:cxnSp>
          <p:cxnSp>
            <p:nvCxnSpPr>
              <p:cNvPr id="1021" name="Straight Connector 1020">
                <a:extLst>
                  <a:ext uri="{FF2B5EF4-FFF2-40B4-BE49-F238E27FC236}">
                    <a16:creationId xmlns:a16="http://schemas.microsoft.com/office/drawing/2014/main" id="{8C732665-0AF3-514A-8491-058D584AA66C}"/>
                  </a:ext>
                </a:extLst>
              </p:cNvPr>
              <p:cNvCxnSpPr>
                <a:cxnSpLocks/>
              </p:cNvCxnSpPr>
              <p:nvPr/>
            </p:nvCxnSpPr>
            <p:spPr bwMode="auto">
              <a:xfrm>
                <a:off x="4625708" y="4396154"/>
                <a:ext cx="0" cy="806396"/>
              </a:xfrm>
              <a:prstGeom prst="line">
                <a:avLst/>
              </a:prstGeom>
              <a:noFill/>
              <a:ln w="3175" cap="flat" cmpd="sng" algn="ctr">
                <a:solidFill>
                  <a:srgbClr val="000000"/>
                </a:solidFill>
                <a:prstDash val="sysDash"/>
              </a:ln>
              <a:effectLst/>
            </p:spPr>
          </p:cxnSp>
          <p:grpSp>
            <p:nvGrpSpPr>
              <p:cNvPr id="1022" name="Group 504">
                <a:extLst>
                  <a:ext uri="{FF2B5EF4-FFF2-40B4-BE49-F238E27FC236}">
                    <a16:creationId xmlns:a16="http://schemas.microsoft.com/office/drawing/2014/main" id="{87E38306-3DC6-B044-991D-BEE6F6FD2E77}"/>
                  </a:ext>
                </a:extLst>
              </p:cNvPr>
              <p:cNvGrpSpPr>
                <a:grpSpLocks/>
              </p:cNvGrpSpPr>
              <p:nvPr/>
            </p:nvGrpSpPr>
            <p:grpSpPr bwMode="auto">
              <a:xfrm>
                <a:off x="3609241" y="4136605"/>
                <a:ext cx="1019909" cy="399123"/>
                <a:chOff x="2183302" y="1574638"/>
                <a:chExt cx="1200154" cy="430218"/>
              </a:xfrm>
            </p:grpSpPr>
            <p:sp>
              <p:nvSpPr>
                <p:cNvPr id="1023" name="Oval 1022">
                  <a:extLst>
                    <a:ext uri="{FF2B5EF4-FFF2-40B4-BE49-F238E27FC236}">
                      <a16:creationId xmlns:a16="http://schemas.microsoft.com/office/drawing/2014/main" id="{55E5FA1C-CAB4-8341-8DAA-EDAE9CFD84E2}"/>
                    </a:ext>
                  </a:extLst>
                </p:cNvPr>
                <p:cNvSpPr/>
                <p:nvPr/>
              </p:nvSpPr>
              <p:spPr bwMode="auto">
                <a:xfrm flipV="1">
                  <a:off x="2185125" y="1689286"/>
                  <a:ext cx="1196349" cy="314857"/>
                </a:xfrm>
                <a:prstGeom prst="ellipse">
                  <a:avLst/>
                </a:prstGeom>
                <a:gradFill flip="none" rotWithShape="1">
                  <a:gsLst>
                    <a:gs pos="0">
                      <a:srgbClr val="3333CC">
                        <a:lumMod val="75000"/>
                      </a:srgbClr>
                    </a:gs>
                    <a:gs pos="31000">
                      <a:srgbClr val="3333CC">
                        <a:lumMod val="60000"/>
                        <a:lumOff val="40000"/>
                      </a:srgbClr>
                    </a:gs>
                    <a:gs pos="100000">
                      <a:srgbClr val="3333CC">
                        <a:lumMod val="20000"/>
                        <a:lumOff val="80000"/>
                      </a:srgbClr>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24" name="Rectangle 1023">
                  <a:extLst>
                    <a:ext uri="{FF2B5EF4-FFF2-40B4-BE49-F238E27FC236}">
                      <a16:creationId xmlns:a16="http://schemas.microsoft.com/office/drawing/2014/main" id="{44108165-9E65-5F4A-BAAB-C6ACE38D3C65}"/>
                    </a:ext>
                  </a:extLst>
                </p:cNvPr>
                <p:cNvSpPr/>
                <p:nvPr/>
              </p:nvSpPr>
              <p:spPr bwMode="auto">
                <a:xfrm>
                  <a:off x="2183302" y="1735489"/>
                  <a:ext cx="1198172" cy="112938"/>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25" name="Oval 1024">
                  <a:extLst>
                    <a:ext uri="{FF2B5EF4-FFF2-40B4-BE49-F238E27FC236}">
                      <a16:creationId xmlns:a16="http://schemas.microsoft.com/office/drawing/2014/main" id="{5220D9A0-FC71-C848-AA4B-AC3EAD73DB6B}"/>
                    </a:ext>
                  </a:extLst>
                </p:cNvPr>
                <p:cNvSpPr>
                  <a:spLocks noChangeArrowheads="1"/>
                </p:cNvSpPr>
                <p:nvPr/>
              </p:nvSpPr>
              <p:spPr bwMode="auto">
                <a:xfrm flipV="1">
                  <a:off x="2183302" y="1574638"/>
                  <a:ext cx="1196349" cy="31485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26" name="Freeform 1025">
                  <a:extLst>
                    <a:ext uri="{FF2B5EF4-FFF2-40B4-BE49-F238E27FC236}">
                      <a16:creationId xmlns:a16="http://schemas.microsoft.com/office/drawing/2014/main" id="{0E8501FC-8102-1648-8958-E425AC1A0FB8}"/>
                    </a:ext>
                  </a:extLst>
                </p:cNvPr>
                <p:cNvSpPr/>
                <p:nvPr/>
              </p:nvSpPr>
              <p:spPr bwMode="auto">
                <a:xfrm>
                  <a:off x="2489684" y="1670464"/>
                  <a:ext cx="581761" cy="157429"/>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27" name="Freeform 1026">
                  <a:extLst>
                    <a:ext uri="{FF2B5EF4-FFF2-40B4-BE49-F238E27FC236}">
                      <a16:creationId xmlns:a16="http://schemas.microsoft.com/office/drawing/2014/main" id="{AF49A14A-FE33-EB4B-ADEA-BA7B348615CA}"/>
                    </a:ext>
                  </a:extLst>
                </p:cNvPr>
                <p:cNvSpPr>
                  <a:spLocks/>
                </p:cNvSpPr>
                <p:nvPr/>
              </p:nvSpPr>
              <p:spPr bwMode="auto">
                <a:xfrm>
                  <a:off x="2429501" y="1629396"/>
                  <a:ext cx="703949" cy="111226"/>
                </a:xfrm>
                <a:custGeom>
                  <a:avLst/>
                  <a:gdLst>
                    <a:gd name="T0" fmla="*/ 0 w 3723451"/>
                    <a:gd name="T1" fmla="*/ 27211 h 932950"/>
                    <a:gd name="T2" fmla="*/ 123865 w 3723451"/>
                    <a:gd name="T3" fmla="*/ 321 h 932950"/>
                    <a:gd name="T4" fmla="*/ 350850 w 3723451"/>
                    <a:gd name="T5" fmla="*/ 62061 h 932950"/>
                    <a:gd name="T6" fmla="*/ 567397 w 3723451"/>
                    <a:gd name="T7" fmla="*/ 0 h 932950"/>
                    <a:gd name="T8" fmla="*/ 703949 w 3723451"/>
                    <a:gd name="T9" fmla="*/ 24696 h 932950"/>
                    <a:gd name="T10" fmla="*/ 602354 w 3723451"/>
                    <a:gd name="T11" fmla="*/ 55064 h 932950"/>
                    <a:gd name="T12" fmla="*/ 569645 w 3723451"/>
                    <a:gd name="T13" fmla="*/ 46877 h 932950"/>
                    <a:gd name="T14" fmla="*/ 354838 w 3723451"/>
                    <a:gd name="T15" fmla="*/ 111226 h 932950"/>
                    <a:gd name="T16" fmla="*/ 134536 w 3723451"/>
                    <a:gd name="T17" fmla="*/ 49244 h 932950"/>
                    <a:gd name="T18" fmla="*/ 98918 w 3723451"/>
                    <a:gd name="T19" fmla="*/ 55934 h 932950"/>
                    <a:gd name="T20" fmla="*/ 0 w 3723451"/>
                    <a:gd name="T21" fmla="*/ 27211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8" name="Freeform 1027">
                  <a:extLst>
                    <a:ext uri="{FF2B5EF4-FFF2-40B4-BE49-F238E27FC236}">
                      <a16:creationId xmlns:a16="http://schemas.microsoft.com/office/drawing/2014/main" id="{FEBE179E-02E9-C64E-89FC-F45503783F7D}"/>
                    </a:ext>
                  </a:extLst>
                </p:cNvPr>
                <p:cNvSpPr>
                  <a:spLocks/>
                </p:cNvSpPr>
                <p:nvPr/>
              </p:nvSpPr>
              <p:spPr bwMode="auto">
                <a:xfrm>
                  <a:off x="2892722" y="1723510"/>
                  <a:ext cx="257143" cy="95826"/>
                </a:xfrm>
                <a:custGeom>
                  <a:avLst/>
                  <a:gdLst>
                    <a:gd name="T0" fmla="*/ 0 w 1366596"/>
                    <a:gd name="T1" fmla="*/ 0 h 809868"/>
                    <a:gd name="T2" fmla="*/ 257143 w 1366596"/>
                    <a:gd name="T3" fmla="*/ 74047 h 809868"/>
                    <a:gd name="T4" fmla="*/ 162771 w 1366596"/>
                    <a:gd name="T5" fmla="*/ 95826 h 809868"/>
                    <a:gd name="T6" fmla="*/ 866 w 1366596"/>
                    <a:gd name="T7" fmla="*/ 5063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9" name="Freeform 1028">
                  <a:extLst>
                    <a:ext uri="{FF2B5EF4-FFF2-40B4-BE49-F238E27FC236}">
                      <a16:creationId xmlns:a16="http://schemas.microsoft.com/office/drawing/2014/main" id="{56DF1AAD-D538-1C44-A286-465AD81A046E}"/>
                    </a:ext>
                  </a:extLst>
                </p:cNvPr>
                <p:cNvSpPr>
                  <a:spLocks/>
                </p:cNvSpPr>
                <p:nvPr/>
              </p:nvSpPr>
              <p:spPr bwMode="auto">
                <a:xfrm>
                  <a:off x="2416736" y="1725222"/>
                  <a:ext cx="255318" cy="94114"/>
                </a:xfrm>
                <a:custGeom>
                  <a:avLst/>
                  <a:gdLst>
                    <a:gd name="T0" fmla="*/ 251832 w 1348191"/>
                    <a:gd name="T1" fmla="*/ 0 h 791462"/>
                    <a:gd name="T2" fmla="*/ 255318 w 1348191"/>
                    <a:gd name="T3" fmla="*/ 45415 h 791462"/>
                    <a:gd name="T4" fmla="*/ 92368 w 1348191"/>
                    <a:gd name="T5" fmla="*/ 94114 h 791462"/>
                    <a:gd name="T6" fmla="*/ 0 w 1348191"/>
                    <a:gd name="T7" fmla="*/ 72774 h 791462"/>
                    <a:gd name="T8" fmla="*/ 25183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30" name="Straight Connector 1029">
                  <a:extLst>
                    <a:ext uri="{FF2B5EF4-FFF2-40B4-BE49-F238E27FC236}">
                      <a16:creationId xmlns:a16="http://schemas.microsoft.com/office/drawing/2014/main" id="{60701F8E-3F5A-734C-A498-AA55BCD5CFE1}"/>
                    </a:ext>
                  </a:extLst>
                </p:cNvPr>
                <p:cNvCxnSpPr>
                  <a:cxnSpLocks noChangeShapeType="1"/>
                  <a:endCxn id="1025" idx="2"/>
                </p:cNvCxnSpPr>
                <p:nvPr/>
              </p:nvCxnSpPr>
              <p:spPr bwMode="auto">
                <a:xfrm flipH="1" flipV="1">
                  <a:off x="2183302" y="1732067"/>
                  <a:ext cx="1823"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31" name="Straight Connector 1030">
                  <a:extLst>
                    <a:ext uri="{FF2B5EF4-FFF2-40B4-BE49-F238E27FC236}">
                      <a16:creationId xmlns:a16="http://schemas.microsoft.com/office/drawing/2014/main" id="{299ED768-B7C5-C447-A0CA-015C1D4D47F2}"/>
                    </a:ext>
                  </a:extLst>
                </p:cNvPr>
                <p:cNvCxnSpPr>
                  <a:cxnSpLocks noChangeShapeType="1"/>
                </p:cNvCxnSpPr>
                <p:nvPr/>
              </p:nvCxnSpPr>
              <p:spPr bwMode="auto">
                <a:xfrm flipH="1" flipV="1">
                  <a:off x="3381474" y="1728644"/>
                  <a:ext cx="1824"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cxnSp>
            <p:nvCxnSpPr>
              <p:cNvPr id="371" name="Straight Connector 370">
                <a:extLst>
                  <a:ext uri="{FF2B5EF4-FFF2-40B4-BE49-F238E27FC236}">
                    <a16:creationId xmlns:a16="http://schemas.microsoft.com/office/drawing/2014/main" id="{E67B7110-869C-734E-A391-2DDC0CCD436E}"/>
                  </a:ext>
                </a:extLst>
              </p:cNvPr>
              <p:cNvCxnSpPr>
                <a:cxnSpLocks/>
              </p:cNvCxnSpPr>
              <p:nvPr/>
            </p:nvCxnSpPr>
            <p:spPr bwMode="auto">
              <a:xfrm>
                <a:off x="3607035" y="4388133"/>
                <a:ext cx="0" cy="806396"/>
              </a:xfrm>
              <a:prstGeom prst="line">
                <a:avLst/>
              </a:prstGeom>
              <a:noFill/>
              <a:ln w="3175" cap="flat" cmpd="sng" algn="ctr">
                <a:solidFill>
                  <a:srgbClr val="000000"/>
                </a:solidFill>
                <a:prstDash val="sysDash"/>
              </a:ln>
              <a:effectLst/>
            </p:spPr>
          </p:cxnSp>
        </p:grpSp>
        <p:grpSp>
          <p:nvGrpSpPr>
            <p:cNvPr id="16" name="Group 15">
              <a:extLst>
                <a:ext uri="{FF2B5EF4-FFF2-40B4-BE49-F238E27FC236}">
                  <a16:creationId xmlns:a16="http://schemas.microsoft.com/office/drawing/2014/main" id="{C3C97C5E-8F3D-B348-9E9A-3D250616B623}"/>
                </a:ext>
              </a:extLst>
            </p:cNvPr>
            <p:cNvGrpSpPr/>
            <p:nvPr/>
          </p:nvGrpSpPr>
          <p:grpSpPr>
            <a:xfrm>
              <a:off x="5292458" y="4247514"/>
              <a:ext cx="573087" cy="2162756"/>
              <a:chOff x="5292458" y="4247514"/>
              <a:chExt cx="573087" cy="2162756"/>
            </a:xfrm>
          </p:grpSpPr>
          <p:sp>
            <p:nvSpPr>
              <p:cNvPr id="931" name="Freeform 930">
                <a:extLst>
                  <a:ext uri="{FF2B5EF4-FFF2-40B4-BE49-F238E27FC236}">
                    <a16:creationId xmlns:a16="http://schemas.microsoft.com/office/drawing/2014/main" id="{E78920D8-D684-1642-B41B-2CC538B9202E}"/>
                  </a:ext>
                </a:extLst>
              </p:cNvPr>
              <p:cNvSpPr/>
              <p:nvPr/>
            </p:nvSpPr>
            <p:spPr bwMode="auto">
              <a:xfrm>
                <a:off x="5292458" y="5394637"/>
                <a:ext cx="573087" cy="1015633"/>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621064"/>
                  <a:gd name="connsiteY0" fmla="*/ 973305 h 973305"/>
                  <a:gd name="connsiteX1" fmla="*/ 0 w 621064"/>
                  <a:gd name="connsiteY1" fmla="*/ 11688 h 973305"/>
                  <a:gd name="connsiteX2" fmla="*/ 499610 w 621064"/>
                  <a:gd name="connsiteY2" fmla="*/ 0 h 973305"/>
                  <a:gd name="connsiteX3" fmla="*/ 558839 w 621064"/>
                  <a:gd name="connsiteY3" fmla="*/ 754682 h 973305"/>
                  <a:gd name="connsiteX4" fmla="*/ 197928 w 621064"/>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1315828 h 1315828"/>
                  <a:gd name="connsiteX1" fmla="*/ 0 w 558839"/>
                  <a:gd name="connsiteY1" fmla="*/ 531414 h 1315828"/>
                  <a:gd name="connsiteX2" fmla="*/ 506930 w 558839"/>
                  <a:gd name="connsiteY2" fmla="*/ 0 h 1315828"/>
                  <a:gd name="connsiteX3" fmla="*/ 558839 w 558839"/>
                  <a:gd name="connsiteY3" fmla="*/ 1274408 h 1315828"/>
                  <a:gd name="connsiteX4" fmla="*/ 370213 w 558839"/>
                  <a:gd name="connsiteY4" fmla="*/ 1315828 h 1315828"/>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94113"/>
                  <a:gd name="connsiteY0" fmla="*/ 1097905 h 1179971"/>
                  <a:gd name="connsiteX1" fmla="*/ 0 w 594113"/>
                  <a:gd name="connsiteY1" fmla="*/ 4757 h 1179971"/>
                  <a:gd name="connsiteX2" fmla="*/ 502783 w 594113"/>
                  <a:gd name="connsiteY2" fmla="*/ 0 h 1179971"/>
                  <a:gd name="connsiteX3" fmla="*/ 594113 w 594113"/>
                  <a:gd name="connsiteY3" fmla="*/ 1179818 h 1179971"/>
                  <a:gd name="connsiteX4" fmla="*/ 366066 w 594113"/>
                  <a:gd name="connsiteY4" fmla="*/ 1097905 h 1179971"/>
                  <a:gd name="connsiteX0" fmla="*/ 403236 w 594113"/>
                  <a:gd name="connsiteY0" fmla="*/ 1215612 h 1215612"/>
                  <a:gd name="connsiteX1" fmla="*/ 0 w 594113"/>
                  <a:gd name="connsiteY1" fmla="*/ 4757 h 1215612"/>
                  <a:gd name="connsiteX2" fmla="*/ 502783 w 594113"/>
                  <a:gd name="connsiteY2" fmla="*/ 0 h 1215612"/>
                  <a:gd name="connsiteX3" fmla="*/ 594113 w 594113"/>
                  <a:gd name="connsiteY3" fmla="*/ 1179818 h 1215612"/>
                  <a:gd name="connsiteX4" fmla="*/ 403236 w 594113"/>
                  <a:gd name="connsiteY4" fmla="*/ 1215612 h 1215612"/>
                  <a:gd name="connsiteX0" fmla="*/ 403236 w 574100"/>
                  <a:gd name="connsiteY0" fmla="*/ 1215612 h 1215612"/>
                  <a:gd name="connsiteX1" fmla="*/ 0 w 574100"/>
                  <a:gd name="connsiteY1" fmla="*/ 4757 h 1215612"/>
                  <a:gd name="connsiteX2" fmla="*/ 502783 w 574100"/>
                  <a:gd name="connsiteY2" fmla="*/ 0 h 1215612"/>
                  <a:gd name="connsiteX3" fmla="*/ 574100 w 574100"/>
                  <a:gd name="connsiteY3" fmla="*/ 1014877 h 1215612"/>
                  <a:gd name="connsiteX4" fmla="*/ 403236 w 574100"/>
                  <a:gd name="connsiteY4" fmla="*/ 1215612 h 1215612"/>
                  <a:gd name="connsiteX0" fmla="*/ 333190 w 574100"/>
                  <a:gd name="connsiteY0" fmla="*/ 985695 h 1015244"/>
                  <a:gd name="connsiteX1" fmla="*/ 0 w 574100"/>
                  <a:gd name="connsiteY1" fmla="*/ 4757 h 1015244"/>
                  <a:gd name="connsiteX2" fmla="*/ 502783 w 574100"/>
                  <a:gd name="connsiteY2" fmla="*/ 0 h 1015244"/>
                  <a:gd name="connsiteX3" fmla="*/ 574100 w 574100"/>
                  <a:gd name="connsiteY3" fmla="*/ 1014877 h 1015244"/>
                  <a:gd name="connsiteX4" fmla="*/ 333190 w 574100"/>
                  <a:gd name="connsiteY4" fmla="*/ 985695 h 1015244"/>
                  <a:gd name="connsiteX0" fmla="*/ 323648 w 574100"/>
                  <a:gd name="connsiteY0" fmla="*/ 1001558 h 1015510"/>
                  <a:gd name="connsiteX1" fmla="*/ 0 w 574100"/>
                  <a:gd name="connsiteY1" fmla="*/ 4757 h 1015510"/>
                  <a:gd name="connsiteX2" fmla="*/ 502783 w 574100"/>
                  <a:gd name="connsiteY2" fmla="*/ 0 h 1015510"/>
                  <a:gd name="connsiteX3" fmla="*/ 574100 w 574100"/>
                  <a:gd name="connsiteY3" fmla="*/ 1014877 h 1015510"/>
                  <a:gd name="connsiteX4" fmla="*/ 323648 w 574100"/>
                  <a:gd name="connsiteY4" fmla="*/ 1001558 h 1015510"/>
                  <a:gd name="connsiteX0" fmla="*/ 323648 w 574100"/>
                  <a:gd name="connsiteY0" fmla="*/ 1001558 h 1015194"/>
                  <a:gd name="connsiteX1" fmla="*/ 0 w 574100"/>
                  <a:gd name="connsiteY1" fmla="*/ 4757 h 1015194"/>
                  <a:gd name="connsiteX2" fmla="*/ 502783 w 574100"/>
                  <a:gd name="connsiteY2" fmla="*/ 0 h 1015194"/>
                  <a:gd name="connsiteX3" fmla="*/ 574100 w 574100"/>
                  <a:gd name="connsiteY3" fmla="*/ 1014877 h 1015194"/>
                  <a:gd name="connsiteX4" fmla="*/ 323648 w 574100"/>
                  <a:gd name="connsiteY4" fmla="*/ 1001558 h 1015194"/>
                  <a:gd name="connsiteX0" fmla="*/ 323648 w 574100"/>
                  <a:gd name="connsiteY0" fmla="*/ 1001558 h 1014877"/>
                  <a:gd name="connsiteX1" fmla="*/ 0 w 574100"/>
                  <a:gd name="connsiteY1" fmla="*/ 4757 h 1014877"/>
                  <a:gd name="connsiteX2" fmla="*/ 502783 w 574100"/>
                  <a:gd name="connsiteY2" fmla="*/ 0 h 1014877"/>
                  <a:gd name="connsiteX3" fmla="*/ 574100 w 574100"/>
                  <a:gd name="connsiteY3" fmla="*/ 1014877 h 1014877"/>
                  <a:gd name="connsiteX4" fmla="*/ 323648 w 574100"/>
                  <a:gd name="connsiteY4" fmla="*/ 1001558 h 10148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4100" h="1014877">
                    <a:moveTo>
                      <a:pt x="323648" y="1001558"/>
                    </a:moveTo>
                    <a:cubicBezTo>
                      <a:pt x="144359" y="448953"/>
                      <a:pt x="295574" y="908506"/>
                      <a:pt x="0" y="4757"/>
                    </a:cubicBezTo>
                    <a:cubicBezTo>
                      <a:pt x="166537" y="861"/>
                      <a:pt x="336246" y="3896"/>
                      <a:pt x="502783" y="0"/>
                    </a:cubicBezTo>
                    <a:cubicBezTo>
                      <a:pt x="555943" y="995541"/>
                      <a:pt x="537473" y="350120"/>
                      <a:pt x="574100" y="1014877"/>
                    </a:cubicBezTo>
                    <a:cubicBezTo>
                      <a:pt x="492318" y="996974"/>
                      <a:pt x="472137" y="977884"/>
                      <a:pt x="323648" y="1001558"/>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97" name="Rectangle 996">
                <a:extLst>
                  <a:ext uri="{FF2B5EF4-FFF2-40B4-BE49-F238E27FC236}">
                    <a16:creationId xmlns:a16="http://schemas.microsoft.com/office/drawing/2014/main" id="{7F242236-8B77-9144-8038-81B9BCAB1509}"/>
                  </a:ext>
                </a:extLst>
              </p:cNvPr>
              <p:cNvSpPr/>
              <p:nvPr/>
            </p:nvSpPr>
            <p:spPr bwMode="auto">
              <a:xfrm rot="10800000">
                <a:off x="5300268" y="4416668"/>
                <a:ext cx="498084" cy="353991"/>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98" name="Straight Connector 997">
                <a:extLst>
                  <a:ext uri="{FF2B5EF4-FFF2-40B4-BE49-F238E27FC236}">
                    <a16:creationId xmlns:a16="http://schemas.microsoft.com/office/drawing/2014/main" id="{855E433C-9E28-D243-A7F8-5DC166631717}"/>
                  </a:ext>
                </a:extLst>
              </p:cNvPr>
              <p:cNvCxnSpPr>
                <a:cxnSpLocks/>
                <a:stCxn id="1004" idx="3"/>
              </p:cNvCxnSpPr>
              <p:nvPr/>
            </p:nvCxnSpPr>
            <p:spPr bwMode="auto">
              <a:xfrm>
                <a:off x="5798598" y="4376078"/>
                <a:ext cx="11386" cy="969347"/>
              </a:xfrm>
              <a:prstGeom prst="line">
                <a:avLst/>
              </a:prstGeom>
              <a:noFill/>
              <a:ln w="3175" cap="flat" cmpd="sng" algn="ctr">
                <a:solidFill>
                  <a:srgbClr val="000000"/>
                </a:solidFill>
                <a:prstDash val="sysDash"/>
              </a:ln>
              <a:effectLst/>
            </p:spPr>
          </p:cxnSp>
          <p:grpSp>
            <p:nvGrpSpPr>
              <p:cNvPr id="999" name="Group 552">
                <a:extLst>
                  <a:ext uri="{FF2B5EF4-FFF2-40B4-BE49-F238E27FC236}">
                    <a16:creationId xmlns:a16="http://schemas.microsoft.com/office/drawing/2014/main" id="{2095E3B0-B1DF-9747-A4B6-739AFCB17CA7}"/>
                  </a:ext>
                </a:extLst>
              </p:cNvPr>
              <p:cNvGrpSpPr>
                <a:grpSpLocks/>
              </p:cNvGrpSpPr>
              <p:nvPr/>
            </p:nvGrpSpPr>
            <p:grpSpPr bwMode="auto">
              <a:xfrm>
                <a:off x="5302369" y="5271607"/>
                <a:ext cx="507588" cy="221730"/>
                <a:chOff x="4128636" y="3606589"/>
                <a:chExt cx="568145" cy="338667"/>
              </a:xfrm>
            </p:grpSpPr>
            <p:sp>
              <p:nvSpPr>
                <p:cNvPr id="1012" name="Oval 1011">
                  <a:extLst>
                    <a:ext uri="{FF2B5EF4-FFF2-40B4-BE49-F238E27FC236}">
                      <a16:creationId xmlns:a16="http://schemas.microsoft.com/office/drawing/2014/main" id="{77BE98D0-B8F8-0542-81BA-550DCDDBED58}"/>
                    </a:ext>
                  </a:extLst>
                </p:cNvPr>
                <p:cNvSpPr/>
                <p:nvPr/>
              </p:nvSpPr>
              <p:spPr>
                <a:xfrm>
                  <a:off x="4128204" y="3719337"/>
                  <a:ext cx="568606" cy="2255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13" name="Rectangle 1012">
                  <a:extLst>
                    <a:ext uri="{FF2B5EF4-FFF2-40B4-BE49-F238E27FC236}">
                      <a16:creationId xmlns:a16="http://schemas.microsoft.com/office/drawing/2014/main" id="{FF81DF11-B403-0242-9BBF-4028E5002511}"/>
                    </a:ext>
                  </a:extLst>
                </p:cNvPr>
                <p:cNvSpPr/>
                <p:nvPr/>
              </p:nvSpPr>
              <p:spPr>
                <a:xfrm>
                  <a:off x="4128204" y="3719337"/>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14" name="Oval 1013">
                  <a:extLst>
                    <a:ext uri="{FF2B5EF4-FFF2-40B4-BE49-F238E27FC236}">
                      <a16:creationId xmlns:a16="http://schemas.microsoft.com/office/drawing/2014/main" id="{DA7CD07E-7BFA-EA40-A63C-19BD545F9FBB}"/>
                    </a:ext>
                  </a:extLst>
                </p:cNvPr>
                <p:cNvSpPr/>
                <p:nvPr/>
              </p:nvSpPr>
              <p:spPr>
                <a:xfrm>
                  <a:off x="4128204" y="3600527"/>
                  <a:ext cx="568606" cy="23034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15" name="Straight Connector 1014">
                  <a:extLst>
                    <a:ext uri="{FF2B5EF4-FFF2-40B4-BE49-F238E27FC236}">
                      <a16:creationId xmlns:a16="http://schemas.microsoft.com/office/drawing/2014/main" id="{B2F8B11B-A555-1F4E-A7E6-540E16F7A0A8}"/>
                    </a:ext>
                  </a:extLst>
                </p:cNvPr>
                <p:cNvCxnSpPr/>
                <p:nvPr/>
              </p:nvCxnSpPr>
              <p:spPr>
                <a:xfrm>
                  <a:off x="4696810" y="3719337"/>
                  <a:ext cx="0" cy="111537"/>
                </a:xfrm>
                <a:prstGeom prst="line">
                  <a:avLst/>
                </a:prstGeom>
                <a:noFill/>
                <a:ln w="6350" cap="flat" cmpd="sng" algn="ctr">
                  <a:solidFill>
                    <a:srgbClr val="000000"/>
                  </a:solidFill>
                  <a:prstDash val="solid"/>
                </a:ln>
                <a:effectLst/>
              </p:spPr>
            </p:cxnSp>
            <p:cxnSp>
              <p:nvCxnSpPr>
                <p:cNvPr id="1016" name="Straight Connector 1015">
                  <a:extLst>
                    <a:ext uri="{FF2B5EF4-FFF2-40B4-BE49-F238E27FC236}">
                      <a16:creationId xmlns:a16="http://schemas.microsoft.com/office/drawing/2014/main" id="{DC5D2573-EDE8-D044-BD08-61DD678EC15B}"/>
                    </a:ext>
                  </a:extLst>
                </p:cNvPr>
                <p:cNvCxnSpPr/>
                <p:nvPr/>
              </p:nvCxnSpPr>
              <p:spPr>
                <a:xfrm>
                  <a:off x="4128204" y="3719337"/>
                  <a:ext cx="0" cy="111537"/>
                </a:xfrm>
                <a:prstGeom prst="line">
                  <a:avLst/>
                </a:prstGeom>
                <a:noFill/>
                <a:ln w="6350" cap="flat" cmpd="sng" algn="ctr">
                  <a:solidFill>
                    <a:srgbClr val="000000"/>
                  </a:solidFill>
                  <a:prstDash val="solid"/>
                </a:ln>
                <a:effectLst/>
              </p:spPr>
            </p:cxnSp>
          </p:grpSp>
          <p:sp>
            <p:nvSpPr>
              <p:cNvPr id="1000" name="Rectangle 999">
                <a:extLst>
                  <a:ext uri="{FF2B5EF4-FFF2-40B4-BE49-F238E27FC236}">
                    <a16:creationId xmlns:a16="http://schemas.microsoft.com/office/drawing/2014/main" id="{1CD2ADDF-DE6E-274D-9173-D493921DFE9F}"/>
                  </a:ext>
                </a:extLst>
              </p:cNvPr>
              <p:cNvSpPr/>
              <p:nvPr/>
            </p:nvSpPr>
            <p:spPr bwMode="auto">
              <a:xfrm>
                <a:off x="5303570" y="4851684"/>
                <a:ext cx="496888" cy="496916"/>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01" name="Straight Connector 1000">
                <a:extLst>
                  <a:ext uri="{FF2B5EF4-FFF2-40B4-BE49-F238E27FC236}">
                    <a16:creationId xmlns:a16="http://schemas.microsoft.com/office/drawing/2014/main" id="{3926DE25-E9FB-D540-98B7-27C7DBB56A43}"/>
                  </a:ext>
                </a:extLst>
              </p:cNvPr>
              <p:cNvCxnSpPr>
                <a:cxnSpLocks/>
                <a:stCxn id="1003" idx="2"/>
              </p:cNvCxnSpPr>
              <p:nvPr/>
            </p:nvCxnSpPr>
            <p:spPr bwMode="auto">
              <a:xfrm flipH="1">
                <a:off x="5297221" y="4407034"/>
                <a:ext cx="4739" cy="1032054"/>
              </a:xfrm>
              <a:prstGeom prst="line">
                <a:avLst/>
              </a:prstGeom>
              <a:noFill/>
              <a:ln w="3175" cap="flat" cmpd="sng" algn="ctr">
                <a:solidFill>
                  <a:srgbClr val="000000"/>
                </a:solidFill>
                <a:prstDash val="sysDash"/>
              </a:ln>
              <a:effectLst/>
            </p:spPr>
          </p:cxnSp>
          <p:grpSp>
            <p:nvGrpSpPr>
              <p:cNvPr id="1002" name="Group 538">
                <a:extLst>
                  <a:ext uri="{FF2B5EF4-FFF2-40B4-BE49-F238E27FC236}">
                    <a16:creationId xmlns:a16="http://schemas.microsoft.com/office/drawing/2014/main" id="{FA32E138-3569-9943-8F38-8BFBBEE94E0D}"/>
                  </a:ext>
                </a:extLst>
              </p:cNvPr>
              <p:cNvGrpSpPr>
                <a:grpSpLocks/>
              </p:cNvGrpSpPr>
              <p:nvPr/>
            </p:nvGrpSpPr>
            <p:grpSpPr bwMode="auto">
              <a:xfrm>
                <a:off x="5299734" y="4247514"/>
                <a:ext cx="498793" cy="248286"/>
                <a:chOff x="2183302" y="1564542"/>
                <a:chExt cx="1200154" cy="440314"/>
              </a:xfrm>
            </p:grpSpPr>
            <p:sp>
              <p:nvSpPr>
                <p:cNvPr id="1003" name="Oval 1002">
                  <a:extLst>
                    <a:ext uri="{FF2B5EF4-FFF2-40B4-BE49-F238E27FC236}">
                      <a16:creationId xmlns:a16="http://schemas.microsoft.com/office/drawing/2014/main" id="{172BF76E-3582-364D-ACA4-688518FFF091}"/>
                    </a:ext>
                  </a:extLst>
                </p:cNvPr>
                <p:cNvSpPr/>
                <p:nvPr/>
              </p:nvSpPr>
              <p:spPr bwMode="auto">
                <a:xfrm flipV="1">
                  <a:off x="2188659" y="1691189"/>
                  <a:ext cx="1194966" cy="3124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04" name="Rectangle 1003">
                  <a:extLst>
                    <a:ext uri="{FF2B5EF4-FFF2-40B4-BE49-F238E27FC236}">
                      <a16:creationId xmlns:a16="http://schemas.microsoft.com/office/drawing/2014/main" id="{3A78A2F4-E393-6E42-BE3F-0FCA6714AEB4}"/>
                    </a:ext>
                  </a:extLst>
                </p:cNvPr>
                <p:cNvSpPr/>
                <p:nvPr/>
              </p:nvSpPr>
              <p:spPr bwMode="auto">
                <a:xfrm>
                  <a:off x="2184877" y="1736233"/>
                  <a:ext cx="1198749"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05" name="Oval 1004">
                  <a:extLst>
                    <a:ext uri="{FF2B5EF4-FFF2-40B4-BE49-F238E27FC236}">
                      <a16:creationId xmlns:a16="http://schemas.microsoft.com/office/drawing/2014/main" id="{940143FD-143D-914C-BE2C-37F2F665D24A}"/>
                    </a:ext>
                  </a:extLst>
                </p:cNvPr>
                <p:cNvSpPr>
                  <a:spLocks noChangeArrowheads="1"/>
                </p:cNvSpPr>
                <p:nvPr/>
              </p:nvSpPr>
              <p:spPr bwMode="auto">
                <a:xfrm flipV="1">
                  <a:off x="2184877" y="1564501"/>
                  <a:ext cx="1194966" cy="31249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06" name="Freeform 1005">
                  <a:extLst>
                    <a:ext uri="{FF2B5EF4-FFF2-40B4-BE49-F238E27FC236}">
                      <a16:creationId xmlns:a16="http://schemas.microsoft.com/office/drawing/2014/main" id="{E3E8B10C-6B82-EC4C-A959-82D1FA770D43}"/>
                    </a:ext>
                  </a:extLst>
                </p:cNvPr>
                <p:cNvSpPr/>
                <p:nvPr/>
              </p:nvSpPr>
              <p:spPr bwMode="auto">
                <a:xfrm>
                  <a:off x="2491182" y="1671482"/>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07" name="Freeform 1006">
                  <a:extLst>
                    <a:ext uri="{FF2B5EF4-FFF2-40B4-BE49-F238E27FC236}">
                      <a16:creationId xmlns:a16="http://schemas.microsoft.com/office/drawing/2014/main" id="{0B23900C-40C2-5447-A8A5-DB9E4C1FBD25}"/>
                    </a:ext>
                  </a:extLst>
                </p:cNvPr>
                <p:cNvSpPr>
                  <a:spLocks/>
                </p:cNvSpPr>
                <p:nvPr/>
              </p:nvSpPr>
              <p:spPr bwMode="auto">
                <a:xfrm>
                  <a:off x="2430678" y="1629252"/>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8" name="Freeform 1007">
                  <a:extLst>
                    <a:ext uri="{FF2B5EF4-FFF2-40B4-BE49-F238E27FC236}">
                      <a16:creationId xmlns:a16="http://schemas.microsoft.com/office/drawing/2014/main" id="{8EDB510B-0DD2-AE4F-82C5-7A7D8DC924A6}"/>
                    </a:ext>
                  </a:extLst>
                </p:cNvPr>
                <p:cNvSpPr>
                  <a:spLocks/>
                </p:cNvSpPr>
                <p:nvPr/>
              </p:nvSpPr>
              <p:spPr bwMode="auto">
                <a:xfrm>
                  <a:off x="2892025" y="1722158"/>
                  <a:ext cx="260925" cy="95720"/>
                </a:xfrm>
                <a:custGeom>
                  <a:avLst/>
                  <a:gdLst>
                    <a:gd name="T0" fmla="*/ 0 w 1366596"/>
                    <a:gd name="T1" fmla="*/ 0 h 809868"/>
                    <a:gd name="T2" fmla="*/ 260925 w 1366596"/>
                    <a:gd name="T3" fmla="*/ 73965 h 809868"/>
                    <a:gd name="T4" fmla="*/ 165165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9" name="Freeform 1008">
                  <a:extLst>
                    <a:ext uri="{FF2B5EF4-FFF2-40B4-BE49-F238E27FC236}">
                      <a16:creationId xmlns:a16="http://schemas.microsoft.com/office/drawing/2014/main" id="{8DBE17FA-57C2-EB4B-A9B7-514F4336E298}"/>
                    </a:ext>
                  </a:extLst>
                </p:cNvPr>
                <p:cNvSpPr>
                  <a:spLocks/>
                </p:cNvSpPr>
                <p:nvPr/>
              </p:nvSpPr>
              <p:spPr bwMode="auto">
                <a:xfrm>
                  <a:off x="2419332" y="1724972"/>
                  <a:ext cx="253364" cy="95720"/>
                </a:xfrm>
                <a:custGeom>
                  <a:avLst/>
                  <a:gdLst>
                    <a:gd name="T0" fmla="*/ 249905 w 1348191"/>
                    <a:gd name="T1" fmla="*/ 0 h 791462"/>
                    <a:gd name="T2" fmla="*/ 253364 w 1348191"/>
                    <a:gd name="T3" fmla="*/ 46190 h 791462"/>
                    <a:gd name="T4" fmla="*/ 91661 w 1348191"/>
                    <a:gd name="T5" fmla="*/ 95720 h 791462"/>
                    <a:gd name="T6" fmla="*/ 0 w 1348191"/>
                    <a:gd name="T7" fmla="*/ 74016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10" name="Straight Connector 1009">
                  <a:extLst>
                    <a:ext uri="{FF2B5EF4-FFF2-40B4-BE49-F238E27FC236}">
                      <a16:creationId xmlns:a16="http://schemas.microsoft.com/office/drawing/2014/main" id="{6D72BFF1-097B-E940-AAD0-E8A2E1D2A096}"/>
                    </a:ext>
                  </a:extLst>
                </p:cNvPr>
                <p:cNvCxnSpPr>
                  <a:cxnSpLocks noChangeShapeType="1"/>
                  <a:endCxn id="1005" idx="2"/>
                </p:cNvCxnSpPr>
                <p:nvPr/>
              </p:nvCxnSpPr>
              <p:spPr bwMode="auto">
                <a:xfrm flipH="1" flipV="1">
                  <a:off x="2184877" y="1722158"/>
                  <a:ext cx="3783"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11" name="Straight Connector 1010">
                  <a:extLst>
                    <a:ext uri="{FF2B5EF4-FFF2-40B4-BE49-F238E27FC236}">
                      <a16:creationId xmlns:a16="http://schemas.microsoft.com/office/drawing/2014/main" id="{088863E0-982B-8A4D-853F-851CE3F1F144}"/>
                    </a:ext>
                  </a:extLst>
                </p:cNvPr>
                <p:cNvCxnSpPr>
                  <a:cxnSpLocks noChangeShapeType="1"/>
                </p:cNvCxnSpPr>
                <p:nvPr/>
              </p:nvCxnSpPr>
              <p:spPr bwMode="auto">
                <a:xfrm flipH="1" flipV="1">
                  <a:off x="3379842" y="1727788"/>
                  <a:ext cx="3783"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17" name="Group 16">
              <a:extLst>
                <a:ext uri="{FF2B5EF4-FFF2-40B4-BE49-F238E27FC236}">
                  <a16:creationId xmlns:a16="http://schemas.microsoft.com/office/drawing/2014/main" id="{A711EF0F-FDD8-CC4B-B701-3F459FFDE65F}"/>
                </a:ext>
              </a:extLst>
            </p:cNvPr>
            <p:cNvGrpSpPr/>
            <p:nvPr/>
          </p:nvGrpSpPr>
          <p:grpSpPr>
            <a:xfrm>
              <a:off x="6071920" y="4247514"/>
              <a:ext cx="520674" cy="1626550"/>
              <a:chOff x="6071920" y="4247514"/>
              <a:chExt cx="520674" cy="1626550"/>
            </a:xfrm>
          </p:grpSpPr>
          <p:sp>
            <p:nvSpPr>
              <p:cNvPr id="930" name="Freeform 929">
                <a:extLst>
                  <a:ext uri="{FF2B5EF4-FFF2-40B4-BE49-F238E27FC236}">
                    <a16:creationId xmlns:a16="http://schemas.microsoft.com/office/drawing/2014/main" id="{BD4E8E8A-5281-2546-8825-0786245B15DA}"/>
                  </a:ext>
                </a:extLst>
              </p:cNvPr>
              <p:cNvSpPr/>
              <p:nvPr/>
            </p:nvSpPr>
            <p:spPr bwMode="auto">
              <a:xfrm>
                <a:off x="6071920" y="5431150"/>
                <a:ext cx="514350" cy="442914"/>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503138"/>
                  <a:gd name="connsiteY0" fmla="*/ 961687 h 964568"/>
                  <a:gd name="connsiteX1" fmla="*/ 0 w 503138"/>
                  <a:gd name="connsiteY1" fmla="*/ 70 h 964568"/>
                  <a:gd name="connsiteX2" fmla="*/ 503138 w 503138"/>
                  <a:gd name="connsiteY2" fmla="*/ 154187 h 964568"/>
                  <a:gd name="connsiteX3" fmla="*/ 273339 w 503138"/>
                  <a:gd name="connsiteY3" fmla="*/ 964568 h 964568"/>
                  <a:gd name="connsiteX4" fmla="*/ 197928 w 503138"/>
                  <a:gd name="connsiteY4" fmla="*/ 961687 h 964568"/>
                  <a:gd name="connsiteX0" fmla="*/ 201456 w 506666"/>
                  <a:gd name="connsiteY0" fmla="*/ 807500 h 810381"/>
                  <a:gd name="connsiteX1" fmla="*/ 0 w 506666"/>
                  <a:gd name="connsiteY1" fmla="*/ 15216 h 810381"/>
                  <a:gd name="connsiteX2" fmla="*/ 506666 w 506666"/>
                  <a:gd name="connsiteY2" fmla="*/ 0 h 810381"/>
                  <a:gd name="connsiteX3" fmla="*/ 276867 w 506666"/>
                  <a:gd name="connsiteY3" fmla="*/ 810381 h 810381"/>
                  <a:gd name="connsiteX4" fmla="*/ 201456 w 506666"/>
                  <a:gd name="connsiteY4" fmla="*/ 807500 h 810381"/>
                  <a:gd name="connsiteX0" fmla="*/ 201456 w 506666"/>
                  <a:gd name="connsiteY0" fmla="*/ 807500 h 811593"/>
                  <a:gd name="connsiteX1" fmla="*/ 0 w 506666"/>
                  <a:gd name="connsiteY1" fmla="*/ 15216 h 811593"/>
                  <a:gd name="connsiteX2" fmla="*/ 506666 w 506666"/>
                  <a:gd name="connsiteY2" fmla="*/ 0 h 811593"/>
                  <a:gd name="connsiteX3" fmla="*/ 276867 w 506666"/>
                  <a:gd name="connsiteY3" fmla="*/ 810381 h 811593"/>
                  <a:gd name="connsiteX4" fmla="*/ 201456 w 506666"/>
                  <a:gd name="connsiteY4" fmla="*/ 807500 h 811593"/>
                  <a:gd name="connsiteX0" fmla="*/ 135576 w 506666"/>
                  <a:gd name="connsiteY0" fmla="*/ 818480 h 818480"/>
                  <a:gd name="connsiteX1" fmla="*/ 0 w 506666"/>
                  <a:gd name="connsiteY1" fmla="*/ 15216 h 818480"/>
                  <a:gd name="connsiteX2" fmla="*/ 506666 w 506666"/>
                  <a:gd name="connsiteY2" fmla="*/ 0 h 818480"/>
                  <a:gd name="connsiteX3" fmla="*/ 276867 w 506666"/>
                  <a:gd name="connsiteY3" fmla="*/ 81038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45472 w 559302"/>
                  <a:gd name="connsiteY0" fmla="*/ 807500 h 807500"/>
                  <a:gd name="connsiteX1" fmla="*/ 52636 w 559302"/>
                  <a:gd name="connsiteY1" fmla="*/ 7896 h 807500"/>
                  <a:gd name="connsiteX2" fmla="*/ 559302 w 559302"/>
                  <a:gd name="connsiteY2" fmla="*/ 0 h 807500"/>
                  <a:gd name="connsiteX3" fmla="*/ 384402 w 559302"/>
                  <a:gd name="connsiteY3" fmla="*/ 803061 h 807500"/>
                  <a:gd name="connsiteX4" fmla="*/ 45472 w 559302"/>
                  <a:gd name="connsiteY4" fmla="*/ 807500 h 807500"/>
                  <a:gd name="connsiteX0" fmla="*/ 21974 w 535804"/>
                  <a:gd name="connsiteY0" fmla="*/ 807500 h 807500"/>
                  <a:gd name="connsiteX1" fmla="*/ 29138 w 535804"/>
                  <a:gd name="connsiteY1" fmla="*/ 7896 h 807500"/>
                  <a:gd name="connsiteX2" fmla="*/ 535804 w 535804"/>
                  <a:gd name="connsiteY2" fmla="*/ 0 h 807500"/>
                  <a:gd name="connsiteX3" fmla="*/ 360904 w 535804"/>
                  <a:gd name="connsiteY3" fmla="*/ 803061 h 807500"/>
                  <a:gd name="connsiteX4" fmla="*/ 21974 w 535804"/>
                  <a:gd name="connsiteY4" fmla="*/ 807500 h 807500"/>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7341"/>
                  <a:gd name="connsiteX1" fmla="*/ 0 w 514180"/>
                  <a:gd name="connsiteY1" fmla="*/ 0 h 577341"/>
                  <a:gd name="connsiteX2" fmla="*/ 514180 w 514180"/>
                  <a:gd name="connsiteY2" fmla="*/ 10891 h 577341"/>
                  <a:gd name="connsiteX3" fmla="*/ 404259 w 514180"/>
                  <a:gd name="connsiteY3" fmla="*/ 386400 h 577341"/>
                  <a:gd name="connsiteX4" fmla="*/ 135770 w 514180"/>
                  <a:gd name="connsiteY4" fmla="*/ 577341 h 577341"/>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02193 h 402193"/>
                  <a:gd name="connsiteX1" fmla="*/ 0 w 514180"/>
                  <a:gd name="connsiteY1" fmla="*/ 0 h 402193"/>
                  <a:gd name="connsiteX2" fmla="*/ 514180 w 514180"/>
                  <a:gd name="connsiteY2" fmla="*/ 10891 h 402193"/>
                  <a:gd name="connsiteX3" fmla="*/ 404259 w 514180"/>
                  <a:gd name="connsiteY3" fmla="*/ 386400 h 402193"/>
                  <a:gd name="connsiteX4" fmla="*/ 100781 w 514180"/>
                  <a:gd name="connsiteY4" fmla="*/ 402193 h 402193"/>
                  <a:gd name="connsiteX0" fmla="*/ 100781 w 514180"/>
                  <a:gd name="connsiteY0" fmla="*/ 402193 h 425001"/>
                  <a:gd name="connsiteX1" fmla="*/ 0 w 514180"/>
                  <a:gd name="connsiteY1" fmla="*/ 0 h 425001"/>
                  <a:gd name="connsiteX2" fmla="*/ 514180 w 514180"/>
                  <a:gd name="connsiteY2" fmla="*/ 10891 h 425001"/>
                  <a:gd name="connsiteX3" fmla="*/ 448695 w 514180"/>
                  <a:gd name="connsiteY3" fmla="*/ 424553 h 425001"/>
                  <a:gd name="connsiteX4" fmla="*/ 100781 w 514180"/>
                  <a:gd name="connsiteY4" fmla="*/ 402193 h 425001"/>
                  <a:gd name="connsiteX0" fmla="*/ 100781 w 514180"/>
                  <a:gd name="connsiteY0" fmla="*/ 402193 h 425001"/>
                  <a:gd name="connsiteX1" fmla="*/ 0 w 514180"/>
                  <a:gd name="connsiteY1" fmla="*/ 0 h 425001"/>
                  <a:gd name="connsiteX2" fmla="*/ 514180 w 514180"/>
                  <a:gd name="connsiteY2" fmla="*/ 10891 h 425001"/>
                  <a:gd name="connsiteX3" fmla="*/ 448695 w 514180"/>
                  <a:gd name="connsiteY3" fmla="*/ 424553 h 425001"/>
                  <a:gd name="connsiteX4" fmla="*/ 100781 w 514180"/>
                  <a:gd name="connsiteY4" fmla="*/ 402193 h 425001"/>
                  <a:gd name="connsiteX0" fmla="*/ 100781 w 514180"/>
                  <a:gd name="connsiteY0" fmla="*/ 402193 h 424553"/>
                  <a:gd name="connsiteX1" fmla="*/ 0 w 514180"/>
                  <a:gd name="connsiteY1" fmla="*/ 0 h 424553"/>
                  <a:gd name="connsiteX2" fmla="*/ 514180 w 514180"/>
                  <a:gd name="connsiteY2" fmla="*/ 10891 h 424553"/>
                  <a:gd name="connsiteX3" fmla="*/ 448695 w 514180"/>
                  <a:gd name="connsiteY3" fmla="*/ 424553 h 424553"/>
                  <a:gd name="connsiteX4" fmla="*/ 100781 w 514180"/>
                  <a:gd name="connsiteY4" fmla="*/ 402193 h 424553"/>
                  <a:gd name="connsiteX0" fmla="*/ 110303 w 514180"/>
                  <a:gd name="connsiteY0" fmla="*/ 443525 h 443525"/>
                  <a:gd name="connsiteX1" fmla="*/ 0 w 514180"/>
                  <a:gd name="connsiteY1" fmla="*/ 0 h 443525"/>
                  <a:gd name="connsiteX2" fmla="*/ 514180 w 514180"/>
                  <a:gd name="connsiteY2" fmla="*/ 10891 h 443525"/>
                  <a:gd name="connsiteX3" fmla="*/ 448695 w 514180"/>
                  <a:gd name="connsiteY3" fmla="*/ 424553 h 443525"/>
                  <a:gd name="connsiteX4" fmla="*/ 110303 w 514180"/>
                  <a:gd name="connsiteY4" fmla="*/ 443525 h 443525"/>
                  <a:gd name="connsiteX0" fmla="*/ 110303 w 514180"/>
                  <a:gd name="connsiteY0" fmla="*/ 443525 h 443525"/>
                  <a:gd name="connsiteX1" fmla="*/ 0 w 514180"/>
                  <a:gd name="connsiteY1" fmla="*/ 0 h 443525"/>
                  <a:gd name="connsiteX2" fmla="*/ 514180 w 514180"/>
                  <a:gd name="connsiteY2" fmla="*/ 10891 h 443525"/>
                  <a:gd name="connsiteX3" fmla="*/ 448695 w 514180"/>
                  <a:gd name="connsiteY3" fmla="*/ 424553 h 443525"/>
                  <a:gd name="connsiteX4" fmla="*/ 110303 w 514180"/>
                  <a:gd name="connsiteY4" fmla="*/ 443525 h 443525"/>
                  <a:gd name="connsiteX0" fmla="*/ 110303 w 514180"/>
                  <a:gd name="connsiteY0" fmla="*/ 443525 h 443525"/>
                  <a:gd name="connsiteX1" fmla="*/ 0 w 514180"/>
                  <a:gd name="connsiteY1" fmla="*/ 0 h 443525"/>
                  <a:gd name="connsiteX2" fmla="*/ 514180 w 514180"/>
                  <a:gd name="connsiteY2" fmla="*/ 10891 h 443525"/>
                  <a:gd name="connsiteX3" fmla="*/ 448695 w 514180"/>
                  <a:gd name="connsiteY3" fmla="*/ 424553 h 443525"/>
                  <a:gd name="connsiteX4" fmla="*/ 110303 w 514180"/>
                  <a:gd name="connsiteY4" fmla="*/ 443525 h 443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180" h="443525">
                    <a:moveTo>
                      <a:pt x="110303" y="443525"/>
                    </a:moveTo>
                    <a:cubicBezTo>
                      <a:pt x="70106" y="235553"/>
                      <a:pt x="112501" y="273531"/>
                      <a:pt x="0" y="0"/>
                    </a:cubicBezTo>
                    <a:lnTo>
                      <a:pt x="514180" y="10891"/>
                    </a:lnTo>
                    <a:cubicBezTo>
                      <a:pt x="417353" y="348331"/>
                      <a:pt x="456724" y="233015"/>
                      <a:pt x="448695" y="424553"/>
                    </a:cubicBezTo>
                    <a:cubicBezTo>
                      <a:pt x="373684" y="393884"/>
                      <a:pt x="178402" y="416624"/>
                      <a:pt x="110303" y="443525"/>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77" name="Rectangle 976">
                <a:extLst>
                  <a:ext uri="{FF2B5EF4-FFF2-40B4-BE49-F238E27FC236}">
                    <a16:creationId xmlns:a16="http://schemas.microsoft.com/office/drawing/2014/main" id="{B0F9C3E9-A467-3F42-B81A-4399A9B977B8}"/>
                  </a:ext>
                </a:extLst>
              </p:cNvPr>
              <p:cNvSpPr/>
              <p:nvPr/>
            </p:nvSpPr>
            <p:spPr bwMode="auto">
              <a:xfrm rot="10800000">
                <a:off x="6074112" y="4416669"/>
                <a:ext cx="498084" cy="364440"/>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78" name="Straight Connector 977">
                <a:extLst>
                  <a:ext uri="{FF2B5EF4-FFF2-40B4-BE49-F238E27FC236}">
                    <a16:creationId xmlns:a16="http://schemas.microsoft.com/office/drawing/2014/main" id="{20B4E373-A127-2049-BBD2-5D8AFBDD7F00}"/>
                  </a:ext>
                </a:extLst>
              </p:cNvPr>
              <p:cNvCxnSpPr>
                <a:cxnSpLocks/>
                <a:stCxn id="983" idx="6"/>
              </p:cNvCxnSpPr>
              <p:nvPr/>
            </p:nvCxnSpPr>
            <p:spPr bwMode="auto">
              <a:xfrm>
                <a:off x="6572320" y="4407033"/>
                <a:ext cx="15904" cy="943155"/>
              </a:xfrm>
              <a:prstGeom prst="line">
                <a:avLst/>
              </a:prstGeom>
              <a:noFill/>
              <a:ln w="3175" cap="flat" cmpd="sng" algn="ctr">
                <a:solidFill>
                  <a:srgbClr val="000000"/>
                </a:solidFill>
                <a:prstDash val="sysDash"/>
              </a:ln>
              <a:effectLst/>
            </p:spPr>
          </p:cxnSp>
          <p:grpSp>
            <p:nvGrpSpPr>
              <p:cNvPr id="979" name="Group 580">
                <a:extLst>
                  <a:ext uri="{FF2B5EF4-FFF2-40B4-BE49-F238E27FC236}">
                    <a16:creationId xmlns:a16="http://schemas.microsoft.com/office/drawing/2014/main" id="{3A9D8F64-E0EA-B742-94C4-1BEB4135EA82}"/>
                  </a:ext>
                </a:extLst>
              </p:cNvPr>
              <p:cNvGrpSpPr>
                <a:grpSpLocks/>
              </p:cNvGrpSpPr>
              <p:nvPr/>
            </p:nvGrpSpPr>
            <p:grpSpPr bwMode="auto">
              <a:xfrm>
                <a:off x="6085006" y="5276371"/>
                <a:ext cx="507588" cy="221730"/>
                <a:chOff x="4128636" y="3606589"/>
                <a:chExt cx="568145" cy="338667"/>
              </a:xfrm>
            </p:grpSpPr>
            <p:sp>
              <p:nvSpPr>
                <p:cNvPr id="992" name="Oval 991">
                  <a:extLst>
                    <a:ext uri="{FF2B5EF4-FFF2-40B4-BE49-F238E27FC236}">
                      <a16:creationId xmlns:a16="http://schemas.microsoft.com/office/drawing/2014/main" id="{74425C53-433E-6F47-8B0C-9F4C8E916E2E}"/>
                    </a:ext>
                  </a:extLst>
                </p:cNvPr>
                <p:cNvSpPr/>
                <p:nvPr/>
              </p:nvSpPr>
              <p:spPr>
                <a:xfrm>
                  <a:off x="4128204" y="3719336"/>
                  <a:ext cx="568606" cy="225498"/>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93" name="Rectangle 992">
                  <a:extLst>
                    <a:ext uri="{FF2B5EF4-FFF2-40B4-BE49-F238E27FC236}">
                      <a16:creationId xmlns:a16="http://schemas.microsoft.com/office/drawing/2014/main" id="{A0400564-35E9-0947-9C64-641EDF9EEAFA}"/>
                    </a:ext>
                  </a:extLst>
                </p:cNvPr>
                <p:cNvSpPr/>
                <p:nvPr/>
              </p:nvSpPr>
              <p:spPr>
                <a:xfrm>
                  <a:off x="4128204" y="3719336"/>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94" name="Oval 993">
                  <a:extLst>
                    <a:ext uri="{FF2B5EF4-FFF2-40B4-BE49-F238E27FC236}">
                      <a16:creationId xmlns:a16="http://schemas.microsoft.com/office/drawing/2014/main" id="{56DE4CA9-0BD6-4744-AD30-73684267516E}"/>
                    </a:ext>
                  </a:extLst>
                </p:cNvPr>
                <p:cNvSpPr/>
                <p:nvPr/>
              </p:nvSpPr>
              <p:spPr>
                <a:xfrm>
                  <a:off x="4128204" y="3600524"/>
                  <a:ext cx="568606" cy="230349"/>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95" name="Straight Connector 994">
                  <a:extLst>
                    <a:ext uri="{FF2B5EF4-FFF2-40B4-BE49-F238E27FC236}">
                      <a16:creationId xmlns:a16="http://schemas.microsoft.com/office/drawing/2014/main" id="{0A9628A0-82B0-154A-AC0C-91A2584C6F9D}"/>
                    </a:ext>
                  </a:extLst>
                </p:cNvPr>
                <p:cNvCxnSpPr/>
                <p:nvPr/>
              </p:nvCxnSpPr>
              <p:spPr>
                <a:xfrm>
                  <a:off x="4696810" y="3719336"/>
                  <a:ext cx="0" cy="111537"/>
                </a:xfrm>
                <a:prstGeom prst="line">
                  <a:avLst/>
                </a:prstGeom>
                <a:noFill/>
                <a:ln w="6350" cap="flat" cmpd="sng" algn="ctr">
                  <a:solidFill>
                    <a:srgbClr val="000000"/>
                  </a:solidFill>
                  <a:prstDash val="solid"/>
                </a:ln>
                <a:effectLst/>
              </p:spPr>
            </p:cxnSp>
            <p:cxnSp>
              <p:nvCxnSpPr>
                <p:cNvPr id="996" name="Straight Connector 995">
                  <a:extLst>
                    <a:ext uri="{FF2B5EF4-FFF2-40B4-BE49-F238E27FC236}">
                      <a16:creationId xmlns:a16="http://schemas.microsoft.com/office/drawing/2014/main" id="{88F83DD9-96B0-3640-BF70-6737E76C9760}"/>
                    </a:ext>
                  </a:extLst>
                </p:cNvPr>
                <p:cNvCxnSpPr/>
                <p:nvPr/>
              </p:nvCxnSpPr>
              <p:spPr>
                <a:xfrm>
                  <a:off x="4128204" y="3719336"/>
                  <a:ext cx="0" cy="111537"/>
                </a:xfrm>
                <a:prstGeom prst="line">
                  <a:avLst/>
                </a:prstGeom>
                <a:noFill/>
                <a:ln w="6350" cap="flat" cmpd="sng" algn="ctr">
                  <a:solidFill>
                    <a:srgbClr val="000000"/>
                  </a:solidFill>
                  <a:prstDash val="solid"/>
                </a:ln>
                <a:effectLst/>
              </p:spPr>
            </p:cxnSp>
          </p:grpSp>
          <p:sp>
            <p:nvSpPr>
              <p:cNvPr id="980" name="Rectangle 979">
                <a:extLst>
                  <a:ext uri="{FF2B5EF4-FFF2-40B4-BE49-F238E27FC236}">
                    <a16:creationId xmlns:a16="http://schemas.microsoft.com/office/drawing/2014/main" id="{F00ED881-B944-FC48-9E88-0D81D2145925}"/>
                  </a:ext>
                </a:extLst>
              </p:cNvPr>
              <p:cNvSpPr/>
              <p:nvPr/>
            </p:nvSpPr>
            <p:spPr bwMode="auto">
              <a:xfrm>
                <a:off x="6086208" y="4886407"/>
                <a:ext cx="496887" cy="46695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81" name="Straight Connector 980">
                <a:extLst>
                  <a:ext uri="{FF2B5EF4-FFF2-40B4-BE49-F238E27FC236}">
                    <a16:creationId xmlns:a16="http://schemas.microsoft.com/office/drawing/2014/main" id="{7CCAB184-9AE2-7B4C-80D2-9640964D0371}"/>
                  </a:ext>
                </a:extLst>
              </p:cNvPr>
              <p:cNvCxnSpPr>
                <a:cxnSpLocks/>
                <a:stCxn id="984" idx="1"/>
              </p:cNvCxnSpPr>
              <p:nvPr/>
            </p:nvCxnSpPr>
            <p:spPr bwMode="auto">
              <a:xfrm>
                <a:off x="6074234" y="4376077"/>
                <a:ext cx="1229" cy="1067773"/>
              </a:xfrm>
              <a:prstGeom prst="line">
                <a:avLst/>
              </a:prstGeom>
              <a:noFill/>
              <a:ln w="3175" cap="flat" cmpd="sng" algn="ctr">
                <a:solidFill>
                  <a:srgbClr val="000000"/>
                </a:solidFill>
                <a:prstDash val="sysDash"/>
              </a:ln>
              <a:effectLst/>
            </p:spPr>
          </p:cxnSp>
          <p:grpSp>
            <p:nvGrpSpPr>
              <p:cNvPr id="982" name="Group 568">
                <a:extLst>
                  <a:ext uri="{FF2B5EF4-FFF2-40B4-BE49-F238E27FC236}">
                    <a16:creationId xmlns:a16="http://schemas.microsoft.com/office/drawing/2014/main" id="{2939B129-2D0A-934E-82CE-DFAE38C58EB2}"/>
                  </a:ext>
                </a:extLst>
              </p:cNvPr>
              <p:cNvGrpSpPr>
                <a:grpSpLocks/>
              </p:cNvGrpSpPr>
              <p:nvPr/>
            </p:nvGrpSpPr>
            <p:grpSpPr bwMode="auto">
              <a:xfrm>
                <a:off x="6073579" y="4247514"/>
                <a:ext cx="498671" cy="248286"/>
                <a:chOff x="2183302" y="1564542"/>
                <a:chExt cx="1200154" cy="440314"/>
              </a:xfrm>
            </p:grpSpPr>
            <p:sp>
              <p:nvSpPr>
                <p:cNvPr id="983" name="Oval 982">
                  <a:extLst>
                    <a:ext uri="{FF2B5EF4-FFF2-40B4-BE49-F238E27FC236}">
                      <a16:creationId xmlns:a16="http://schemas.microsoft.com/office/drawing/2014/main" id="{6A8F745B-1D4E-4F4F-BEFA-6144E5BDE2F6}"/>
                    </a:ext>
                  </a:extLst>
                </p:cNvPr>
                <p:cNvSpPr/>
                <p:nvPr/>
              </p:nvSpPr>
              <p:spPr bwMode="auto">
                <a:xfrm flipV="1">
                  <a:off x="2188659" y="1691187"/>
                  <a:ext cx="1194966" cy="312497"/>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84" name="Rectangle 983">
                  <a:extLst>
                    <a:ext uri="{FF2B5EF4-FFF2-40B4-BE49-F238E27FC236}">
                      <a16:creationId xmlns:a16="http://schemas.microsoft.com/office/drawing/2014/main" id="{9C90A1F3-B2A8-9548-8E8B-D7BD57307905}"/>
                    </a:ext>
                  </a:extLst>
                </p:cNvPr>
                <p:cNvSpPr/>
                <p:nvPr/>
              </p:nvSpPr>
              <p:spPr bwMode="auto">
                <a:xfrm>
                  <a:off x="2184879" y="1736232"/>
                  <a:ext cx="1198746"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85" name="Oval 984">
                  <a:extLst>
                    <a:ext uri="{FF2B5EF4-FFF2-40B4-BE49-F238E27FC236}">
                      <a16:creationId xmlns:a16="http://schemas.microsoft.com/office/drawing/2014/main" id="{629F401F-84D1-3A47-827D-8D943652DA3A}"/>
                    </a:ext>
                  </a:extLst>
                </p:cNvPr>
                <p:cNvSpPr>
                  <a:spLocks noChangeArrowheads="1"/>
                </p:cNvSpPr>
                <p:nvPr/>
              </p:nvSpPr>
              <p:spPr bwMode="auto">
                <a:xfrm flipV="1">
                  <a:off x="2184879" y="1564498"/>
                  <a:ext cx="1194966" cy="312499"/>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86" name="Freeform 985">
                  <a:extLst>
                    <a:ext uri="{FF2B5EF4-FFF2-40B4-BE49-F238E27FC236}">
                      <a16:creationId xmlns:a16="http://schemas.microsoft.com/office/drawing/2014/main" id="{FF593AC5-08BE-8844-905E-205731B1D7EF}"/>
                    </a:ext>
                  </a:extLst>
                </p:cNvPr>
                <p:cNvSpPr/>
                <p:nvPr/>
              </p:nvSpPr>
              <p:spPr bwMode="auto">
                <a:xfrm>
                  <a:off x="2491182" y="1671479"/>
                  <a:ext cx="582357" cy="154842"/>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87" name="Freeform 986">
                  <a:extLst>
                    <a:ext uri="{FF2B5EF4-FFF2-40B4-BE49-F238E27FC236}">
                      <a16:creationId xmlns:a16="http://schemas.microsoft.com/office/drawing/2014/main" id="{F0D77977-1A67-AA45-AB94-A8428B061207}"/>
                    </a:ext>
                  </a:extLst>
                </p:cNvPr>
                <p:cNvSpPr>
                  <a:spLocks/>
                </p:cNvSpPr>
                <p:nvPr/>
              </p:nvSpPr>
              <p:spPr bwMode="auto">
                <a:xfrm>
                  <a:off x="2430678" y="1629250"/>
                  <a:ext cx="703366" cy="109796"/>
                </a:xfrm>
                <a:custGeom>
                  <a:avLst/>
                  <a:gdLst>
                    <a:gd name="T0" fmla="*/ 0 w 3723451"/>
                    <a:gd name="T1" fmla="*/ 26862 h 932950"/>
                    <a:gd name="T2" fmla="*/ 123762 w 3723451"/>
                    <a:gd name="T3" fmla="*/ 317 h 932950"/>
                    <a:gd name="T4" fmla="*/ 350560 w 3723451"/>
                    <a:gd name="T5" fmla="*/ 61263 h 932950"/>
                    <a:gd name="T6" fmla="*/ 566927 w 3723451"/>
                    <a:gd name="T7" fmla="*/ 0 h 932950"/>
                    <a:gd name="T8" fmla="*/ 703366 w 3723451"/>
                    <a:gd name="T9" fmla="*/ 24379 h 932950"/>
                    <a:gd name="T10" fmla="*/ 601856 w 3723451"/>
                    <a:gd name="T11" fmla="*/ 54357 h 932950"/>
                    <a:gd name="T12" fmla="*/ 569173 w 3723451"/>
                    <a:gd name="T13" fmla="*/ 46274 h 932950"/>
                    <a:gd name="T14" fmla="*/ 354544 w 3723451"/>
                    <a:gd name="T15" fmla="*/ 109796 h 932950"/>
                    <a:gd name="T16" fmla="*/ 134425 w 3723451"/>
                    <a:gd name="T17" fmla="*/ 48611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8" name="Freeform 987">
                  <a:extLst>
                    <a:ext uri="{FF2B5EF4-FFF2-40B4-BE49-F238E27FC236}">
                      <a16:creationId xmlns:a16="http://schemas.microsoft.com/office/drawing/2014/main" id="{4A24255A-B649-9D44-AB80-CACD0B0D1B34}"/>
                    </a:ext>
                  </a:extLst>
                </p:cNvPr>
                <p:cNvSpPr>
                  <a:spLocks/>
                </p:cNvSpPr>
                <p:nvPr/>
              </p:nvSpPr>
              <p:spPr bwMode="auto">
                <a:xfrm>
                  <a:off x="2892025" y="1722154"/>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9" name="Freeform 988">
                  <a:extLst>
                    <a:ext uri="{FF2B5EF4-FFF2-40B4-BE49-F238E27FC236}">
                      <a16:creationId xmlns:a16="http://schemas.microsoft.com/office/drawing/2014/main" id="{21311582-6B5F-4441-B6D0-5D1DEBA1CB85}"/>
                    </a:ext>
                  </a:extLst>
                </p:cNvPr>
                <p:cNvSpPr>
                  <a:spLocks/>
                </p:cNvSpPr>
                <p:nvPr/>
              </p:nvSpPr>
              <p:spPr bwMode="auto">
                <a:xfrm>
                  <a:off x="2419334" y="1724970"/>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90" name="Straight Connector 989">
                  <a:extLst>
                    <a:ext uri="{FF2B5EF4-FFF2-40B4-BE49-F238E27FC236}">
                      <a16:creationId xmlns:a16="http://schemas.microsoft.com/office/drawing/2014/main" id="{C0FC5468-8C4C-AB42-AC33-6B20FED82305}"/>
                    </a:ext>
                  </a:extLst>
                </p:cNvPr>
                <p:cNvCxnSpPr>
                  <a:cxnSpLocks noChangeShapeType="1"/>
                  <a:endCxn id="985" idx="2"/>
                </p:cNvCxnSpPr>
                <p:nvPr/>
              </p:nvCxnSpPr>
              <p:spPr bwMode="auto">
                <a:xfrm flipH="1" flipV="1">
                  <a:off x="2184879" y="1722154"/>
                  <a:ext cx="3780" cy="12105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91" name="Straight Connector 990">
                  <a:extLst>
                    <a:ext uri="{FF2B5EF4-FFF2-40B4-BE49-F238E27FC236}">
                      <a16:creationId xmlns:a16="http://schemas.microsoft.com/office/drawing/2014/main" id="{0641688B-D837-D241-8726-C138E7CF2444}"/>
                    </a:ext>
                  </a:extLst>
                </p:cNvPr>
                <p:cNvCxnSpPr>
                  <a:cxnSpLocks noChangeShapeType="1"/>
                </p:cNvCxnSpPr>
                <p:nvPr/>
              </p:nvCxnSpPr>
              <p:spPr bwMode="auto">
                <a:xfrm flipH="1" flipV="1">
                  <a:off x="3379845" y="1727785"/>
                  <a:ext cx="3780" cy="12105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18" name="Group 17">
              <a:extLst>
                <a:ext uri="{FF2B5EF4-FFF2-40B4-BE49-F238E27FC236}">
                  <a16:creationId xmlns:a16="http://schemas.microsoft.com/office/drawing/2014/main" id="{988D8C64-AC3A-F247-8A7E-ED72D25D2B45}"/>
                </a:ext>
              </a:extLst>
            </p:cNvPr>
            <p:cNvGrpSpPr/>
            <p:nvPr/>
          </p:nvGrpSpPr>
          <p:grpSpPr>
            <a:xfrm>
              <a:off x="7108559" y="4371657"/>
              <a:ext cx="687386" cy="1948701"/>
              <a:chOff x="7108559" y="4371657"/>
              <a:chExt cx="687386" cy="1948701"/>
            </a:xfrm>
          </p:grpSpPr>
          <p:sp>
            <p:nvSpPr>
              <p:cNvPr id="929" name="Freeform 928">
                <a:extLst>
                  <a:ext uri="{FF2B5EF4-FFF2-40B4-BE49-F238E27FC236}">
                    <a16:creationId xmlns:a16="http://schemas.microsoft.com/office/drawing/2014/main" id="{218DF382-E11C-A94A-ABF5-F93EB0534196}"/>
                  </a:ext>
                </a:extLst>
              </p:cNvPr>
              <p:cNvSpPr/>
              <p:nvPr/>
            </p:nvSpPr>
            <p:spPr bwMode="auto">
              <a:xfrm>
                <a:off x="7108559" y="5401721"/>
                <a:ext cx="676275" cy="918637"/>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7977 w 802211"/>
                  <a:gd name="connsiteY0" fmla="*/ 815791 h 976186"/>
                  <a:gd name="connsiteX1" fmla="*/ 302601 w 802211"/>
                  <a:gd name="connsiteY1" fmla="*/ 11688 h 976186"/>
                  <a:gd name="connsiteX2" fmla="*/ 802211 w 802211"/>
                  <a:gd name="connsiteY2" fmla="*/ 0 h 976186"/>
                  <a:gd name="connsiteX3" fmla="*/ 575940 w 802211"/>
                  <a:gd name="connsiteY3" fmla="*/ 976186 h 976186"/>
                  <a:gd name="connsiteX4" fmla="*/ 27977 w 802211"/>
                  <a:gd name="connsiteY4" fmla="*/ 815791 h 976186"/>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28714 h 828714"/>
                  <a:gd name="connsiteX1" fmla="*/ 302601 w 802211"/>
                  <a:gd name="connsiteY1" fmla="*/ 0 h 828714"/>
                  <a:gd name="connsiteX2" fmla="*/ 802211 w 802211"/>
                  <a:gd name="connsiteY2" fmla="*/ 12923 h 828714"/>
                  <a:gd name="connsiteX3" fmla="*/ 236294 w 802211"/>
                  <a:gd name="connsiteY3" fmla="*/ 821751 h 828714"/>
                  <a:gd name="connsiteX4" fmla="*/ 27977 w 802211"/>
                  <a:gd name="connsiteY4" fmla="*/ 828714 h 828714"/>
                  <a:gd name="connsiteX0" fmla="*/ 56213 w 830447"/>
                  <a:gd name="connsiteY0" fmla="*/ 828714 h 828714"/>
                  <a:gd name="connsiteX1" fmla="*/ 330837 w 830447"/>
                  <a:gd name="connsiteY1" fmla="*/ 0 h 828714"/>
                  <a:gd name="connsiteX2" fmla="*/ 830447 w 830447"/>
                  <a:gd name="connsiteY2" fmla="*/ 12923 h 828714"/>
                  <a:gd name="connsiteX3" fmla="*/ 264530 w 830447"/>
                  <a:gd name="connsiteY3" fmla="*/ 821751 h 828714"/>
                  <a:gd name="connsiteX4" fmla="*/ 56213 w 830447"/>
                  <a:gd name="connsiteY4" fmla="*/ 828714 h 828714"/>
                  <a:gd name="connsiteX0" fmla="*/ 64130 w 789139"/>
                  <a:gd name="connsiteY0" fmla="*/ 794258 h 821751"/>
                  <a:gd name="connsiteX1" fmla="*/ 289529 w 789139"/>
                  <a:gd name="connsiteY1" fmla="*/ 0 h 821751"/>
                  <a:gd name="connsiteX2" fmla="*/ 789139 w 789139"/>
                  <a:gd name="connsiteY2" fmla="*/ 12923 h 821751"/>
                  <a:gd name="connsiteX3" fmla="*/ 223222 w 789139"/>
                  <a:gd name="connsiteY3" fmla="*/ 821751 h 821751"/>
                  <a:gd name="connsiteX4" fmla="*/ 64130 w 789139"/>
                  <a:gd name="connsiteY4" fmla="*/ 794258 h 821751"/>
                  <a:gd name="connsiteX0" fmla="*/ 0 w 725009"/>
                  <a:gd name="connsiteY0" fmla="*/ 794258 h 821751"/>
                  <a:gd name="connsiteX1" fmla="*/ 225399 w 725009"/>
                  <a:gd name="connsiteY1" fmla="*/ 0 h 821751"/>
                  <a:gd name="connsiteX2" fmla="*/ 725009 w 725009"/>
                  <a:gd name="connsiteY2" fmla="*/ 12923 h 821751"/>
                  <a:gd name="connsiteX3" fmla="*/ 159092 w 725009"/>
                  <a:gd name="connsiteY3" fmla="*/ 821751 h 821751"/>
                  <a:gd name="connsiteX4" fmla="*/ 0 w 725009"/>
                  <a:gd name="connsiteY4" fmla="*/ 794258 h 821751"/>
                  <a:gd name="connsiteX0" fmla="*/ 0 w 725009"/>
                  <a:gd name="connsiteY0" fmla="*/ 1203768 h 1231261"/>
                  <a:gd name="connsiteX1" fmla="*/ 225399 w 725009"/>
                  <a:gd name="connsiteY1" fmla="*/ 0 h 1231261"/>
                  <a:gd name="connsiteX2" fmla="*/ 725009 w 725009"/>
                  <a:gd name="connsiteY2" fmla="*/ 422433 h 1231261"/>
                  <a:gd name="connsiteX3" fmla="*/ 159092 w 725009"/>
                  <a:gd name="connsiteY3" fmla="*/ 1231261 h 1231261"/>
                  <a:gd name="connsiteX4" fmla="*/ 0 w 725009"/>
                  <a:gd name="connsiteY4" fmla="*/ 1203768 h 1231261"/>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497"/>
                  <a:gd name="connsiteY0" fmla="*/ 1279028 h 1306521"/>
                  <a:gd name="connsiteX1" fmla="*/ 225399 w 725497"/>
                  <a:gd name="connsiteY1" fmla="*/ 75260 h 1306521"/>
                  <a:gd name="connsiteX2" fmla="*/ 396193 w 725497"/>
                  <a:gd name="connsiteY2" fmla="*/ 156799 h 1306521"/>
                  <a:gd name="connsiteX3" fmla="*/ 725009 w 725497"/>
                  <a:gd name="connsiteY3" fmla="*/ 205042 h 1306521"/>
                  <a:gd name="connsiteX4" fmla="*/ 159092 w 725497"/>
                  <a:gd name="connsiteY4" fmla="*/ 1306521 h 1306521"/>
                  <a:gd name="connsiteX5" fmla="*/ 0 w 725497"/>
                  <a:gd name="connsiteY5" fmla="*/ 1279028 h 1306521"/>
                  <a:gd name="connsiteX0" fmla="*/ 0 w 725239"/>
                  <a:gd name="connsiteY0" fmla="*/ 1295668 h 1323161"/>
                  <a:gd name="connsiteX1" fmla="*/ 225399 w 725239"/>
                  <a:gd name="connsiteY1" fmla="*/ 91900 h 1323161"/>
                  <a:gd name="connsiteX2" fmla="*/ 725009 w 725239"/>
                  <a:gd name="connsiteY2" fmla="*/ 221682 h 1323161"/>
                  <a:gd name="connsiteX3" fmla="*/ 159092 w 725239"/>
                  <a:gd name="connsiteY3" fmla="*/ 1323161 h 1323161"/>
                  <a:gd name="connsiteX4" fmla="*/ 0 w 725239"/>
                  <a:gd name="connsiteY4" fmla="*/ 1295668 h 1323161"/>
                  <a:gd name="connsiteX0" fmla="*/ 0 w 725221"/>
                  <a:gd name="connsiteY0" fmla="*/ 1210552 h 1238045"/>
                  <a:gd name="connsiteX1" fmla="*/ 191583 w 725221"/>
                  <a:gd name="connsiteY1" fmla="*/ 153319 h 1238045"/>
                  <a:gd name="connsiteX2" fmla="*/ 725009 w 725221"/>
                  <a:gd name="connsiteY2" fmla="*/ 136566 h 1238045"/>
                  <a:gd name="connsiteX3" fmla="*/ 159092 w 725221"/>
                  <a:gd name="connsiteY3" fmla="*/ 1238045 h 1238045"/>
                  <a:gd name="connsiteX4" fmla="*/ 0 w 725221"/>
                  <a:gd name="connsiteY4" fmla="*/ 1210552 h 1238045"/>
                  <a:gd name="connsiteX0" fmla="*/ 0 w 725305"/>
                  <a:gd name="connsiteY0" fmla="*/ 1158512 h 1186005"/>
                  <a:gd name="connsiteX1" fmla="*/ 191583 w 725305"/>
                  <a:gd name="connsiteY1" fmla="*/ 101279 h 1186005"/>
                  <a:gd name="connsiteX2" fmla="*/ 725009 w 725305"/>
                  <a:gd name="connsiteY2" fmla="*/ 84526 h 1186005"/>
                  <a:gd name="connsiteX3" fmla="*/ 159092 w 725305"/>
                  <a:gd name="connsiteY3" fmla="*/ 1186005 h 1186005"/>
                  <a:gd name="connsiteX4" fmla="*/ 0 w 725305"/>
                  <a:gd name="connsiteY4" fmla="*/ 1158512 h 1186005"/>
                  <a:gd name="connsiteX0" fmla="*/ 0 w 725009"/>
                  <a:gd name="connsiteY0" fmla="*/ 1073986 h 1101479"/>
                  <a:gd name="connsiteX1" fmla="*/ 191583 w 725009"/>
                  <a:gd name="connsiteY1" fmla="*/ 16753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675040"/>
                  <a:gd name="connsiteY0" fmla="*/ 894029 h 896577"/>
                  <a:gd name="connsiteX1" fmla="*/ 15664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 name="connsiteX0" fmla="*/ 0 w 675040"/>
                  <a:gd name="connsiteY0" fmla="*/ 894029 h 896577"/>
                  <a:gd name="connsiteX1" fmla="*/ 18662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5040" h="918268">
                    <a:moveTo>
                      <a:pt x="0" y="894029"/>
                    </a:moveTo>
                    <a:cubicBezTo>
                      <a:pt x="111484" y="603455"/>
                      <a:pt x="127519" y="615275"/>
                      <a:pt x="186623" y="1724"/>
                    </a:cubicBezTo>
                    <a:cubicBezTo>
                      <a:pt x="431451" y="14348"/>
                      <a:pt x="449377" y="35256"/>
                      <a:pt x="675040" y="0"/>
                    </a:cubicBezTo>
                    <a:cubicBezTo>
                      <a:pt x="377586" y="467035"/>
                      <a:pt x="377233" y="643076"/>
                      <a:pt x="270986" y="918268"/>
                    </a:cubicBezTo>
                    <a:cubicBezTo>
                      <a:pt x="136701" y="889632"/>
                      <a:pt x="92525" y="908114"/>
                      <a:pt x="0" y="894029"/>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57" name="Rectangle 956">
                <a:extLst>
                  <a:ext uri="{FF2B5EF4-FFF2-40B4-BE49-F238E27FC236}">
                    <a16:creationId xmlns:a16="http://schemas.microsoft.com/office/drawing/2014/main" id="{B13372F6-7422-A24B-A223-1174A9270D3C}"/>
                  </a:ext>
                </a:extLst>
              </p:cNvPr>
              <p:cNvSpPr/>
              <p:nvPr/>
            </p:nvSpPr>
            <p:spPr bwMode="auto">
              <a:xfrm rot="10800000">
                <a:off x="7290624" y="4495800"/>
                <a:ext cx="498084" cy="412662"/>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58" name="Straight Connector 957">
                <a:extLst>
                  <a:ext uri="{FF2B5EF4-FFF2-40B4-BE49-F238E27FC236}">
                    <a16:creationId xmlns:a16="http://schemas.microsoft.com/office/drawing/2014/main" id="{E33D11D1-8D4D-F14F-B9FC-6D2FB093890B}"/>
                  </a:ext>
                </a:extLst>
              </p:cNvPr>
              <p:cNvCxnSpPr>
                <a:cxnSpLocks/>
                <a:stCxn id="965" idx="6"/>
              </p:cNvCxnSpPr>
              <p:nvPr/>
            </p:nvCxnSpPr>
            <p:spPr bwMode="auto">
              <a:xfrm>
                <a:off x="7792404" y="4459742"/>
                <a:ext cx="3541" cy="872983"/>
              </a:xfrm>
              <a:prstGeom prst="line">
                <a:avLst/>
              </a:prstGeom>
              <a:noFill/>
              <a:ln w="3175" cap="flat" cmpd="sng" algn="ctr">
                <a:solidFill>
                  <a:srgbClr val="000000"/>
                </a:solidFill>
                <a:prstDash val="sysDash"/>
              </a:ln>
              <a:effectLst/>
            </p:spPr>
          </p:cxnSp>
          <p:grpSp>
            <p:nvGrpSpPr>
              <p:cNvPr id="959" name="Group 607">
                <a:extLst>
                  <a:ext uri="{FF2B5EF4-FFF2-40B4-BE49-F238E27FC236}">
                    <a16:creationId xmlns:a16="http://schemas.microsoft.com/office/drawing/2014/main" id="{12AC3864-6986-E84A-85C7-6895574A8804}"/>
                  </a:ext>
                </a:extLst>
              </p:cNvPr>
              <p:cNvGrpSpPr>
                <a:grpSpLocks/>
              </p:cNvGrpSpPr>
              <p:nvPr/>
            </p:nvGrpSpPr>
            <p:grpSpPr bwMode="auto">
              <a:xfrm>
                <a:off x="7288330" y="5258905"/>
                <a:ext cx="507588" cy="221730"/>
                <a:chOff x="4128636" y="3606589"/>
                <a:chExt cx="568145" cy="338667"/>
              </a:xfrm>
            </p:grpSpPr>
            <p:sp>
              <p:nvSpPr>
                <p:cNvPr id="972" name="Oval 971">
                  <a:extLst>
                    <a:ext uri="{FF2B5EF4-FFF2-40B4-BE49-F238E27FC236}">
                      <a16:creationId xmlns:a16="http://schemas.microsoft.com/office/drawing/2014/main" id="{1C323077-6C9C-1746-A411-C1B91269146D}"/>
                    </a:ext>
                  </a:extLst>
                </p:cNvPr>
                <p:cNvSpPr/>
                <p:nvPr/>
              </p:nvSpPr>
              <p:spPr>
                <a:xfrm>
                  <a:off x="4128205" y="3719341"/>
                  <a:ext cx="568606" cy="2255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73" name="Rectangle 972">
                  <a:extLst>
                    <a:ext uri="{FF2B5EF4-FFF2-40B4-BE49-F238E27FC236}">
                      <a16:creationId xmlns:a16="http://schemas.microsoft.com/office/drawing/2014/main" id="{EE440552-5BF2-324D-8F4B-CBBAD5E25F28}"/>
                    </a:ext>
                  </a:extLst>
                </p:cNvPr>
                <p:cNvSpPr/>
                <p:nvPr/>
              </p:nvSpPr>
              <p:spPr>
                <a:xfrm>
                  <a:off x="4128205" y="3719341"/>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74" name="Oval 973">
                  <a:extLst>
                    <a:ext uri="{FF2B5EF4-FFF2-40B4-BE49-F238E27FC236}">
                      <a16:creationId xmlns:a16="http://schemas.microsoft.com/office/drawing/2014/main" id="{352AAEDD-5767-E14C-A897-289B1F7E9906}"/>
                    </a:ext>
                  </a:extLst>
                </p:cNvPr>
                <p:cNvSpPr/>
                <p:nvPr/>
              </p:nvSpPr>
              <p:spPr>
                <a:xfrm>
                  <a:off x="4128205" y="3600530"/>
                  <a:ext cx="568606" cy="23034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75" name="Straight Connector 974">
                  <a:extLst>
                    <a:ext uri="{FF2B5EF4-FFF2-40B4-BE49-F238E27FC236}">
                      <a16:creationId xmlns:a16="http://schemas.microsoft.com/office/drawing/2014/main" id="{703AA525-DABB-0145-AB73-1F4B2D918977}"/>
                    </a:ext>
                  </a:extLst>
                </p:cNvPr>
                <p:cNvCxnSpPr/>
                <p:nvPr/>
              </p:nvCxnSpPr>
              <p:spPr>
                <a:xfrm>
                  <a:off x="4696811" y="3719341"/>
                  <a:ext cx="0" cy="111537"/>
                </a:xfrm>
                <a:prstGeom prst="line">
                  <a:avLst/>
                </a:prstGeom>
                <a:noFill/>
                <a:ln w="6350" cap="flat" cmpd="sng" algn="ctr">
                  <a:solidFill>
                    <a:srgbClr val="000000"/>
                  </a:solidFill>
                  <a:prstDash val="solid"/>
                </a:ln>
                <a:effectLst/>
              </p:spPr>
            </p:cxnSp>
            <p:cxnSp>
              <p:nvCxnSpPr>
                <p:cNvPr id="976" name="Straight Connector 975">
                  <a:extLst>
                    <a:ext uri="{FF2B5EF4-FFF2-40B4-BE49-F238E27FC236}">
                      <a16:creationId xmlns:a16="http://schemas.microsoft.com/office/drawing/2014/main" id="{4325B995-3B4C-0C4D-A71A-517823605523}"/>
                    </a:ext>
                  </a:extLst>
                </p:cNvPr>
                <p:cNvCxnSpPr/>
                <p:nvPr/>
              </p:nvCxnSpPr>
              <p:spPr>
                <a:xfrm>
                  <a:off x="4128205" y="3719341"/>
                  <a:ext cx="0" cy="111537"/>
                </a:xfrm>
                <a:prstGeom prst="line">
                  <a:avLst/>
                </a:prstGeom>
                <a:noFill/>
                <a:ln w="6350" cap="flat" cmpd="sng" algn="ctr">
                  <a:solidFill>
                    <a:srgbClr val="000000"/>
                  </a:solidFill>
                  <a:prstDash val="solid"/>
                </a:ln>
                <a:effectLst/>
              </p:spPr>
            </p:cxnSp>
          </p:grpSp>
          <p:sp>
            <p:nvSpPr>
              <p:cNvPr id="960" name="Rectangle 959">
                <a:extLst>
                  <a:ext uri="{FF2B5EF4-FFF2-40B4-BE49-F238E27FC236}">
                    <a16:creationId xmlns:a16="http://schemas.microsoft.com/office/drawing/2014/main" id="{67DB7B11-56CE-334A-ADC8-5DC41B2B2B31}"/>
                  </a:ext>
                </a:extLst>
              </p:cNvPr>
              <p:cNvSpPr/>
              <p:nvPr/>
            </p:nvSpPr>
            <p:spPr bwMode="auto">
              <a:xfrm>
                <a:off x="7289533" y="4897315"/>
                <a:ext cx="496887" cy="438584"/>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61" name="Straight Connector 960">
                <a:extLst>
                  <a:ext uri="{FF2B5EF4-FFF2-40B4-BE49-F238E27FC236}">
                    <a16:creationId xmlns:a16="http://schemas.microsoft.com/office/drawing/2014/main" id="{A04F27FE-A553-BA4D-8784-D3F9D239406C}"/>
                  </a:ext>
                </a:extLst>
              </p:cNvPr>
              <p:cNvCxnSpPr>
                <a:cxnSpLocks/>
                <a:stCxn id="965" idx="2"/>
              </p:cNvCxnSpPr>
              <p:nvPr/>
            </p:nvCxnSpPr>
            <p:spPr bwMode="auto">
              <a:xfrm flipH="1">
                <a:off x="7283184" y="4459742"/>
                <a:ext cx="7570" cy="966646"/>
              </a:xfrm>
              <a:prstGeom prst="line">
                <a:avLst/>
              </a:prstGeom>
              <a:noFill/>
              <a:ln w="3175" cap="flat" cmpd="sng" algn="ctr">
                <a:solidFill>
                  <a:srgbClr val="000000"/>
                </a:solidFill>
                <a:prstDash val="sysDash"/>
              </a:ln>
              <a:effectLst/>
            </p:spPr>
          </p:cxnSp>
          <p:grpSp>
            <p:nvGrpSpPr>
              <p:cNvPr id="962" name="Group 595">
                <a:extLst>
                  <a:ext uri="{FF2B5EF4-FFF2-40B4-BE49-F238E27FC236}">
                    <a16:creationId xmlns:a16="http://schemas.microsoft.com/office/drawing/2014/main" id="{7A9DFB75-AD21-E042-816D-12C833D0B14E}"/>
                  </a:ext>
                </a:extLst>
              </p:cNvPr>
              <p:cNvGrpSpPr>
                <a:grpSpLocks/>
              </p:cNvGrpSpPr>
              <p:nvPr/>
            </p:nvGrpSpPr>
            <p:grpSpPr bwMode="auto">
              <a:xfrm>
                <a:off x="7290091" y="4371657"/>
                <a:ext cx="503828" cy="248286"/>
                <a:chOff x="2183302" y="1564542"/>
                <a:chExt cx="1200154" cy="440314"/>
              </a:xfrm>
            </p:grpSpPr>
            <p:sp>
              <p:nvSpPr>
                <p:cNvPr id="963" name="Oval 962">
                  <a:extLst>
                    <a:ext uri="{FF2B5EF4-FFF2-40B4-BE49-F238E27FC236}">
                      <a16:creationId xmlns:a16="http://schemas.microsoft.com/office/drawing/2014/main" id="{EBC1A268-4FE6-7C48-A7EB-5B88F961348E}"/>
                    </a:ext>
                  </a:extLst>
                </p:cNvPr>
                <p:cNvSpPr/>
                <p:nvPr/>
              </p:nvSpPr>
              <p:spPr bwMode="auto">
                <a:xfrm flipV="1">
                  <a:off x="2188662" y="1691192"/>
                  <a:ext cx="1194966" cy="3124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64" name="Rectangle 963">
                  <a:extLst>
                    <a:ext uri="{FF2B5EF4-FFF2-40B4-BE49-F238E27FC236}">
                      <a16:creationId xmlns:a16="http://schemas.microsoft.com/office/drawing/2014/main" id="{7E5BFB83-4F66-5340-A6C8-AE2EA6969B5D}"/>
                    </a:ext>
                  </a:extLst>
                </p:cNvPr>
                <p:cNvSpPr/>
                <p:nvPr/>
              </p:nvSpPr>
              <p:spPr bwMode="auto">
                <a:xfrm>
                  <a:off x="2184881" y="1736237"/>
                  <a:ext cx="1198746"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65" name="Oval 964">
                  <a:extLst>
                    <a:ext uri="{FF2B5EF4-FFF2-40B4-BE49-F238E27FC236}">
                      <a16:creationId xmlns:a16="http://schemas.microsoft.com/office/drawing/2014/main" id="{835B3555-2BFA-4345-AEDE-3AFF012D165A}"/>
                    </a:ext>
                  </a:extLst>
                </p:cNvPr>
                <p:cNvSpPr>
                  <a:spLocks noChangeArrowheads="1"/>
                </p:cNvSpPr>
                <p:nvPr/>
              </p:nvSpPr>
              <p:spPr bwMode="auto">
                <a:xfrm flipV="1">
                  <a:off x="2184881" y="1564505"/>
                  <a:ext cx="1194966" cy="31249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66" name="Freeform 965">
                  <a:extLst>
                    <a:ext uri="{FF2B5EF4-FFF2-40B4-BE49-F238E27FC236}">
                      <a16:creationId xmlns:a16="http://schemas.microsoft.com/office/drawing/2014/main" id="{9C54B396-F12D-CD4B-97BD-8CD97DC9CB69}"/>
                    </a:ext>
                  </a:extLst>
                </p:cNvPr>
                <p:cNvSpPr/>
                <p:nvPr/>
              </p:nvSpPr>
              <p:spPr bwMode="auto">
                <a:xfrm>
                  <a:off x="2491185" y="1671486"/>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67" name="Freeform 966">
                  <a:extLst>
                    <a:ext uri="{FF2B5EF4-FFF2-40B4-BE49-F238E27FC236}">
                      <a16:creationId xmlns:a16="http://schemas.microsoft.com/office/drawing/2014/main" id="{74A5A762-7F2A-7146-9F8E-38B680D0FAE5}"/>
                    </a:ext>
                  </a:extLst>
                </p:cNvPr>
                <p:cNvSpPr>
                  <a:spLocks/>
                </p:cNvSpPr>
                <p:nvPr/>
              </p:nvSpPr>
              <p:spPr bwMode="auto">
                <a:xfrm>
                  <a:off x="2430680" y="1629256"/>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8" name="Freeform 967">
                  <a:extLst>
                    <a:ext uri="{FF2B5EF4-FFF2-40B4-BE49-F238E27FC236}">
                      <a16:creationId xmlns:a16="http://schemas.microsoft.com/office/drawing/2014/main" id="{2A01FA01-3AF8-6C49-B347-15EC8DD1FCDF}"/>
                    </a:ext>
                  </a:extLst>
                </p:cNvPr>
                <p:cNvSpPr>
                  <a:spLocks/>
                </p:cNvSpPr>
                <p:nvPr/>
              </p:nvSpPr>
              <p:spPr bwMode="auto">
                <a:xfrm>
                  <a:off x="2892028" y="1722161"/>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9" name="Freeform 968">
                  <a:extLst>
                    <a:ext uri="{FF2B5EF4-FFF2-40B4-BE49-F238E27FC236}">
                      <a16:creationId xmlns:a16="http://schemas.microsoft.com/office/drawing/2014/main" id="{45B074FE-A579-4E44-9C72-7EC6937937B6}"/>
                    </a:ext>
                  </a:extLst>
                </p:cNvPr>
                <p:cNvSpPr>
                  <a:spLocks/>
                </p:cNvSpPr>
                <p:nvPr/>
              </p:nvSpPr>
              <p:spPr bwMode="auto">
                <a:xfrm>
                  <a:off x="2419337" y="1724976"/>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70" name="Straight Connector 969">
                  <a:extLst>
                    <a:ext uri="{FF2B5EF4-FFF2-40B4-BE49-F238E27FC236}">
                      <a16:creationId xmlns:a16="http://schemas.microsoft.com/office/drawing/2014/main" id="{D7BA177F-687A-5349-B8D9-E812C7AD3962}"/>
                    </a:ext>
                  </a:extLst>
                </p:cNvPr>
                <p:cNvCxnSpPr>
                  <a:cxnSpLocks noChangeShapeType="1"/>
                  <a:endCxn id="965" idx="2"/>
                </p:cNvCxnSpPr>
                <p:nvPr/>
              </p:nvCxnSpPr>
              <p:spPr bwMode="auto">
                <a:xfrm flipH="1" flipV="1">
                  <a:off x="2184881" y="1722161"/>
                  <a:ext cx="3780"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71" name="Straight Connector 970">
                  <a:extLst>
                    <a:ext uri="{FF2B5EF4-FFF2-40B4-BE49-F238E27FC236}">
                      <a16:creationId xmlns:a16="http://schemas.microsoft.com/office/drawing/2014/main" id="{2708807E-0266-644C-A6E9-061ABB06D12B}"/>
                    </a:ext>
                  </a:extLst>
                </p:cNvPr>
                <p:cNvCxnSpPr>
                  <a:cxnSpLocks noChangeShapeType="1"/>
                </p:cNvCxnSpPr>
                <p:nvPr/>
              </p:nvCxnSpPr>
              <p:spPr bwMode="auto">
                <a:xfrm flipH="1" flipV="1">
                  <a:off x="3379847" y="1727792"/>
                  <a:ext cx="3780"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19" name="Group 18">
              <a:extLst>
                <a:ext uri="{FF2B5EF4-FFF2-40B4-BE49-F238E27FC236}">
                  <a16:creationId xmlns:a16="http://schemas.microsoft.com/office/drawing/2014/main" id="{3DE0F43A-8A46-714A-B944-7CB92C38A25B}"/>
                </a:ext>
              </a:extLst>
            </p:cNvPr>
            <p:cNvGrpSpPr/>
            <p:nvPr/>
          </p:nvGrpSpPr>
          <p:grpSpPr>
            <a:xfrm>
              <a:off x="7920869" y="4329565"/>
              <a:ext cx="870440" cy="1680290"/>
              <a:chOff x="7920869" y="4329565"/>
              <a:chExt cx="870440" cy="1680290"/>
            </a:xfrm>
          </p:grpSpPr>
          <p:sp>
            <p:nvSpPr>
              <p:cNvPr id="928" name="Freeform 927">
                <a:extLst>
                  <a:ext uri="{FF2B5EF4-FFF2-40B4-BE49-F238E27FC236}">
                    <a16:creationId xmlns:a16="http://schemas.microsoft.com/office/drawing/2014/main" id="{0D857BEA-FC6F-1449-A5C0-C21CC8BC5CED}"/>
                  </a:ext>
                </a:extLst>
              </p:cNvPr>
              <p:cNvSpPr/>
              <p:nvPr/>
            </p:nvSpPr>
            <p:spPr bwMode="auto">
              <a:xfrm>
                <a:off x="7920869" y="5455817"/>
                <a:ext cx="865187" cy="55403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3004 w 954755"/>
                  <a:gd name="connsiteY0" fmla="*/ 943771 h 976186"/>
                  <a:gd name="connsiteX1" fmla="*/ 455145 w 954755"/>
                  <a:gd name="connsiteY1" fmla="*/ 11688 h 976186"/>
                  <a:gd name="connsiteX2" fmla="*/ 954755 w 954755"/>
                  <a:gd name="connsiteY2" fmla="*/ 0 h 976186"/>
                  <a:gd name="connsiteX3" fmla="*/ 728484 w 954755"/>
                  <a:gd name="connsiteY3" fmla="*/ 976186 h 976186"/>
                  <a:gd name="connsiteX4" fmla="*/ 23004 w 954755"/>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56363"/>
                  <a:gd name="connsiteY0" fmla="*/ 932083 h 954654"/>
                  <a:gd name="connsiteX1" fmla="*/ 432141 w 956363"/>
                  <a:gd name="connsiteY1" fmla="*/ 0 h 954654"/>
                  <a:gd name="connsiteX2" fmla="*/ 956363 w 956363"/>
                  <a:gd name="connsiteY2" fmla="*/ 12924 h 954654"/>
                  <a:gd name="connsiteX3" fmla="*/ 183705 w 956363"/>
                  <a:gd name="connsiteY3" fmla="*/ 954654 h 954654"/>
                  <a:gd name="connsiteX4" fmla="*/ 0 w 956363"/>
                  <a:gd name="connsiteY4" fmla="*/ 932083 h 954654"/>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1011379"/>
                  <a:gd name="connsiteY0" fmla="*/ 605727 h 758185"/>
                  <a:gd name="connsiteX1" fmla="*/ 490915 w 1011379"/>
                  <a:gd name="connsiteY1" fmla="*/ 13939 h 758185"/>
                  <a:gd name="connsiteX2" fmla="*/ 1011379 w 1011379"/>
                  <a:gd name="connsiteY2" fmla="*/ 563 h 758185"/>
                  <a:gd name="connsiteX3" fmla="*/ 268780 w 1011379"/>
                  <a:gd name="connsiteY3" fmla="*/ 758185 h 758185"/>
                  <a:gd name="connsiteX4" fmla="*/ 0 w 1011379"/>
                  <a:gd name="connsiteY4" fmla="*/ 605727 h 758185"/>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05727"/>
                  <a:gd name="connsiteX1" fmla="*/ 490915 w 1011379"/>
                  <a:gd name="connsiteY1" fmla="*/ 13939 h 605727"/>
                  <a:gd name="connsiteX2" fmla="*/ 1011379 w 1011379"/>
                  <a:gd name="connsiteY2" fmla="*/ 563 h 605727"/>
                  <a:gd name="connsiteX3" fmla="*/ 318823 w 1011379"/>
                  <a:gd name="connsiteY3" fmla="*/ 553361 h 605727"/>
                  <a:gd name="connsiteX4" fmla="*/ 0 w 1011379"/>
                  <a:gd name="connsiteY4" fmla="*/ 605727 h 605727"/>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251" h="553361">
                    <a:moveTo>
                      <a:pt x="0" y="540783"/>
                    </a:moveTo>
                    <a:cubicBezTo>
                      <a:pt x="274887" y="134762"/>
                      <a:pt x="159176" y="337938"/>
                      <a:pt x="345787" y="13939"/>
                    </a:cubicBezTo>
                    <a:cubicBezTo>
                      <a:pt x="520528" y="18247"/>
                      <a:pt x="691510" y="-3745"/>
                      <a:pt x="866251" y="563"/>
                    </a:cubicBezTo>
                    <a:cubicBezTo>
                      <a:pt x="252709" y="502795"/>
                      <a:pt x="640047" y="209256"/>
                      <a:pt x="173695" y="553361"/>
                    </a:cubicBezTo>
                    <a:cubicBezTo>
                      <a:pt x="39410" y="524725"/>
                      <a:pt x="196198" y="539317"/>
                      <a:pt x="0" y="540783"/>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37" name="Rectangle 936">
                <a:extLst>
                  <a:ext uri="{FF2B5EF4-FFF2-40B4-BE49-F238E27FC236}">
                    <a16:creationId xmlns:a16="http://schemas.microsoft.com/office/drawing/2014/main" id="{73DDF967-9AF3-2A4F-AE8E-6BE3B9FF2E91}"/>
                  </a:ext>
                </a:extLst>
              </p:cNvPr>
              <p:cNvSpPr/>
              <p:nvPr/>
            </p:nvSpPr>
            <p:spPr bwMode="auto">
              <a:xfrm rot="10800000">
                <a:off x="8288771" y="4495799"/>
                <a:ext cx="498084" cy="361962"/>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38" name="Straight Connector 937">
                <a:extLst>
                  <a:ext uri="{FF2B5EF4-FFF2-40B4-BE49-F238E27FC236}">
                    <a16:creationId xmlns:a16="http://schemas.microsoft.com/office/drawing/2014/main" id="{4E2A68FE-149D-DD45-B62C-268C2B480787}"/>
                  </a:ext>
                </a:extLst>
              </p:cNvPr>
              <p:cNvCxnSpPr>
                <a:cxnSpLocks/>
                <a:stCxn id="945" idx="6"/>
              </p:cNvCxnSpPr>
              <p:nvPr/>
            </p:nvCxnSpPr>
            <p:spPr bwMode="auto">
              <a:xfrm>
                <a:off x="8783370" y="4418446"/>
                <a:ext cx="7939" cy="955919"/>
              </a:xfrm>
              <a:prstGeom prst="line">
                <a:avLst/>
              </a:prstGeom>
              <a:noFill/>
              <a:ln w="3175" cap="flat" cmpd="sng" algn="ctr">
                <a:solidFill>
                  <a:srgbClr val="000000"/>
                </a:solidFill>
                <a:prstDash val="sysDash"/>
              </a:ln>
              <a:effectLst/>
            </p:spPr>
          </p:cxnSp>
          <p:grpSp>
            <p:nvGrpSpPr>
              <p:cNvPr id="939" name="Group 634">
                <a:extLst>
                  <a:ext uri="{FF2B5EF4-FFF2-40B4-BE49-F238E27FC236}">
                    <a16:creationId xmlns:a16="http://schemas.microsoft.com/office/drawing/2014/main" id="{EA89FBDD-115D-B744-8C40-278D9ECECBF6}"/>
                  </a:ext>
                </a:extLst>
              </p:cNvPr>
              <p:cNvGrpSpPr>
                <a:grpSpLocks/>
              </p:cNvGrpSpPr>
              <p:nvPr/>
            </p:nvGrpSpPr>
            <p:grpSpPr bwMode="auto">
              <a:xfrm>
                <a:off x="8283693" y="5300332"/>
                <a:ext cx="507588" cy="221941"/>
                <a:chOff x="4128636" y="3606589"/>
                <a:chExt cx="568145" cy="338667"/>
              </a:xfrm>
            </p:grpSpPr>
            <p:sp>
              <p:nvSpPr>
                <p:cNvPr id="952" name="Oval 951">
                  <a:extLst>
                    <a:ext uri="{FF2B5EF4-FFF2-40B4-BE49-F238E27FC236}">
                      <a16:creationId xmlns:a16="http://schemas.microsoft.com/office/drawing/2014/main" id="{ADD15AEA-0E06-3444-AA78-D1D680AED400}"/>
                    </a:ext>
                  </a:extLst>
                </p:cNvPr>
                <p:cNvSpPr/>
                <p:nvPr/>
              </p:nvSpPr>
              <p:spPr>
                <a:xfrm>
                  <a:off x="4128205" y="3719558"/>
                  <a:ext cx="568606" cy="225284"/>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53" name="Rectangle 952">
                  <a:extLst>
                    <a:ext uri="{FF2B5EF4-FFF2-40B4-BE49-F238E27FC236}">
                      <a16:creationId xmlns:a16="http://schemas.microsoft.com/office/drawing/2014/main" id="{CBDCEDCB-60F4-7D47-8AE9-D843D17AF39C}"/>
                    </a:ext>
                  </a:extLst>
                </p:cNvPr>
                <p:cNvSpPr/>
                <p:nvPr/>
              </p:nvSpPr>
              <p:spPr>
                <a:xfrm>
                  <a:off x="4128205" y="3719558"/>
                  <a:ext cx="568606" cy="111431"/>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54" name="Oval 953">
                  <a:extLst>
                    <a:ext uri="{FF2B5EF4-FFF2-40B4-BE49-F238E27FC236}">
                      <a16:creationId xmlns:a16="http://schemas.microsoft.com/office/drawing/2014/main" id="{96CC10B3-D82A-D340-B795-8505902BBB5B}"/>
                    </a:ext>
                  </a:extLst>
                </p:cNvPr>
                <p:cNvSpPr/>
                <p:nvPr/>
              </p:nvSpPr>
              <p:spPr>
                <a:xfrm>
                  <a:off x="4128205" y="3605704"/>
                  <a:ext cx="568606" cy="225286"/>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55" name="Straight Connector 954">
                  <a:extLst>
                    <a:ext uri="{FF2B5EF4-FFF2-40B4-BE49-F238E27FC236}">
                      <a16:creationId xmlns:a16="http://schemas.microsoft.com/office/drawing/2014/main" id="{3B133DA9-A713-2849-A8D7-EDE46E681761}"/>
                    </a:ext>
                  </a:extLst>
                </p:cNvPr>
                <p:cNvCxnSpPr/>
                <p:nvPr/>
              </p:nvCxnSpPr>
              <p:spPr>
                <a:xfrm>
                  <a:off x="4696811" y="3719558"/>
                  <a:ext cx="0" cy="111431"/>
                </a:xfrm>
                <a:prstGeom prst="line">
                  <a:avLst/>
                </a:prstGeom>
                <a:noFill/>
                <a:ln w="6350" cap="flat" cmpd="sng" algn="ctr">
                  <a:solidFill>
                    <a:srgbClr val="000000"/>
                  </a:solidFill>
                  <a:prstDash val="solid"/>
                </a:ln>
                <a:effectLst/>
              </p:spPr>
            </p:cxnSp>
            <p:cxnSp>
              <p:nvCxnSpPr>
                <p:cNvPr id="956" name="Straight Connector 955">
                  <a:extLst>
                    <a:ext uri="{FF2B5EF4-FFF2-40B4-BE49-F238E27FC236}">
                      <a16:creationId xmlns:a16="http://schemas.microsoft.com/office/drawing/2014/main" id="{BC22357C-1B49-FD47-A8E1-4EE9363277E0}"/>
                    </a:ext>
                  </a:extLst>
                </p:cNvPr>
                <p:cNvCxnSpPr/>
                <p:nvPr/>
              </p:nvCxnSpPr>
              <p:spPr>
                <a:xfrm>
                  <a:off x="4128205" y="3719558"/>
                  <a:ext cx="0" cy="111431"/>
                </a:xfrm>
                <a:prstGeom prst="line">
                  <a:avLst/>
                </a:prstGeom>
                <a:noFill/>
                <a:ln w="6350" cap="flat" cmpd="sng" algn="ctr">
                  <a:solidFill>
                    <a:srgbClr val="000000"/>
                  </a:solidFill>
                  <a:prstDash val="solid"/>
                </a:ln>
                <a:effectLst/>
              </p:spPr>
            </p:cxnSp>
          </p:grpSp>
          <p:sp>
            <p:nvSpPr>
              <p:cNvPr id="940" name="Rectangle 939">
                <a:extLst>
                  <a:ext uri="{FF2B5EF4-FFF2-40B4-BE49-F238E27FC236}">
                    <a16:creationId xmlns:a16="http://schemas.microsoft.com/office/drawing/2014/main" id="{8A75ED0D-201E-C349-9238-A2D94F02D3E1}"/>
                  </a:ext>
                </a:extLst>
              </p:cNvPr>
              <p:cNvSpPr/>
              <p:nvPr/>
            </p:nvSpPr>
            <p:spPr bwMode="auto">
              <a:xfrm>
                <a:off x="8284895" y="4904436"/>
                <a:ext cx="496888" cy="473104"/>
              </a:xfrm>
              <a:prstGeom prst="rect">
                <a:avLst/>
              </a:prstGeom>
              <a:gradFill rotWithShape="1">
                <a:gsLst>
                  <a:gs pos="100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41" name="Straight Connector 940">
                <a:extLst>
                  <a:ext uri="{FF2B5EF4-FFF2-40B4-BE49-F238E27FC236}">
                    <a16:creationId xmlns:a16="http://schemas.microsoft.com/office/drawing/2014/main" id="{690B7076-D7BF-A64B-A741-7A1AB99BC7BD}"/>
                  </a:ext>
                </a:extLst>
              </p:cNvPr>
              <p:cNvCxnSpPr>
                <a:cxnSpLocks/>
                <a:stCxn id="945" idx="2"/>
              </p:cNvCxnSpPr>
              <p:nvPr/>
            </p:nvCxnSpPr>
            <p:spPr bwMode="auto">
              <a:xfrm flipH="1">
                <a:off x="8278546" y="4418446"/>
                <a:ext cx="3174" cy="1049581"/>
              </a:xfrm>
              <a:prstGeom prst="line">
                <a:avLst/>
              </a:prstGeom>
              <a:noFill/>
              <a:ln w="3175" cap="flat" cmpd="sng" algn="ctr">
                <a:solidFill>
                  <a:srgbClr val="000000"/>
                </a:solidFill>
                <a:prstDash val="sysDash"/>
              </a:ln>
              <a:effectLst/>
            </p:spPr>
          </p:cxnSp>
          <p:grpSp>
            <p:nvGrpSpPr>
              <p:cNvPr id="942" name="Group 622">
                <a:extLst>
                  <a:ext uri="{FF2B5EF4-FFF2-40B4-BE49-F238E27FC236}">
                    <a16:creationId xmlns:a16="http://schemas.microsoft.com/office/drawing/2014/main" id="{536C1E87-C19D-B549-A398-BDAA53318FF3}"/>
                  </a:ext>
                </a:extLst>
              </p:cNvPr>
              <p:cNvGrpSpPr>
                <a:grpSpLocks/>
              </p:cNvGrpSpPr>
              <p:nvPr/>
            </p:nvGrpSpPr>
            <p:grpSpPr bwMode="auto">
              <a:xfrm>
                <a:off x="8281058" y="4329565"/>
                <a:ext cx="503828" cy="248522"/>
                <a:chOff x="2183302" y="1564542"/>
                <a:chExt cx="1200154" cy="440314"/>
              </a:xfrm>
            </p:grpSpPr>
            <p:sp>
              <p:nvSpPr>
                <p:cNvPr id="943" name="Oval 942">
                  <a:extLst>
                    <a:ext uri="{FF2B5EF4-FFF2-40B4-BE49-F238E27FC236}">
                      <a16:creationId xmlns:a16="http://schemas.microsoft.com/office/drawing/2014/main" id="{2FA609ED-2E63-804A-8736-890A528B12F8}"/>
                    </a:ext>
                  </a:extLst>
                </p:cNvPr>
                <p:cNvSpPr/>
                <p:nvPr/>
              </p:nvSpPr>
              <p:spPr bwMode="auto">
                <a:xfrm flipV="1">
                  <a:off x="2188662" y="1691075"/>
                  <a:ext cx="1194966" cy="315014"/>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44" name="Rectangle 943">
                  <a:extLst>
                    <a:ext uri="{FF2B5EF4-FFF2-40B4-BE49-F238E27FC236}">
                      <a16:creationId xmlns:a16="http://schemas.microsoft.com/office/drawing/2014/main" id="{355D3E63-F907-0E45-8C46-4E02D5408E65}"/>
                    </a:ext>
                  </a:extLst>
                </p:cNvPr>
                <p:cNvSpPr/>
                <p:nvPr/>
              </p:nvSpPr>
              <p:spPr bwMode="auto">
                <a:xfrm>
                  <a:off x="2184879" y="1736077"/>
                  <a:ext cx="1198749" cy="112505"/>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45" name="Oval 944">
                  <a:extLst>
                    <a:ext uri="{FF2B5EF4-FFF2-40B4-BE49-F238E27FC236}">
                      <a16:creationId xmlns:a16="http://schemas.microsoft.com/office/drawing/2014/main" id="{575934DF-B322-274A-92BC-3407CBF59474}"/>
                    </a:ext>
                  </a:extLst>
                </p:cNvPr>
                <p:cNvSpPr>
                  <a:spLocks noChangeArrowheads="1"/>
                </p:cNvSpPr>
                <p:nvPr/>
              </p:nvSpPr>
              <p:spPr bwMode="auto">
                <a:xfrm flipV="1">
                  <a:off x="2184879" y="1564508"/>
                  <a:ext cx="1194966" cy="315014"/>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46" name="Freeform 945">
                  <a:extLst>
                    <a:ext uri="{FF2B5EF4-FFF2-40B4-BE49-F238E27FC236}">
                      <a16:creationId xmlns:a16="http://schemas.microsoft.com/office/drawing/2014/main" id="{CBF18B9D-FBE2-C54E-A32D-C409E6C62912}"/>
                    </a:ext>
                  </a:extLst>
                </p:cNvPr>
                <p:cNvSpPr/>
                <p:nvPr/>
              </p:nvSpPr>
              <p:spPr bwMode="auto">
                <a:xfrm>
                  <a:off x="2491185" y="1671388"/>
                  <a:ext cx="582357" cy="157507"/>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47" name="Freeform 946">
                  <a:extLst>
                    <a:ext uri="{FF2B5EF4-FFF2-40B4-BE49-F238E27FC236}">
                      <a16:creationId xmlns:a16="http://schemas.microsoft.com/office/drawing/2014/main" id="{E96DBFA6-2771-A54D-B845-79612A3939C1}"/>
                    </a:ext>
                  </a:extLst>
                </p:cNvPr>
                <p:cNvSpPr>
                  <a:spLocks/>
                </p:cNvSpPr>
                <p:nvPr/>
              </p:nvSpPr>
              <p:spPr bwMode="auto">
                <a:xfrm>
                  <a:off x="2430680" y="1629198"/>
                  <a:ext cx="703366" cy="112505"/>
                </a:xfrm>
                <a:custGeom>
                  <a:avLst/>
                  <a:gdLst>
                    <a:gd name="T0" fmla="*/ 0 w 3723451"/>
                    <a:gd name="T1" fmla="*/ 27524 h 932950"/>
                    <a:gd name="T2" fmla="*/ 123762 w 3723451"/>
                    <a:gd name="T3" fmla="*/ 324 h 932950"/>
                    <a:gd name="T4" fmla="*/ 350560 w 3723451"/>
                    <a:gd name="T5" fmla="*/ 62775 h 932950"/>
                    <a:gd name="T6" fmla="*/ 566927 w 3723451"/>
                    <a:gd name="T7" fmla="*/ 0 h 932950"/>
                    <a:gd name="T8" fmla="*/ 703366 w 3723451"/>
                    <a:gd name="T9" fmla="*/ 24980 h 932950"/>
                    <a:gd name="T10" fmla="*/ 601856 w 3723451"/>
                    <a:gd name="T11" fmla="*/ 55698 h 932950"/>
                    <a:gd name="T12" fmla="*/ 569173 w 3723451"/>
                    <a:gd name="T13" fmla="*/ 47416 h 932950"/>
                    <a:gd name="T14" fmla="*/ 354544 w 3723451"/>
                    <a:gd name="T15" fmla="*/ 112505 h 932950"/>
                    <a:gd name="T16" fmla="*/ 134425 w 3723451"/>
                    <a:gd name="T17" fmla="*/ 49811 h 932950"/>
                    <a:gd name="T18" fmla="*/ 98836 w 3723451"/>
                    <a:gd name="T19" fmla="*/ 56577 h 932950"/>
                    <a:gd name="T20" fmla="*/ 0 w 3723451"/>
                    <a:gd name="T21" fmla="*/ 27524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8" name="Freeform 947">
                  <a:extLst>
                    <a:ext uri="{FF2B5EF4-FFF2-40B4-BE49-F238E27FC236}">
                      <a16:creationId xmlns:a16="http://schemas.microsoft.com/office/drawing/2014/main" id="{02B4EA66-7954-AA46-ABFF-843F0F913933}"/>
                    </a:ext>
                  </a:extLst>
                </p:cNvPr>
                <p:cNvSpPr>
                  <a:spLocks/>
                </p:cNvSpPr>
                <p:nvPr/>
              </p:nvSpPr>
              <p:spPr bwMode="auto">
                <a:xfrm>
                  <a:off x="2892028" y="1724827"/>
                  <a:ext cx="260925" cy="95629"/>
                </a:xfrm>
                <a:custGeom>
                  <a:avLst/>
                  <a:gdLst>
                    <a:gd name="T0" fmla="*/ 0 w 1366596"/>
                    <a:gd name="T1" fmla="*/ 0 h 809868"/>
                    <a:gd name="T2" fmla="*/ 260925 w 1366596"/>
                    <a:gd name="T3" fmla="*/ 73895 h 809868"/>
                    <a:gd name="T4" fmla="*/ 165165 w 1366596"/>
                    <a:gd name="T5" fmla="*/ 95629 h 809868"/>
                    <a:gd name="T6" fmla="*/ 878 w 1366596"/>
                    <a:gd name="T7" fmla="*/ 50531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9" name="Freeform 948">
                  <a:extLst>
                    <a:ext uri="{FF2B5EF4-FFF2-40B4-BE49-F238E27FC236}">
                      <a16:creationId xmlns:a16="http://schemas.microsoft.com/office/drawing/2014/main" id="{F20F445F-471B-7448-AAA1-96643F81BE1A}"/>
                    </a:ext>
                  </a:extLst>
                </p:cNvPr>
                <p:cNvSpPr>
                  <a:spLocks/>
                </p:cNvSpPr>
                <p:nvPr/>
              </p:nvSpPr>
              <p:spPr bwMode="auto">
                <a:xfrm>
                  <a:off x="2419334" y="1727640"/>
                  <a:ext cx="253364" cy="92816"/>
                </a:xfrm>
                <a:custGeom>
                  <a:avLst/>
                  <a:gdLst>
                    <a:gd name="T0" fmla="*/ 249905 w 1348191"/>
                    <a:gd name="T1" fmla="*/ 0 h 791462"/>
                    <a:gd name="T2" fmla="*/ 253364 w 1348191"/>
                    <a:gd name="T3" fmla="*/ 44789 h 791462"/>
                    <a:gd name="T4" fmla="*/ 91661 w 1348191"/>
                    <a:gd name="T5" fmla="*/ 92816 h 791462"/>
                    <a:gd name="T6" fmla="*/ 0 w 1348191"/>
                    <a:gd name="T7" fmla="*/ 71770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50" name="Straight Connector 949">
                  <a:extLst>
                    <a:ext uri="{FF2B5EF4-FFF2-40B4-BE49-F238E27FC236}">
                      <a16:creationId xmlns:a16="http://schemas.microsoft.com/office/drawing/2014/main" id="{4BDF3FD2-413B-0D4C-9A59-50D44FBEA121}"/>
                    </a:ext>
                  </a:extLst>
                </p:cNvPr>
                <p:cNvCxnSpPr>
                  <a:cxnSpLocks noChangeShapeType="1"/>
                  <a:endCxn id="945" idx="2"/>
                </p:cNvCxnSpPr>
                <p:nvPr/>
              </p:nvCxnSpPr>
              <p:spPr bwMode="auto">
                <a:xfrm flipH="1" flipV="1">
                  <a:off x="2184879" y="1722015"/>
                  <a:ext cx="3783" cy="120942"/>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51" name="Straight Connector 950">
                  <a:extLst>
                    <a:ext uri="{FF2B5EF4-FFF2-40B4-BE49-F238E27FC236}">
                      <a16:creationId xmlns:a16="http://schemas.microsoft.com/office/drawing/2014/main" id="{71DA60AE-C589-FA44-94AB-B21A49C15239}"/>
                    </a:ext>
                  </a:extLst>
                </p:cNvPr>
                <p:cNvCxnSpPr>
                  <a:cxnSpLocks noChangeShapeType="1"/>
                </p:cNvCxnSpPr>
                <p:nvPr/>
              </p:nvCxnSpPr>
              <p:spPr bwMode="auto">
                <a:xfrm flipH="1" flipV="1">
                  <a:off x="3379845" y="1730452"/>
                  <a:ext cx="3783" cy="12094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grpSp>
        <p:nvGrpSpPr>
          <p:cNvPr id="1043" name="Group 1042">
            <a:extLst>
              <a:ext uri="{FF2B5EF4-FFF2-40B4-BE49-F238E27FC236}">
                <a16:creationId xmlns:a16="http://schemas.microsoft.com/office/drawing/2014/main" id="{B5756541-DE04-D343-ADA3-E578917497B6}"/>
              </a:ext>
            </a:extLst>
          </p:cNvPr>
          <p:cNvGrpSpPr>
            <a:grpSpLocks/>
          </p:cNvGrpSpPr>
          <p:nvPr/>
        </p:nvGrpSpPr>
        <p:grpSpPr bwMode="auto">
          <a:xfrm>
            <a:off x="3765336" y="4727644"/>
            <a:ext cx="4981829" cy="693736"/>
            <a:chOff x="2055070" y="4690247"/>
            <a:chExt cx="4980938" cy="694338"/>
          </a:xfrm>
        </p:grpSpPr>
        <p:grpSp>
          <p:nvGrpSpPr>
            <p:cNvPr id="1044" name="Group 554">
              <a:extLst>
                <a:ext uri="{FF2B5EF4-FFF2-40B4-BE49-F238E27FC236}">
                  <a16:creationId xmlns:a16="http://schemas.microsoft.com/office/drawing/2014/main" id="{368CBAA7-B3CD-B447-8953-FE800957AF6D}"/>
                </a:ext>
              </a:extLst>
            </p:cNvPr>
            <p:cNvGrpSpPr>
              <a:grpSpLocks/>
            </p:cNvGrpSpPr>
            <p:nvPr/>
          </p:nvGrpSpPr>
          <p:grpSpPr bwMode="auto">
            <a:xfrm>
              <a:off x="3621810" y="5055687"/>
              <a:ext cx="428216" cy="328897"/>
              <a:chOff x="2948176" y="3912858"/>
              <a:chExt cx="428535" cy="329059"/>
            </a:xfrm>
          </p:grpSpPr>
          <p:sp>
            <p:nvSpPr>
              <p:cNvPr id="1065" name="Rectangle 1064">
                <a:extLst>
                  <a:ext uri="{FF2B5EF4-FFF2-40B4-BE49-F238E27FC236}">
                    <a16:creationId xmlns:a16="http://schemas.microsoft.com/office/drawing/2014/main" id="{C71DD82B-ED54-9D40-848F-40B6802EC749}"/>
                  </a:ext>
                </a:extLst>
              </p:cNvPr>
              <p:cNvSpPr/>
              <p:nvPr/>
            </p:nvSpPr>
            <p:spPr>
              <a:xfrm>
                <a:off x="2951022" y="3912858"/>
                <a:ext cx="425689" cy="32905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66" name="Straight Connector 1065">
                <a:extLst>
                  <a:ext uri="{FF2B5EF4-FFF2-40B4-BE49-F238E27FC236}">
                    <a16:creationId xmlns:a16="http://schemas.microsoft.com/office/drawing/2014/main" id="{5A2CCD06-A52B-594C-895E-DE5616109835}"/>
                  </a:ext>
                </a:extLst>
              </p:cNvPr>
              <p:cNvCxnSpPr/>
              <p:nvPr/>
            </p:nvCxnSpPr>
            <p:spPr>
              <a:xfrm>
                <a:off x="2948177" y="4005058"/>
                <a:ext cx="425689" cy="0"/>
              </a:xfrm>
              <a:prstGeom prst="line">
                <a:avLst/>
              </a:prstGeom>
              <a:noFill/>
              <a:ln w="3175" cap="flat" cmpd="sng" algn="ctr">
                <a:solidFill>
                  <a:srgbClr val="CC0000"/>
                </a:solidFill>
                <a:prstDash val="solid"/>
              </a:ln>
              <a:effectLst/>
            </p:spPr>
          </p:cxnSp>
          <p:cxnSp>
            <p:nvCxnSpPr>
              <p:cNvPr id="1067" name="Straight Connector 1066">
                <a:extLst>
                  <a:ext uri="{FF2B5EF4-FFF2-40B4-BE49-F238E27FC236}">
                    <a16:creationId xmlns:a16="http://schemas.microsoft.com/office/drawing/2014/main" id="{CAE78986-A47E-684D-AC0D-81B0C9B79A88}"/>
                  </a:ext>
                </a:extLst>
              </p:cNvPr>
              <p:cNvCxnSpPr/>
              <p:nvPr/>
            </p:nvCxnSpPr>
            <p:spPr>
              <a:xfrm>
                <a:off x="2948176" y="4068645"/>
                <a:ext cx="425689" cy="0"/>
              </a:xfrm>
              <a:prstGeom prst="line">
                <a:avLst/>
              </a:prstGeom>
              <a:noFill/>
              <a:ln w="3175" cap="flat" cmpd="sng" algn="ctr">
                <a:solidFill>
                  <a:srgbClr val="CC0000"/>
                </a:solidFill>
                <a:prstDash val="solid"/>
              </a:ln>
              <a:effectLst/>
            </p:spPr>
          </p:cxnSp>
          <p:cxnSp>
            <p:nvCxnSpPr>
              <p:cNvPr id="1068" name="Straight Connector 1067">
                <a:extLst>
                  <a:ext uri="{FF2B5EF4-FFF2-40B4-BE49-F238E27FC236}">
                    <a16:creationId xmlns:a16="http://schemas.microsoft.com/office/drawing/2014/main" id="{CEA4CB24-3526-B94F-BDC2-D6FC123FF46E}"/>
                  </a:ext>
                </a:extLst>
              </p:cNvPr>
              <p:cNvCxnSpPr>
                <a:stCxn id="1065" idx="2"/>
              </p:cNvCxnSpPr>
              <p:nvPr/>
            </p:nvCxnSpPr>
            <p:spPr>
              <a:xfrm flipH="1" flipV="1">
                <a:off x="3162278" y="4005058"/>
                <a:ext cx="1589" cy="236859"/>
              </a:xfrm>
              <a:prstGeom prst="line">
                <a:avLst/>
              </a:prstGeom>
              <a:noFill/>
              <a:ln w="3175" cap="flat" cmpd="sng" algn="ctr">
                <a:solidFill>
                  <a:srgbClr val="CC0000"/>
                </a:solidFill>
                <a:prstDash val="solid"/>
              </a:ln>
              <a:effectLst/>
            </p:spPr>
          </p:cxnSp>
        </p:grpSp>
        <p:grpSp>
          <p:nvGrpSpPr>
            <p:cNvPr id="1045" name="Group 582">
              <a:extLst>
                <a:ext uri="{FF2B5EF4-FFF2-40B4-BE49-F238E27FC236}">
                  <a16:creationId xmlns:a16="http://schemas.microsoft.com/office/drawing/2014/main" id="{813A6CA3-90B1-754D-8C2A-B486DE6440EC}"/>
                </a:ext>
              </a:extLst>
            </p:cNvPr>
            <p:cNvGrpSpPr>
              <a:grpSpLocks/>
            </p:cNvGrpSpPr>
            <p:nvPr/>
          </p:nvGrpSpPr>
          <p:grpSpPr bwMode="auto">
            <a:xfrm>
              <a:off x="4404307" y="5055687"/>
              <a:ext cx="429383" cy="328898"/>
              <a:chOff x="2948037" y="3912924"/>
              <a:chExt cx="429703" cy="329060"/>
            </a:xfrm>
          </p:grpSpPr>
          <p:sp>
            <p:nvSpPr>
              <p:cNvPr id="1061" name="Rectangle 1060">
                <a:extLst>
                  <a:ext uri="{FF2B5EF4-FFF2-40B4-BE49-F238E27FC236}">
                    <a16:creationId xmlns:a16="http://schemas.microsoft.com/office/drawing/2014/main" id="{CDA497B5-1F53-4B4A-B52C-8AF25ACDEA7D}"/>
                  </a:ext>
                </a:extLst>
              </p:cNvPr>
              <p:cNvSpPr/>
              <p:nvPr/>
            </p:nvSpPr>
            <p:spPr>
              <a:xfrm>
                <a:off x="2950882" y="3912924"/>
                <a:ext cx="425689" cy="32905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62" name="Straight Connector 1061">
                <a:extLst>
                  <a:ext uri="{FF2B5EF4-FFF2-40B4-BE49-F238E27FC236}">
                    <a16:creationId xmlns:a16="http://schemas.microsoft.com/office/drawing/2014/main" id="{1FEFA7AF-47D6-9044-B6BA-FCC567BC9B9F}"/>
                  </a:ext>
                </a:extLst>
              </p:cNvPr>
              <p:cNvCxnSpPr/>
              <p:nvPr/>
            </p:nvCxnSpPr>
            <p:spPr>
              <a:xfrm>
                <a:off x="2952051" y="4005125"/>
                <a:ext cx="425689" cy="0"/>
              </a:xfrm>
              <a:prstGeom prst="line">
                <a:avLst/>
              </a:prstGeom>
              <a:noFill/>
              <a:ln w="3175" cap="flat" cmpd="sng" algn="ctr">
                <a:solidFill>
                  <a:srgbClr val="CC0000"/>
                </a:solidFill>
                <a:prstDash val="solid"/>
              </a:ln>
              <a:effectLst/>
            </p:spPr>
          </p:cxnSp>
          <p:cxnSp>
            <p:nvCxnSpPr>
              <p:cNvPr id="1063" name="Straight Connector 1062">
                <a:extLst>
                  <a:ext uri="{FF2B5EF4-FFF2-40B4-BE49-F238E27FC236}">
                    <a16:creationId xmlns:a16="http://schemas.microsoft.com/office/drawing/2014/main" id="{F2F3585A-E53E-A040-84F7-9123881B9F28}"/>
                  </a:ext>
                </a:extLst>
              </p:cNvPr>
              <p:cNvCxnSpPr/>
              <p:nvPr/>
            </p:nvCxnSpPr>
            <p:spPr>
              <a:xfrm>
                <a:off x="2948037" y="4068711"/>
                <a:ext cx="425689" cy="0"/>
              </a:xfrm>
              <a:prstGeom prst="line">
                <a:avLst/>
              </a:prstGeom>
              <a:noFill/>
              <a:ln w="3175" cap="flat" cmpd="sng" algn="ctr">
                <a:solidFill>
                  <a:srgbClr val="CC0000"/>
                </a:solidFill>
                <a:prstDash val="solid"/>
              </a:ln>
              <a:effectLst/>
            </p:spPr>
          </p:cxnSp>
          <p:cxnSp>
            <p:nvCxnSpPr>
              <p:cNvPr id="1064" name="Straight Connector 1063">
                <a:extLst>
                  <a:ext uri="{FF2B5EF4-FFF2-40B4-BE49-F238E27FC236}">
                    <a16:creationId xmlns:a16="http://schemas.microsoft.com/office/drawing/2014/main" id="{F72283CD-AFD3-8E4E-9857-F6D589080734}"/>
                  </a:ext>
                </a:extLst>
              </p:cNvPr>
              <p:cNvCxnSpPr>
                <a:stCxn id="1061" idx="2"/>
              </p:cNvCxnSpPr>
              <p:nvPr/>
            </p:nvCxnSpPr>
            <p:spPr>
              <a:xfrm flipH="1" flipV="1">
                <a:off x="3162139" y="4005125"/>
                <a:ext cx="1588" cy="236859"/>
              </a:xfrm>
              <a:prstGeom prst="line">
                <a:avLst/>
              </a:prstGeom>
              <a:noFill/>
              <a:ln w="3175" cap="flat" cmpd="sng" algn="ctr">
                <a:solidFill>
                  <a:srgbClr val="CC0000"/>
                </a:solidFill>
                <a:prstDash val="solid"/>
              </a:ln>
              <a:effectLst/>
            </p:spPr>
          </p:cxnSp>
        </p:grpSp>
        <p:grpSp>
          <p:nvGrpSpPr>
            <p:cNvPr id="1046" name="Group 609">
              <a:extLst>
                <a:ext uri="{FF2B5EF4-FFF2-40B4-BE49-F238E27FC236}">
                  <a16:creationId xmlns:a16="http://schemas.microsoft.com/office/drawing/2014/main" id="{89D38A41-C0E7-004E-889C-35371BDB4904}"/>
                </a:ext>
              </a:extLst>
            </p:cNvPr>
            <p:cNvGrpSpPr>
              <a:grpSpLocks/>
            </p:cNvGrpSpPr>
            <p:nvPr/>
          </p:nvGrpSpPr>
          <p:grpSpPr bwMode="auto">
            <a:xfrm>
              <a:off x="5611440" y="5052513"/>
              <a:ext cx="430135" cy="328897"/>
              <a:chOff x="2951837" y="3912722"/>
              <a:chExt cx="430454" cy="329058"/>
            </a:xfrm>
          </p:grpSpPr>
          <p:sp>
            <p:nvSpPr>
              <p:cNvPr id="1057" name="Rectangle 1056">
                <a:extLst>
                  <a:ext uri="{FF2B5EF4-FFF2-40B4-BE49-F238E27FC236}">
                    <a16:creationId xmlns:a16="http://schemas.microsoft.com/office/drawing/2014/main" id="{7E038D77-DD73-D34F-AE34-D667F6E9B9F0}"/>
                  </a:ext>
                </a:extLst>
              </p:cNvPr>
              <p:cNvSpPr/>
              <p:nvPr/>
            </p:nvSpPr>
            <p:spPr>
              <a:xfrm>
                <a:off x="2956602" y="3912722"/>
                <a:ext cx="425689" cy="329058"/>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58" name="Straight Connector 1057">
                <a:extLst>
                  <a:ext uri="{FF2B5EF4-FFF2-40B4-BE49-F238E27FC236}">
                    <a16:creationId xmlns:a16="http://schemas.microsoft.com/office/drawing/2014/main" id="{D2968903-9149-5948-9F49-8F05AE95D6F0}"/>
                  </a:ext>
                </a:extLst>
              </p:cNvPr>
              <p:cNvCxnSpPr/>
              <p:nvPr/>
            </p:nvCxnSpPr>
            <p:spPr>
              <a:xfrm>
                <a:off x="2951837" y="4004922"/>
                <a:ext cx="425689" cy="0"/>
              </a:xfrm>
              <a:prstGeom prst="line">
                <a:avLst/>
              </a:prstGeom>
              <a:noFill/>
              <a:ln w="3175" cap="flat" cmpd="sng" algn="ctr">
                <a:solidFill>
                  <a:srgbClr val="CC0000"/>
                </a:solidFill>
                <a:prstDash val="solid"/>
              </a:ln>
              <a:effectLst/>
            </p:spPr>
          </p:cxnSp>
          <p:cxnSp>
            <p:nvCxnSpPr>
              <p:cNvPr id="1059" name="Straight Connector 1058">
                <a:extLst>
                  <a:ext uri="{FF2B5EF4-FFF2-40B4-BE49-F238E27FC236}">
                    <a16:creationId xmlns:a16="http://schemas.microsoft.com/office/drawing/2014/main" id="{6B45A1AF-6B67-DD42-AEDE-F73D064563E4}"/>
                  </a:ext>
                </a:extLst>
              </p:cNvPr>
              <p:cNvCxnSpPr/>
              <p:nvPr/>
            </p:nvCxnSpPr>
            <p:spPr>
              <a:xfrm>
                <a:off x="2955849" y="4068509"/>
                <a:ext cx="425689" cy="0"/>
              </a:xfrm>
              <a:prstGeom prst="line">
                <a:avLst/>
              </a:prstGeom>
              <a:noFill/>
              <a:ln w="3175" cap="flat" cmpd="sng" algn="ctr">
                <a:solidFill>
                  <a:srgbClr val="CC0000"/>
                </a:solidFill>
                <a:prstDash val="solid"/>
              </a:ln>
              <a:effectLst/>
            </p:spPr>
          </p:cxnSp>
          <p:cxnSp>
            <p:nvCxnSpPr>
              <p:cNvPr id="1060" name="Straight Connector 1059">
                <a:extLst>
                  <a:ext uri="{FF2B5EF4-FFF2-40B4-BE49-F238E27FC236}">
                    <a16:creationId xmlns:a16="http://schemas.microsoft.com/office/drawing/2014/main" id="{0FF66FC3-DA6A-CB44-8117-4648AAEC93ED}"/>
                  </a:ext>
                </a:extLst>
              </p:cNvPr>
              <p:cNvCxnSpPr>
                <a:stCxn id="1057" idx="2"/>
              </p:cNvCxnSpPr>
              <p:nvPr/>
            </p:nvCxnSpPr>
            <p:spPr>
              <a:xfrm flipH="1" flipV="1">
                <a:off x="3167858" y="4004922"/>
                <a:ext cx="1588" cy="236858"/>
              </a:xfrm>
              <a:prstGeom prst="line">
                <a:avLst/>
              </a:prstGeom>
              <a:noFill/>
              <a:ln w="3175" cap="flat" cmpd="sng" algn="ctr">
                <a:solidFill>
                  <a:srgbClr val="CC0000"/>
                </a:solidFill>
                <a:prstDash val="solid"/>
              </a:ln>
              <a:effectLst/>
            </p:spPr>
          </p:cxnSp>
        </p:grpSp>
        <p:grpSp>
          <p:nvGrpSpPr>
            <p:cNvPr id="1047" name="Group 636">
              <a:extLst>
                <a:ext uri="{FF2B5EF4-FFF2-40B4-BE49-F238E27FC236}">
                  <a16:creationId xmlns:a16="http://schemas.microsoft.com/office/drawing/2014/main" id="{6DF58C37-21E3-AF4F-B080-530FD985E91D}"/>
                </a:ext>
              </a:extLst>
            </p:cNvPr>
            <p:cNvGrpSpPr>
              <a:grpSpLocks/>
            </p:cNvGrpSpPr>
            <p:nvPr/>
          </p:nvGrpSpPr>
          <p:grpSpPr bwMode="auto">
            <a:xfrm>
              <a:off x="6605874" y="5046158"/>
              <a:ext cx="430134" cy="328898"/>
              <a:chOff x="2955740" y="3913102"/>
              <a:chExt cx="430453" cy="328747"/>
            </a:xfrm>
          </p:grpSpPr>
          <p:sp>
            <p:nvSpPr>
              <p:cNvPr id="1053" name="Rectangle 1052">
                <a:extLst>
                  <a:ext uri="{FF2B5EF4-FFF2-40B4-BE49-F238E27FC236}">
                    <a16:creationId xmlns:a16="http://schemas.microsoft.com/office/drawing/2014/main" id="{F4182402-0285-CD46-9828-6534BE97D257}"/>
                  </a:ext>
                </a:extLst>
              </p:cNvPr>
              <p:cNvSpPr/>
              <p:nvPr/>
            </p:nvSpPr>
            <p:spPr>
              <a:xfrm>
                <a:off x="2960504" y="3913102"/>
                <a:ext cx="425689" cy="328747"/>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54" name="Straight Connector 1053">
                <a:extLst>
                  <a:ext uri="{FF2B5EF4-FFF2-40B4-BE49-F238E27FC236}">
                    <a16:creationId xmlns:a16="http://schemas.microsoft.com/office/drawing/2014/main" id="{D14A7BEB-C638-0A47-B8DE-352AFA82413E}"/>
                  </a:ext>
                </a:extLst>
              </p:cNvPr>
              <p:cNvCxnSpPr/>
              <p:nvPr/>
            </p:nvCxnSpPr>
            <p:spPr>
              <a:xfrm>
                <a:off x="2955740" y="4005215"/>
                <a:ext cx="425689" cy="0"/>
              </a:xfrm>
              <a:prstGeom prst="line">
                <a:avLst/>
              </a:prstGeom>
              <a:noFill/>
              <a:ln w="3175" cap="flat" cmpd="sng" algn="ctr">
                <a:solidFill>
                  <a:srgbClr val="CC0000"/>
                </a:solidFill>
                <a:prstDash val="solid"/>
              </a:ln>
              <a:effectLst/>
            </p:spPr>
          </p:cxnSp>
          <p:cxnSp>
            <p:nvCxnSpPr>
              <p:cNvPr id="1055" name="Straight Connector 1054">
                <a:extLst>
                  <a:ext uri="{FF2B5EF4-FFF2-40B4-BE49-F238E27FC236}">
                    <a16:creationId xmlns:a16="http://schemas.microsoft.com/office/drawing/2014/main" id="{F02DD2C2-E65E-7E4C-B479-635D130D51D4}"/>
                  </a:ext>
                </a:extLst>
              </p:cNvPr>
              <p:cNvCxnSpPr/>
              <p:nvPr/>
            </p:nvCxnSpPr>
            <p:spPr>
              <a:xfrm>
                <a:off x="2959751" y="4067152"/>
                <a:ext cx="425689" cy="0"/>
              </a:xfrm>
              <a:prstGeom prst="line">
                <a:avLst/>
              </a:prstGeom>
              <a:noFill/>
              <a:ln w="3175" cap="flat" cmpd="sng" algn="ctr">
                <a:solidFill>
                  <a:srgbClr val="CC0000"/>
                </a:solidFill>
                <a:prstDash val="solid"/>
              </a:ln>
              <a:effectLst/>
            </p:spPr>
          </p:cxnSp>
          <p:cxnSp>
            <p:nvCxnSpPr>
              <p:cNvPr id="1056" name="Straight Connector 1055">
                <a:extLst>
                  <a:ext uri="{FF2B5EF4-FFF2-40B4-BE49-F238E27FC236}">
                    <a16:creationId xmlns:a16="http://schemas.microsoft.com/office/drawing/2014/main" id="{01A054F6-D6ED-F249-8703-213FDF32A722}"/>
                  </a:ext>
                </a:extLst>
              </p:cNvPr>
              <p:cNvCxnSpPr>
                <a:stCxn id="1053" idx="2"/>
              </p:cNvCxnSpPr>
              <p:nvPr/>
            </p:nvCxnSpPr>
            <p:spPr>
              <a:xfrm flipH="1" flipV="1">
                <a:off x="3171761" y="4005215"/>
                <a:ext cx="1588" cy="236634"/>
              </a:xfrm>
              <a:prstGeom prst="line">
                <a:avLst/>
              </a:prstGeom>
              <a:noFill/>
              <a:ln w="3175" cap="flat" cmpd="sng" algn="ctr">
                <a:solidFill>
                  <a:srgbClr val="CC0000"/>
                </a:solidFill>
                <a:prstDash val="solid"/>
              </a:ln>
              <a:effectLst/>
            </p:spPr>
          </p:cxnSp>
        </p:grpSp>
        <p:grpSp>
          <p:nvGrpSpPr>
            <p:cNvPr id="1048" name="Group 554">
              <a:extLst>
                <a:ext uri="{FF2B5EF4-FFF2-40B4-BE49-F238E27FC236}">
                  <a16:creationId xmlns:a16="http://schemas.microsoft.com/office/drawing/2014/main" id="{BAA5C424-578C-0343-914E-B5BD57101FDC}"/>
                </a:ext>
              </a:extLst>
            </p:cNvPr>
            <p:cNvGrpSpPr>
              <a:grpSpLocks/>
            </p:cNvGrpSpPr>
            <p:nvPr/>
          </p:nvGrpSpPr>
          <p:grpSpPr bwMode="auto">
            <a:xfrm>
              <a:off x="2055070" y="4690247"/>
              <a:ext cx="675320" cy="521222"/>
              <a:chOff x="2931664" y="3912603"/>
              <a:chExt cx="430450" cy="329314"/>
            </a:xfrm>
          </p:grpSpPr>
          <p:sp>
            <p:nvSpPr>
              <p:cNvPr id="1049" name="Rectangle 1048">
                <a:extLst>
                  <a:ext uri="{FF2B5EF4-FFF2-40B4-BE49-F238E27FC236}">
                    <a16:creationId xmlns:a16="http://schemas.microsoft.com/office/drawing/2014/main" id="{A0CDA39B-A97A-7842-8A3D-C53D637AE12E}"/>
                  </a:ext>
                </a:extLst>
              </p:cNvPr>
              <p:cNvSpPr/>
              <p:nvPr/>
            </p:nvSpPr>
            <p:spPr>
              <a:xfrm>
                <a:off x="2936722" y="3913607"/>
                <a:ext cx="425923" cy="328266"/>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50" name="Straight Connector 1049">
                <a:extLst>
                  <a:ext uri="{FF2B5EF4-FFF2-40B4-BE49-F238E27FC236}">
                    <a16:creationId xmlns:a16="http://schemas.microsoft.com/office/drawing/2014/main" id="{779BD574-9352-0A4A-AD81-3425C567CA59}"/>
                  </a:ext>
                </a:extLst>
              </p:cNvPr>
              <p:cNvCxnSpPr/>
              <p:nvPr/>
            </p:nvCxnSpPr>
            <p:spPr>
              <a:xfrm>
                <a:off x="2932675" y="4004959"/>
                <a:ext cx="424911" cy="0"/>
              </a:xfrm>
              <a:prstGeom prst="line">
                <a:avLst/>
              </a:prstGeom>
              <a:noFill/>
              <a:ln w="3175" cap="flat" cmpd="sng" algn="ctr">
                <a:solidFill>
                  <a:srgbClr val="CC0000"/>
                </a:solidFill>
                <a:prstDash val="solid"/>
              </a:ln>
              <a:effectLst/>
            </p:spPr>
          </p:cxnSp>
          <p:cxnSp>
            <p:nvCxnSpPr>
              <p:cNvPr id="1051" name="Straight Connector 1050">
                <a:extLst>
                  <a:ext uri="{FF2B5EF4-FFF2-40B4-BE49-F238E27FC236}">
                    <a16:creationId xmlns:a16="http://schemas.microsoft.com/office/drawing/2014/main" id="{E4722BD0-017E-9C4D-9B3E-BB2C34567D80}"/>
                  </a:ext>
                </a:extLst>
              </p:cNvPr>
              <p:cNvCxnSpPr/>
              <p:nvPr/>
            </p:nvCxnSpPr>
            <p:spPr>
              <a:xfrm>
                <a:off x="2932675" y="4069207"/>
                <a:ext cx="424911" cy="0"/>
              </a:xfrm>
              <a:prstGeom prst="line">
                <a:avLst/>
              </a:prstGeom>
              <a:noFill/>
              <a:ln w="3175" cap="flat" cmpd="sng" algn="ctr">
                <a:solidFill>
                  <a:srgbClr val="CC0000"/>
                </a:solidFill>
                <a:prstDash val="solid"/>
              </a:ln>
              <a:effectLst/>
            </p:spPr>
          </p:cxnSp>
          <p:cxnSp>
            <p:nvCxnSpPr>
              <p:cNvPr id="1052" name="Straight Connector 1051">
                <a:extLst>
                  <a:ext uri="{FF2B5EF4-FFF2-40B4-BE49-F238E27FC236}">
                    <a16:creationId xmlns:a16="http://schemas.microsoft.com/office/drawing/2014/main" id="{BA1C7D13-CACA-DE42-A4BD-9DF0691F3FA5}"/>
                  </a:ext>
                </a:extLst>
              </p:cNvPr>
              <p:cNvCxnSpPr>
                <a:stCxn id="1049" idx="2"/>
              </p:cNvCxnSpPr>
              <p:nvPr/>
            </p:nvCxnSpPr>
            <p:spPr>
              <a:xfrm flipH="1" flipV="1">
                <a:off x="3148166" y="4004959"/>
                <a:ext cx="1011" cy="236914"/>
              </a:xfrm>
              <a:prstGeom prst="line">
                <a:avLst/>
              </a:prstGeom>
              <a:noFill/>
              <a:ln w="3175" cap="flat" cmpd="sng" algn="ctr">
                <a:solidFill>
                  <a:srgbClr val="CC0000"/>
                </a:solidFill>
                <a:prstDash val="solid"/>
              </a:ln>
              <a:effectLst/>
            </p:spPr>
          </p:cxnSp>
        </p:grpSp>
      </p:grpSp>
      <p:sp>
        <p:nvSpPr>
          <p:cNvPr id="373" name="TextBox 257">
            <a:extLst>
              <a:ext uri="{FF2B5EF4-FFF2-40B4-BE49-F238E27FC236}">
                <a16:creationId xmlns:a16="http://schemas.microsoft.com/office/drawing/2014/main" id="{F4B7880C-9B9E-BC47-BEF3-F1B49D2258CE}"/>
              </a:ext>
            </a:extLst>
          </p:cNvPr>
          <p:cNvSpPr txBox="1">
            <a:spLocks noChangeArrowheads="1"/>
          </p:cNvSpPr>
          <p:nvPr/>
        </p:nvSpPr>
        <p:spPr bwMode="auto">
          <a:xfrm>
            <a:off x="834474" y="2563584"/>
            <a:ext cx="11259652"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mn-cs"/>
              </a:rPr>
              <a:t>generalized forwarding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p>
          <a:p>
            <a:pPr marL="1314450" marR="0" lvl="2"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 header fields can determine action</a:t>
            </a:r>
          </a:p>
          <a:p>
            <a:pPr marL="1314450" marR="0" lvl="2"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 action possible: drop/copy/modify/log packet</a:t>
            </a:r>
          </a:p>
        </p:txBody>
      </p:sp>
      <p:grpSp>
        <p:nvGrpSpPr>
          <p:cNvPr id="23" name="Group 22">
            <a:extLst>
              <a:ext uri="{FF2B5EF4-FFF2-40B4-BE49-F238E27FC236}">
                <a16:creationId xmlns:a16="http://schemas.microsoft.com/office/drawing/2014/main" id="{7EB18609-2205-A249-9D68-205D424A2ECF}"/>
              </a:ext>
            </a:extLst>
          </p:cNvPr>
          <p:cNvGrpSpPr/>
          <p:nvPr/>
        </p:nvGrpSpPr>
        <p:grpSpPr>
          <a:xfrm>
            <a:off x="1232001" y="4781571"/>
            <a:ext cx="2463699" cy="307777"/>
            <a:chOff x="1232001" y="4781571"/>
            <a:chExt cx="2463699" cy="307777"/>
          </a:xfrm>
        </p:grpSpPr>
        <p:sp>
          <p:nvSpPr>
            <p:cNvPr id="355" name="TextBox 6">
              <a:extLst>
                <a:ext uri="{FF2B5EF4-FFF2-40B4-BE49-F238E27FC236}">
                  <a16:creationId xmlns:a16="http://schemas.microsoft.com/office/drawing/2014/main" id="{B9CE97C1-70E2-1B46-A362-9326BB303FB5}"/>
                </a:ext>
              </a:extLst>
            </p:cNvPr>
            <p:cNvSpPr txBox="1">
              <a:spLocks noChangeArrowheads="1"/>
            </p:cNvSpPr>
            <p:nvPr/>
          </p:nvSpPr>
          <p:spPr bwMode="auto">
            <a:xfrm>
              <a:off x="1232001" y="4781571"/>
              <a:ext cx="199231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forwarding table</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2" name="Straight Arrow Connector 21">
              <a:extLst>
                <a:ext uri="{FF2B5EF4-FFF2-40B4-BE49-F238E27FC236}">
                  <a16:creationId xmlns:a16="http://schemas.microsoft.com/office/drawing/2014/main" id="{718FD357-53DF-2C4F-884C-13EFB7472111}"/>
                </a:ext>
              </a:extLst>
            </p:cNvPr>
            <p:cNvCxnSpPr/>
            <p:nvPr/>
          </p:nvCxnSpPr>
          <p:spPr>
            <a:xfrm>
              <a:off x="2641600" y="4953000"/>
              <a:ext cx="1054100" cy="0"/>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F3223B0B-9826-DD42-9402-328FE8BFC20E}"/>
              </a:ext>
            </a:extLst>
          </p:cNvPr>
          <p:cNvGrpSpPr/>
          <p:nvPr/>
        </p:nvGrpSpPr>
        <p:grpSpPr>
          <a:xfrm>
            <a:off x="1253574" y="1255484"/>
            <a:ext cx="9389026" cy="4030693"/>
            <a:chOff x="1253574" y="1255484"/>
            <a:chExt cx="9389026" cy="4030693"/>
          </a:xfrm>
        </p:grpSpPr>
        <p:sp>
          <p:nvSpPr>
            <p:cNvPr id="377" name="TextBox 257">
              <a:extLst>
                <a:ext uri="{FF2B5EF4-FFF2-40B4-BE49-F238E27FC236}">
                  <a16:creationId xmlns:a16="http://schemas.microsoft.com/office/drawing/2014/main" id="{3FD4971D-4348-1141-8B93-F0D44DDFD09D}"/>
                </a:ext>
              </a:extLst>
            </p:cNvPr>
            <p:cNvSpPr txBox="1">
              <a:spLocks noChangeArrowheads="1"/>
            </p:cNvSpPr>
            <p:nvPr/>
          </p:nvSpPr>
          <p:spPr bwMode="auto">
            <a:xfrm>
              <a:off x="8022674" y="1255484"/>
              <a:ext cx="261992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(aka:</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flow table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p>
          </p:txBody>
        </p:sp>
        <p:sp>
          <p:nvSpPr>
            <p:cNvPr id="378" name="TextBox 257">
              <a:extLst>
                <a:ext uri="{FF2B5EF4-FFF2-40B4-BE49-F238E27FC236}">
                  <a16:creationId xmlns:a16="http://schemas.microsoft.com/office/drawing/2014/main" id="{6831D934-21EE-F044-AFB7-110D2271A670}"/>
                </a:ext>
              </a:extLst>
            </p:cNvPr>
            <p:cNvSpPr txBox="1">
              <a:spLocks noChangeArrowheads="1"/>
            </p:cNvSpPr>
            <p:nvPr/>
          </p:nvSpPr>
          <p:spPr bwMode="auto">
            <a:xfrm>
              <a:off x="1253574" y="4978400"/>
              <a:ext cx="15531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(aka:</a:t>
              </a:r>
              <a:r>
                <a:rPr kumimoji="0" lang="en-US" altLang="en-US" sz="1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flow table</a:t>
              </a: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p>
          </p:txBody>
        </p:sp>
      </p:grpSp>
      <p:sp>
        <p:nvSpPr>
          <p:cNvPr id="380" name="TextBox 257">
            <a:extLst>
              <a:ext uri="{FF2B5EF4-FFF2-40B4-BE49-F238E27FC236}">
                <a16:creationId xmlns:a16="http://schemas.microsoft.com/office/drawing/2014/main" id="{EB52E785-426C-8A41-A346-A5059F7CEF7E}"/>
              </a:ext>
            </a:extLst>
          </p:cNvPr>
          <p:cNvSpPr txBox="1">
            <a:spLocks noChangeArrowheads="1"/>
          </p:cNvSpPr>
          <p:nvPr/>
        </p:nvSpPr>
        <p:spPr bwMode="auto">
          <a:xfrm>
            <a:off x="836023" y="2139218"/>
            <a:ext cx="1125965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mn-cs"/>
              </a:rPr>
              <a:t>destination-based forwarding: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forward based on dest. IP address</a:t>
            </a:r>
          </a:p>
        </p:txBody>
      </p:sp>
      <p:sp>
        <p:nvSpPr>
          <p:cNvPr id="223" name="Slide Number Placeholder 3">
            <a:extLst>
              <a:ext uri="{FF2B5EF4-FFF2-40B4-BE49-F238E27FC236}">
                <a16:creationId xmlns:a16="http://schemas.microsoft.com/office/drawing/2014/main" id="{B73C8E8A-E0D2-6B4B-BF9E-AC7347C804B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61</a:t>
            </a:fld>
            <a:endParaRPr lang="en-US" dirty="0"/>
          </a:p>
        </p:txBody>
      </p:sp>
    </p:spTree>
    <p:extLst>
      <p:ext uri="{BB962C8B-B14F-4D97-AF65-F5344CB8AC3E}">
        <p14:creationId xmlns:p14="http://schemas.microsoft.com/office/powerpoint/2010/main" val="28343774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path" presetSubtype="0" accel="50000" decel="50000" fill="hold" nodeType="clickEffect">
                                  <p:stCondLst>
                                    <p:cond delay="0"/>
                                  </p:stCondLst>
                                  <p:childTnLst>
                                    <p:animMotion origin="layout" path="M -4.16667E-6 -1.48148E-6 L -0.05364 0.46621 " pathEditMode="relative" rAng="0" ptsTypes="AA">
                                      <p:cBhvr>
                                        <p:cTn id="6" dur="2000" fill="hold"/>
                                        <p:tgtEl>
                                          <p:spTgt spid="3"/>
                                        </p:tgtEl>
                                        <p:attrNameLst>
                                          <p:attrName>ppt_x</p:attrName>
                                          <p:attrName>ppt_y</p:attrName>
                                        </p:attrNameLst>
                                      </p:cBhvr>
                                      <p:rCtr x="-2682" y="23310"/>
                                    </p:animMotion>
                                  </p:childTnLst>
                                </p:cTn>
                              </p:par>
                            </p:childTnLst>
                          </p:cTn>
                        </p:par>
                        <p:par>
                          <p:cTn id="7" fill="hold">
                            <p:stCondLst>
                              <p:cond delay="2000"/>
                            </p:stCondLst>
                            <p:childTnLst>
                              <p:par>
                                <p:cTn id="8" presetID="22" presetClass="entr" presetSubtype="4" fill="hold" nodeType="afterEffect">
                                  <p:stCondLst>
                                    <p:cond delay="0"/>
                                  </p:stCondLst>
                                  <p:childTnLst>
                                    <p:set>
                                      <p:cBhvr>
                                        <p:cTn id="9" dur="1" fill="hold">
                                          <p:stCondLst>
                                            <p:cond delay="0"/>
                                          </p:stCondLst>
                                        </p:cTn>
                                        <p:tgtEl>
                                          <p:spTgt spid="20"/>
                                        </p:tgtEl>
                                        <p:attrNameLst>
                                          <p:attrName>style.visibility</p:attrName>
                                        </p:attrNameLst>
                                      </p:cBhvr>
                                      <p:to>
                                        <p:strVal val="visible"/>
                                      </p:to>
                                    </p:set>
                                    <p:animEffect transition="in" filter="wipe(down)">
                                      <p:cBhvr>
                                        <p:cTn id="10" dur="500"/>
                                        <p:tgtEl>
                                          <p:spTgt spid="20"/>
                                        </p:tgtEl>
                                      </p:cBhvr>
                                    </p:animEffect>
                                  </p:childTnLst>
                                </p:cTn>
                              </p:par>
                            </p:childTnLst>
                          </p:cTn>
                        </p:par>
                        <p:par>
                          <p:cTn id="11" fill="hold">
                            <p:stCondLst>
                              <p:cond delay="2500"/>
                            </p:stCondLst>
                            <p:childTnLst>
                              <p:par>
                                <p:cTn id="12" presetID="9" presetClass="entr" presetSubtype="0" fill="hold" nodeType="afterEffect">
                                  <p:stCondLst>
                                    <p:cond delay="0"/>
                                  </p:stCondLst>
                                  <p:childTnLst>
                                    <p:set>
                                      <p:cBhvr>
                                        <p:cTn id="13" dur="1" fill="hold">
                                          <p:stCondLst>
                                            <p:cond delay="0"/>
                                          </p:stCondLst>
                                        </p:cTn>
                                        <p:tgtEl>
                                          <p:spTgt spid="1043"/>
                                        </p:tgtEl>
                                        <p:attrNameLst>
                                          <p:attrName>style.visibility</p:attrName>
                                        </p:attrNameLst>
                                      </p:cBhvr>
                                      <p:to>
                                        <p:strVal val="visible"/>
                                      </p:to>
                                    </p:set>
                                    <p:animEffect transition="in" filter="dissolve">
                                      <p:cBhvr>
                                        <p:cTn id="14" dur="1000"/>
                                        <p:tgtEl>
                                          <p:spTgt spid="1043"/>
                                        </p:tgtEl>
                                      </p:cBhvr>
                                    </p:animEffect>
                                  </p:childTnLst>
                                </p:cTn>
                              </p:par>
                              <p:par>
                                <p:cTn id="15" presetID="9" presetClass="entr" presetSubtype="0" fill="hold" nodeType="withEffect">
                                  <p:stCondLst>
                                    <p:cond delay="0"/>
                                  </p:stCondLst>
                                  <p:childTnLst>
                                    <p:set>
                                      <p:cBhvr>
                                        <p:cTn id="16" dur="1" fill="hold">
                                          <p:stCondLst>
                                            <p:cond delay="0"/>
                                          </p:stCondLst>
                                        </p:cTn>
                                        <p:tgtEl>
                                          <p:spTgt spid="23"/>
                                        </p:tgtEl>
                                        <p:attrNameLst>
                                          <p:attrName>style.visibility</p:attrName>
                                        </p:attrNameLst>
                                      </p:cBhvr>
                                      <p:to>
                                        <p:strVal val="visible"/>
                                      </p:to>
                                    </p:set>
                                    <p:animEffect transition="in" filter="dissolve">
                                      <p:cBhvr>
                                        <p:cTn id="17" dur="500"/>
                                        <p:tgtEl>
                                          <p:spTgt spid="23"/>
                                        </p:tgtEl>
                                      </p:cBhvr>
                                    </p:animEffect>
                                  </p:childTnLst>
                                </p:cTn>
                              </p:par>
                            </p:childTnLst>
                          </p:cTn>
                        </p:par>
                        <p:par>
                          <p:cTn id="18" fill="hold">
                            <p:stCondLst>
                              <p:cond delay="3500"/>
                            </p:stCondLst>
                            <p:childTnLst>
                              <p:par>
                                <p:cTn id="19" presetID="9" presetClass="entr" presetSubtype="0" fill="hold" grpId="0" nodeType="after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dissolve">
                                      <p:cBhvr>
                                        <p:cTn id="21" dur="500"/>
                                        <p:tgtEl>
                                          <p:spTgt spid="4"/>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380"/>
                                        </p:tgtEl>
                                        <p:attrNameLst>
                                          <p:attrName>style.visibility</p:attrName>
                                        </p:attrNameLst>
                                      </p:cBhvr>
                                      <p:to>
                                        <p:strVal val="visible"/>
                                      </p:to>
                                    </p:set>
                                    <p:animEffect transition="in" filter="dissolve">
                                      <p:cBhvr>
                                        <p:cTn id="26" dur="500"/>
                                        <p:tgtEl>
                                          <p:spTgt spid="380"/>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373"/>
                                        </p:tgtEl>
                                        <p:attrNameLst>
                                          <p:attrName>style.visibility</p:attrName>
                                        </p:attrNameLst>
                                      </p:cBhvr>
                                      <p:to>
                                        <p:strVal val="visible"/>
                                      </p:to>
                                    </p:set>
                                    <p:animEffect transition="in" filter="dissolve">
                                      <p:cBhvr>
                                        <p:cTn id="31" dur="500"/>
                                        <p:tgtEl>
                                          <p:spTgt spid="373"/>
                                        </p:tgtEl>
                                      </p:cBhvr>
                                    </p:animEffect>
                                  </p:childTnLst>
                                </p:cTn>
                              </p:par>
                              <p:par>
                                <p:cTn id="32" presetID="9" presetClass="entr" presetSubtype="0" fill="hold" nodeType="withEffect">
                                  <p:stCondLst>
                                    <p:cond delay="0"/>
                                  </p:stCondLst>
                                  <p:childTnLst>
                                    <p:set>
                                      <p:cBhvr>
                                        <p:cTn id="33" dur="1" fill="hold">
                                          <p:stCondLst>
                                            <p:cond delay="0"/>
                                          </p:stCondLst>
                                        </p:cTn>
                                        <p:tgtEl>
                                          <p:spTgt spid="24"/>
                                        </p:tgtEl>
                                        <p:attrNameLst>
                                          <p:attrName>style.visibility</p:attrName>
                                        </p:attrNameLst>
                                      </p:cBhvr>
                                      <p:to>
                                        <p:strVal val="visible"/>
                                      </p:to>
                                    </p:set>
                                    <p:animEffect transition="in" filter="dissolve">
                                      <p:cBhvr>
                                        <p:cTn id="34"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373" grpId="0"/>
      <p:bldP spid="380" grpId="0"/>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26467"/>
            <a:ext cx="10854128" cy="3046751"/>
          </a:xfrm>
        </p:spPr>
        <p:txBody>
          <a:bodyPr>
            <a:normAutofit/>
          </a:bodyPr>
          <a:lstStyle/>
          <a:p>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flow: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defined by header field values </a:t>
            </a:r>
            <a:r>
              <a:rPr lang="en-US" altLang="en-US" sz="2400" dirty="0">
                <a:latin typeface="Calibri" panose="020F0502020204030204" pitchFamily="34" charset="0"/>
                <a:ea typeface="ＭＳ Ｐゴシック" panose="020B0600070205080204" pitchFamily="34" charset="-128"/>
                <a:cs typeface="ＭＳ Ｐゴシック" panose="020B0600070205080204" pitchFamily="34" charset="-128"/>
              </a:rPr>
              <a:t>(in link-, network-, transport-layer fields)</a:t>
            </a:r>
            <a:endPar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endParaRPr>
          </a:p>
          <a:p>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generalized forwarding: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simple</a:t>
            </a:r>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packet-handling rules</a:t>
            </a:r>
          </a:p>
          <a:p>
            <a:pPr lvl="1"/>
            <a:r>
              <a:rPr lang="en-US" altLang="en-US" dirty="0">
                <a:solidFill>
                  <a:srgbClr val="0000A8"/>
                </a:solidFill>
                <a:latin typeface="Calibri" panose="020F0502020204030204" pitchFamily="34" charset="0"/>
                <a:ea typeface="ＭＳ Ｐゴシック" panose="020B0600070205080204" pitchFamily="34" charset="-128"/>
              </a:rPr>
              <a:t>match:</a:t>
            </a:r>
            <a:r>
              <a:rPr lang="en-US" altLang="en-US" dirty="0">
                <a:solidFill>
                  <a:srgbClr val="000090"/>
                </a:solidFill>
                <a:latin typeface="Calibri" panose="020F0502020204030204" pitchFamily="34" charset="0"/>
                <a:ea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rPr>
              <a:t>pattern</a:t>
            </a:r>
            <a:r>
              <a:rPr lang="en-US" altLang="en-US" dirty="0">
                <a:solidFill>
                  <a:srgbClr val="000090"/>
                </a:solidFill>
                <a:latin typeface="Calibri" panose="020F0502020204030204" pitchFamily="34" charset="0"/>
                <a:ea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rPr>
              <a:t>values in packet header fields</a:t>
            </a:r>
          </a:p>
          <a:p>
            <a:pPr lvl="1"/>
            <a:r>
              <a:rPr lang="en-US" altLang="en-US" dirty="0">
                <a:solidFill>
                  <a:srgbClr val="0000A8"/>
                </a:solidFill>
                <a:latin typeface="Calibri" panose="020F0502020204030204" pitchFamily="34" charset="0"/>
                <a:ea typeface="ＭＳ Ｐゴシック" panose="020B0600070205080204" pitchFamily="34" charset="-128"/>
              </a:rPr>
              <a:t>actions: </a:t>
            </a:r>
            <a:r>
              <a:rPr lang="en-US" altLang="en-US" dirty="0">
                <a:latin typeface="Calibri" panose="020F0502020204030204" pitchFamily="34" charset="0"/>
                <a:ea typeface="ＭＳ Ｐゴシック" panose="020B0600070205080204" pitchFamily="34" charset="-128"/>
              </a:rPr>
              <a:t>for matched packet: drop, forward, modify, matched packet or send matched packet to controller </a:t>
            </a:r>
          </a:p>
          <a:p>
            <a:pPr lvl="1"/>
            <a:r>
              <a:rPr lang="en-US" altLang="en-US" dirty="0">
                <a:solidFill>
                  <a:srgbClr val="0000A8"/>
                </a:solidFill>
                <a:latin typeface="Calibri" panose="020F0502020204030204" pitchFamily="34" charset="0"/>
                <a:ea typeface="ＭＳ Ｐゴシック" panose="020B0600070205080204" pitchFamily="34" charset="-128"/>
              </a:rPr>
              <a:t>priority: </a:t>
            </a:r>
            <a:r>
              <a:rPr lang="en-US" altLang="en-US" dirty="0">
                <a:latin typeface="Calibri" panose="020F0502020204030204" pitchFamily="34" charset="0"/>
                <a:ea typeface="ＭＳ Ｐゴシック" panose="020B0600070205080204" pitchFamily="34" charset="-128"/>
              </a:rPr>
              <a:t>disambiguate overlapping patterns</a:t>
            </a:r>
          </a:p>
          <a:p>
            <a:pPr lvl="1"/>
            <a:r>
              <a:rPr lang="en-US" altLang="en-US" dirty="0">
                <a:solidFill>
                  <a:srgbClr val="0000A8"/>
                </a:solidFill>
                <a:latin typeface="Calibri" panose="020F0502020204030204" pitchFamily="34" charset="0"/>
                <a:ea typeface="ＭＳ Ｐゴシック" panose="020B0600070205080204" pitchFamily="34" charset="-128"/>
              </a:rPr>
              <a:t>counters: </a:t>
            </a:r>
            <a:r>
              <a:rPr lang="en-US" altLang="en-US" dirty="0">
                <a:latin typeface="Calibri" panose="020F0502020204030204" pitchFamily="34" charset="0"/>
                <a:ea typeface="ＭＳ Ｐゴシック" panose="020B0600070205080204" pitchFamily="34" charset="-128"/>
              </a:rPr>
              <a:t>#bytes and #packets</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Flow table abstraction</a:t>
            </a:r>
          </a:p>
        </p:txBody>
      </p:sp>
      <p:grpSp>
        <p:nvGrpSpPr>
          <p:cNvPr id="53" name="Group 52">
            <a:extLst>
              <a:ext uri="{FF2B5EF4-FFF2-40B4-BE49-F238E27FC236}">
                <a16:creationId xmlns:a16="http://schemas.microsoft.com/office/drawing/2014/main" id="{DDFAE99D-C5EA-5147-B11F-7A5B7FCE54AE}"/>
              </a:ext>
            </a:extLst>
          </p:cNvPr>
          <p:cNvGrpSpPr/>
          <p:nvPr/>
        </p:nvGrpSpPr>
        <p:grpSpPr>
          <a:xfrm>
            <a:off x="847391" y="4483100"/>
            <a:ext cx="7244522" cy="2202828"/>
            <a:chOff x="848139" y="4484689"/>
            <a:chExt cx="7244522" cy="2202828"/>
          </a:xfrm>
        </p:grpSpPr>
        <p:cxnSp>
          <p:nvCxnSpPr>
            <p:cNvPr id="45" name="Straight Connector 44">
              <a:extLst>
                <a:ext uri="{FF2B5EF4-FFF2-40B4-BE49-F238E27FC236}">
                  <a16:creationId xmlns:a16="http://schemas.microsoft.com/office/drawing/2014/main" id="{362506F8-ECEC-2E42-805B-42E4D94FA9CB}"/>
                </a:ext>
              </a:extLst>
            </p:cNvPr>
            <p:cNvCxnSpPr/>
            <p:nvPr/>
          </p:nvCxnSpPr>
          <p:spPr>
            <a:xfrm>
              <a:off x="848139" y="6202017"/>
              <a:ext cx="5194852"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 name="Group 4">
              <a:extLst>
                <a:ext uri="{FF2B5EF4-FFF2-40B4-BE49-F238E27FC236}">
                  <a16:creationId xmlns:a16="http://schemas.microsoft.com/office/drawing/2014/main" id="{EFCF0EDD-3789-414C-ACC3-3BF841E39C99}"/>
                </a:ext>
              </a:extLst>
            </p:cNvPr>
            <p:cNvGrpSpPr/>
            <p:nvPr/>
          </p:nvGrpSpPr>
          <p:grpSpPr>
            <a:xfrm>
              <a:off x="2117350" y="5637144"/>
              <a:ext cx="2269120" cy="1028699"/>
              <a:chOff x="7493876" y="2774731"/>
              <a:chExt cx="1481958" cy="894622"/>
            </a:xfrm>
            <a:effectLst>
              <a:outerShdw blurRad="50800" dist="38100" dir="18900000" algn="bl" rotWithShape="0">
                <a:prstClr val="black">
                  <a:alpha val="40000"/>
                </a:prstClr>
              </a:outerShdw>
            </a:effectLst>
          </p:grpSpPr>
          <p:sp>
            <p:nvSpPr>
              <p:cNvPr id="6" name="Freeform 5">
                <a:extLst>
                  <a:ext uri="{FF2B5EF4-FFF2-40B4-BE49-F238E27FC236}">
                    <a16:creationId xmlns:a16="http://schemas.microsoft.com/office/drawing/2014/main" id="{CF1E2C8F-E181-3B43-A519-0FC1DEA4B61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7" name="Oval 6">
                <a:extLst>
                  <a:ext uri="{FF2B5EF4-FFF2-40B4-BE49-F238E27FC236}">
                    <a16:creationId xmlns:a16="http://schemas.microsoft.com/office/drawing/2014/main" id="{8CE0A78E-9FDA-334F-9AD4-8A4ED942B1C9}"/>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 name="Group 7">
                <a:extLst>
                  <a:ext uri="{FF2B5EF4-FFF2-40B4-BE49-F238E27FC236}">
                    <a16:creationId xmlns:a16="http://schemas.microsoft.com/office/drawing/2014/main" id="{0C1D1C42-5DC5-DE41-880F-2DB6C20303EA}"/>
                  </a:ext>
                </a:extLst>
              </p:cNvPr>
              <p:cNvGrpSpPr/>
              <p:nvPr/>
            </p:nvGrpSpPr>
            <p:grpSpPr>
              <a:xfrm>
                <a:off x="7713663" y="2848339"/>
                <a:ext cx="1042107" cy="425543"/>
                <a:chOff x="7786941" y="2884917"/>
                <a:chExt cx="897649" cy="353919"/>
              </a:xfrm>
            </p:grpSpPr>
            <p:sp>
              <p:nvSpPr>
                <p:cNvPr id="9" name="Freeform 8">
                  <a:extLst>
                    <a:ext uri="{FF2B5EF4-FFF2-40B4-BE49-F238E27FC236}">
                      <a16:creationId xmlns:a16="http://schemas.microsoft.com/office/drawing/2014/main" id="{AEEDB7BE-ECB9-AE43-B7F9-9420522500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 name="Freeform 9">
                  <a:extLst>
                    <a:ext uri="{FF2B5EF4-FFF2-40B4-BE49-F238E27FC236}">
                      <a16:creationId xmlns:a16="http://schemas.microsoft.com/office/drawing/2014/main" id="{8484C86C-9AA8-0C48-9C1B-936E42E298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 name="Freeform 11">
                  <a:extLst>
                    <a:ext uri="{FF2B5EF4-FFF2-40B4-BE49-F238E27FC236}">
                      <a16:creationId xmlns:a16="http://schemas.microsoft.com/office/drawing/2014/main" id="{79FD6387-1AB1-7743-A3A7-ED8933D501E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Freeform 12">
                  <a:extLst>
                    <a:ext uri="{FF2B5EF4-FFF2-40B4-BE49-F238E27FC236}">
                      <a16:creationId xmlns:a16="http://schemas.microsoft.com/office/drawing/2014/main" id="{5CDE1FFF-560A-D046-879A-1BAD0681C80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4" name="TextBox 8">
              <a:extLst>
                <a:ext uri="{FF2B5EF4-FFF2-40B4-BE49-F238E27FC236}">
                  <a16:creationId xmlns:a16="http://schemas.microsoft.com/office/drawing/2014/main" id="{B8332F6D-32E8-0249-999D-30692A5A7EA8}"/>
                </a:ext>
              </a:extLst>
            </p:cNvPr>
            <p:cNvSpPr txBox="1">
              <a:spLocks noChangeArrowheads="1"/>
            </p:cNvSpPr>
            <p:nvPr/>
          </p:nvSpPr>
          <p:spPr bwMode="auto">
            <a:xfrm>
              <a:off x="4737100" y="4484689"/>
              <a:ext cx="3355561"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Router’s flow table define router’s match+action rules</a:t>
              </a:r>
            </a:p>
          </p:txBody>
        </p:sp>
        <p:grpSp>
          <p:nvGrpSpPr>
            <p:cNvPr id="43" name="Group 42">
              <a:extLst>
                <a:ext uri="{FF2B5EF4-FFF2-40B4-BE49-F238E27FC236}">
                  <a16:creationId xmlns:a16="http://schemas.microsoft.com/office/drawing/2014/main" id="{7BA19BCA-1317-9E49-B6D6-B6CF8B58E795}"/>
                </a:ext>
              </a:extLst>
            </p:cNvPr>
            <p:cNvGrpSpPr/>
            <p:nvPr/>
          </p:nvGrpSpPr>
          <p:grpSpPr>
            <a:xfrm>
              <a:off x="2535862" y="4518992"/>
              <a:ext cx="1998847" cy="1325048"/>
              <a:chOff x="8327282" y="4055165"/>
              <a:chExt cx="2091509" cy="1325048"/>
            </a:xfrm>
          </p:grpSpPr>
          <p:grpSp>
            <p:nvGrpSpPr>
              <p:cNvPr id="20" name="Group 554">
                <a:extLst>
                  <a:ext uri="{FF2B5EF4-FFF2-40B4-BE49-F238E27FC236}">
                    <a16:creationId xmlns:a16="http://schemas.microsoft.com/office/drawing/2014/main" id="{F0AAF6D0-8EA6-E749-9758-CE8F2B209D9B}"/>
                  </a:ext>
                </a:extLst>
              </p:cNvPr>
              <p:cNvGrpSpPr>
                <a:grpSpLocks/>
              </p:cNvGrpSpPr>
              <p:nvPr/>
            </p:nvGrpSpPr>
            <p:grpSpPr bwMode="auto">
              <a:xfrm>
                <a:off x="8327282" y="4121430"/>
                <a:ext cx="2091509" cy="1258783"/>
                <a:chOff x="2932675" y="3919324"/>
                <a:chExt cx="429970" cy="319189"/>
              </a:xfrm>
            </p:grpSpPr>
            <p:sp>
              <p:nvSpPr>
                <p:cNvPr id="21" name="Rectangle 20">
                  <a:extLst>
                    <a:ext uri="{FF2B5EF4-FFF2-40B4-BE49-F238E27FC236}">
                      <a16:creationId xmlns:a16="http://schemas.microsoft.com/office/drawing/2014/main" id="{803BF111-23DE-1945-8735-48B7B51FDA35}"/>
                    </a:ext>
                  </a:extLst>
                </p:cNvPr>
                <p:cNvSpPr/>
                <p:nvPr/>
              </p:nvSpPr>
              <p:spPr>
                <a:xfrm>
                  <a:off x="2936722" y="3919324"/>
                  <a:ext cx="425923" cy="319189"/>
                </a:xfrm>
                <a:prstGeom prst="rect">
                  <a:avLst/>
                </a:prstGeom>
                <a:solidFill>
                  <a:srgbClr val="FFFFFF"/>
                </a:solidFill>
                <a:ln w="25400"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22" name="Straight Connector 21">
                  <a:extLst>
                    <a:ext uri="{FF2B5EF4-FFF2-40B4-BE49-F238E27FC236}">
                      <a16:creationId xmlns:a16="http://schemas.microsoft.com/office/drawing/2014/main" id="{3B28D0C4-B5C9-5844-BF1E-1197CD1800CC}"/>
                    </a:ext>
                  </a:extLst>
                </p:cNvPr>
                <p:cNvCxnSpPr/>
                <p:nvPr/>
              </p:nvCxnSpPr>
              <p:spPr>
                <a:xfrm>
                  <a:off x="2932675" y="4004959"/>
                  <a:ext cx="424911" cy="0"/>
                </a:xfrm>
                <a:prstGeom prst="line">
                  <a:avLst/>
                </a:prstGeom>
                <a:noFill/>
                <a:ln w="25400" cap="flat" cmpd="sng" algn="ctr">
                  <a:solidFill>
                    <a:srgbClr val="CC0000"/>
                  </a:solidFill>
                  <a:prstDash val="solid"/>
                </a:ln>
                <a:effectLst/>
              </p:spPr>
            </p:cxnSp>
            <p:cxnSp>
              <p:nvCxnSpPr>
                <p:cNvPr id="23" name="Straight Connector 22">
                  <a:extLst>
                    <a:ext uri="{FF2B5EF4-FFF2-40B4-BE49-F238E27FC236}">
                      <a16:creationId xmlns:a16="http://schemas.microsoft.com/office/drawing/2014/main" id="{293CE468-AA72-B340-AB98-BDBA2EE69A0B}"/>
                    </a:ext>
                  </a:extLst>
                </p:cNvPr>
                <p:cNvCxnSpPr/>
                <p:nvPr/>
              </p:nvCxnSpPr>
              <p:spPr>
                <a:xfrm>
                  <a:off x="2932675" y="4069207"/>
                  <a:ext cx="424911" cy="0"/>
                </a:xfrm>
                <a:prstGeom prst="line">
                  <a:avLst/>
                </a:prstGeom>
                <a:noFill/>
                <a:ln w="25400" cap="flat" cmpd="sng" algn="ctr">
                  <a:solidFill>
                    <a:srgbClr val="CC0000"/>
                  </a:solidFill>
                  <a:prstDash val="solid"/>
                </a:ln>
                <a:effectLst/>
              </p:spPr>
            </p:cxnSp>
            <p:cxnSp>
              <p:nvCxnSpPr>
                <p:cNvPr id="24" name="Straight Connector 23">
                  <a:extLst>
                    <a:ext uri="{FF2B5EF4-FFF2-40B4-BE49-F238E27FC236}">
                      <a16:creationId xmlns:a16="http://schemas.microsoft.com/office/drawing/2014/main" id="{1AFD2436-CAFF-8042-BF47-7E024FE6789B}"/>
                    </a:ext>
                  </a:extLst>
                </p:cNvPr>
                <p:cNvCxnSpPr>
                  <a:cxnSpLocks/>
                  <a:stCxn id="21" idx="2"/>
                </p:cNvCxnSpPr>
                <p:nvPr/>
              </p:nvCxnSpPr>
              <p:spPr>
                <a:xfrm flipH="1" flipV="1">
                  <a:off x="3148166" y="4001599"/>
                  <a:ext cx="1517" cy="236914"/>
                </a:xfrm>
                <a:prstGeom prst="line">
                  <a:avLst/>
                </a:prstGeom>
                <a:noFill/>
                <a:ln w="25400" cap="flat" cmpd="sng" algn="ctr">
                  <a:solidFill>
                    <a:srgbClr val="CC0000"/>
                  </a:solidFill>
                  <a:prstDash val="solid"/>
                </a:ln>
                <a:effectLst/>
              </p:spPr>
            </p:cxnSp>
          </p:grpSp>
          <p:sp>
            <p:nvSpPr>
              <p:cNvPr id="3" name="TextBox 2">
                <a:extLst>
                  <a:ext uri="{FF2B5EF4-FFF2-40B4-BE49-F238E27FC236}">
                    <a16:creationId xmlns:a16="http://schemas.microsoft.com/office/drawing/2014/main" id="{795B25A3-83EE-0C42-A451-21C2EA7C24E0}"/>
                  </a:ext>
                </a:extLst>
              </p:cNvPr>
              <p:cNvSpPr txBox="1"/>
              <p:nvPr/>
            </p:nvSpPr>
            <p:spPr>
              <a:xfrm>
                <a:off x="8759686" y="4055165"/>
                <a:ext cx="1265731"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Flow table</a:t>
                </a:r>
              </a:p>
            </p:txBody>
          </p:sp>
          <p:sp>
            <p:nvSpPr>
              <p:cNvPr id="41" name="TextBox 40">
                <a:extLst>
                  <a:ext uri="{FF2B5EF4-FFF2-40B4-BE49-F238E27FC236}">
                    <a16:creationId xmlns:a16="http://schemas.microsoft.com/office/drawing/2014/main" id="{0F3A5449-AA06-DE4B-8FA1-C9212AFA1460}"/>
                  </a:ext>
                </a:extLst>
              </p:cNvPr>
              <p:cNvSpPr txBox="1"/>
              <p:nvPr/>
            </p:nvSpPr>
            <p:spPr>
              <a:xfrm>
                <a:off x="8461513" y="4379843"/>
                <a:ext cx="83798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match</a:t>
                </a:r>
              </a:p>
            </p:txBody>
          </p:sp>
          <p:sp>
            <p:nvSpPr>
              <p:cNvPr id="42" name="TextBox 41">
                <a:extLst>
                  <a:ext uri="{FF2B5EF4-FFF2-40B4-BE49-F238E27FC236}">
                    <a16:creationId xmlns:a16="http://schemas.microsoft.com/office/drawing/2014/main" id="{1BF5AE11-1691-C64E-A175-EA1E60B74E4A}"/>
                  </a:ext>
                </a:extLst>
              </p:cNvPr>
              <p:cNvSpPr txBox="1"/>
              <p:nvPr/>
            </p:nvSpPr>
            <p:spPr>
              <a:xfrm>
                <a:off x="9409044" y="4386470"/>
                <a:ext cx="832279"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action</a:t>
                </a:r>
              </a:p>
            </p:txBody>
          </p:sp>
        </p:grpSp>
        <p:cxnSp>
          <p:nvCxnSpPr>
            <p:cNvPr id="46" name="Straight Connector 45">
              <a:extLst>
                <a:ext uri="{FF2B5EF4-FFF2-40B4-BE49-F238E27FC236}">
                  <a16:creationId xmlns:a16="http://schemas.microsoft.com/office/drawing/2014/main" id="{584E34B4-C7CA-6740-A020-13986B97F632}"/>
                </a:ext>
              </a:extLst>
            </p:cNvPr>
            <p:cNvCxnSpPr>
              <a:cxnSpLocks/>
              <a:stCxn id="6" idx="0"/>
            </p:cNvCxnSpPr>
            <p:nvPr/>
          </p:nvCxnSpPr>
          <p:spPr>
            <a:xfrm flipV="1">
              <a:off x="4386238" y="5804452"/>
              <a:ext cx="2398875" cy="190362"/>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8575B8A9-3D40-6341-867B-507C81B4BA39}"/>
                </a:ext>
              </a:extLst>
            </p:cNvPr>
            <p:cNvCxnSpPr>
              <a:cxnSpLocks/>
            </p:cNvCxnSpPr>
            <p:nvPr/>
          </p:nvCxnSpPr>
          <p:spPr>
            <a:xfrm>
              <a:off x="4399722" y="6361044"/>
              <a:ext cx="755373" cy="326473"/>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 name="Slide Number Placeholder 3">
            <a:extLst>
              <a:ext uri="{FF2B5EF4-FFF2-40B4-BE49-F238E27FC236}">
                <a16:creationId xmlns:a16="http://schemas.microsoft.com/office/drawing/2014/main" id="{5A6A87A6-6869-BA48-B857-B9B45AE2678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62</a:t>
            </a:fld>
            <a:endParaRPr lang="en-US" dirty="0"/>
          </a:p>
        </p:txBody>
      </p:sp>
    </p:spTree>
    <p:extLst>
      <p:ext uri="{BB962C8B-B14F-4D97-AF65-F5344CB8AC3E}">
        <p14:creationId xmlns:p14="http://schemas.microsoft.com/office/powerpoint/2010/main" val="22474263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3"/>
                                        </p:tgtEl>
                                        <p:attrNameLst>
                                          <p:attrName>style.visibility</p:attrName>
                                        </p:attrNameLst>
                                      </p:cBhvr>
                                      <p:to>
                                        <p:strVal val="visible"/>
                                      </p:to>
                                    </p:set>
                                    <p:animEffect transition="in" filter="dissolve">
                                      <p:cBhvr>
                                        <p:cTn id="7" dur="500"/>
                                        <p:tgtEl>
                                          <p:spTgt spid="5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
                                            <p:txEl>
                                              <p:pRg st="0" end="0"/>
                                            </p:txEl>
                                          </p:spTgt>
                                        </p:tgtEl>
                                        <p:attrNameLst>
                                          <p:attrName>style.visibility</p:attrName>
                                        </p:attrNameLst>
                                      </p:cBhvr>
                                      <p:to>
                                        <p:strVal val="visible"/>
                                      </p:to>
                                    </p:set>
                                    <p:animEffect transition="in" filter="dissolve">
                                      <p:cBhvr>
                                        <p:cTn id="12" dur="500"/>
                                        <p:tgtEl>
                                          <p:spTgt spid="2">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
                                            <p:txEl>
                                              <p:pRg st="1" end="1"/>
                                            </p:txEl>
                                          </p:spTgt>
                                        </p:tgtEl>
                                        <p:attrNameLst>
                                          <p:attrName>style.visibility</p:attrName>
                                        </p:attrNameLst>
                                      </p:cBhvr>
                                      <p:to>
                                        <p:strVal val="visible"/>
                                      </p:to>
                                    </p:set>
                                    <p:animEffect transition="in" filter="dissolve">
                                      <p:cBhvr>
                                        <p:cTn id="17" dur="500"/>
                                        <p:tgtEl>
                                          <p:spTgt spid="2">
                                            <p:txEl>
                                              <p:pRg st="1" end="1"/>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
                                            <p:txEl>
                                              <p:pRg st="2" end="2"/>
                                            </p:txEl>
                                          </p:spTgt>
                                        </p:tgtEl>
                                        <p:attrNameLst>
                                          <p:attrName>style.visibility</p:attrName>
                                        </p:attrNameLst>
                                      </p:cBhvr>
                                      <p:to>
                                        <p:strVal val="visible"/>
                                      </p:to>
                                    </p:set>
                                    <p:animEffect transition="in" filter="dissolve">
                                      <p:cBhvr>
                                        <p:cTn id="22" dur="500"/>
                                        <p:tgtEl>
                                          <p:spTgt spid="2">
                                            <p:txEl>
                                              <p:pRg st="2" end="2"/>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2">
                                            <p:txEl>
                                              <p:pRg st="3" end="3"/>
                                            </p:txEl>
                                          </p:spTgt>
                                        </p:tgtEl>
                                        <p:attrNameLst>
                                          <p:attrName>style.visibility</p:attrName>
                                        </p:attrNameLst>
                                      </p:cBhvr>
                                      <p:to>
                                        <p:strVal val="visible"/>
                                      </p:to>
                                    </p:set>
                                    <p:animEffect transition="in" filter="dissolve">
                                      <p:cBhvr>
                                        <p:cTn id="27" dur="500"/>
                                        <p:tgtEl>
                                          <p:spTgt spid="2">
                                            <p:txEl>
                                              <p:pRg st="3" end="3"/>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2">
                                            <p:txEl>
                                              <p:pRg st="4" end="4"/>
                                            </p:txEl>
                                          </p:spTgt>
                                        </p:tgtEl>
                                        <p:attrNameLst>
                                          <p:attrName>style.visibility</p:attrName>
                                        </p:attrNameLst>
                                      </p:cBhvr>
                                      <p:to>
                                        <p:strVal val="visible"/>
                                      </p:to>
                                    </p:set>
                                    <p:animEffect transition="in" filter="dissolve">
                                      <p:cBhvr>
                                        <p:cTn id="32" dur="500"/>
                                        <p:tgtEl>
                                          <p:spTgt spid="2">
                                            <p:txEl>
                                              <p:pRg st="4" end="4"/>
                                            </p:txEl>
                                          </p:spTgt>
                                        </p:tgtEl>
                                      </p:cBhvr>
                                    </p:animEffect>
                                  </p:childTnLst>
                                </p:cTn>
                              </p:par>
                              <p:par>
                                <p:cTn id="33" presetID="9" presetClass="entr" presetSubtype="0" fill="hold" grpId="0" nodeType="withEffect">
                                  <p:stCondLst>
                                    <p:cond delay="0"/>
                                  </p:stCondLst>
                                  <p:childTnLst>
                                    <p:set>
                                      <p:cBhvr>
                                        <p:cTn id="34" dur="1" fill="hold">
                                          <p:stCondLst>
                                            <p:cond delay="0"/>
                                          </p:stCondLst>
                                        </p:cTn>
                                        <p:tgtEl>
                                          <p:spTgt spid="2">
                                            <p:txEl>
                                              <p:pRg st="5" end="5"/>
                                            </p:txEl>
                                          </p:spTgt>
                                        </p:tgtEl>
                                        <p:attrNameLst>
                                          <p:attrName>style.visibility</p:attrName>
                                        </p:attrNameLst>
                                      </p:cBhvr>
                                      <p:to>
                                        <p:strVal val="visible"/>
                                      </p:to>
                                    </p:set>
                                    <p:animEffect transition="in" filter="dissolve">
                                      <p:cBhvr>
                                        <p:cTn id="35" dur="500"/>
                                        <p:tgtEl>
                                          <p:spTgt spid="2">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uiExpand="1" build="p"/>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26467"/>
            <a:ext cx="10515600" cy="3046751"/>
          </a:xfrm>
        </p:spPr>
        <p:txBody>
          <a:bodyPr>
            <a:normAutofit/>
          </a:bodyPr>
          <a:lstStyle/>
          <a:p>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flow: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defined by header fields</a:t>
            </a:r>
          </a:p>
          <a:p>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generalized forwarding: simple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packet-handling rules</a:t>
            </a:r>
          </a:p>
          <a:p>
            <a:pPr lvl="1"/>
            <a:r>
              <a:rPr lang="en-US" altLang="en-US" dirty="0">
                <a:solidFill>
                  <a:srgbClr val="0000A8"/>
                </a:solidFill>
                <a:latin typeface="Calibri" panose="020F0502020204030204" pitchFamily="34" charset="0"/>
                <a:ea typeface="ＭＳ Ｐゴシック" panose="020B0600070205080204" pitchFamily="34" charset="-128"/>
              </a:rPr>
              <a:t>match:</a:t>
            </a:r>
            <a:r>
              <a:rPr lang="en-US" altLang="en-US" dirty="0">
                <a:solidFill>
                  <a:srgbClr val="000090"/>
                </a:solidFill>
                <a:latin typeface="Calibri" panose="020F0502020204030204" pitchFamily="34" charset="0"/>
                <a:ea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rPr>
              <a:t>pattern</a:t>
            </a:r>
            <a:r>
              <a:rPr lang="en-US" altLang="en-US" dirty="0">
                <a:solidFill>
                  <a:srgbClr val="000090"/>
                </a:solidFill>
                <a:latin typeface="Calibri" panose="020F0502020204030204" pitchFamily="34" charset="0"/>
                <a:ea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rPr>
              <a:t>values in packet header fields</a:t>
            </a:r>
          </a:p>
          <a:p>
            <a:pPr lvl="1"/>
            <a:r>
              <a:rPr lang="en-US" altLang="en-US" dirty="0">
                <a:solidFill>
                  <a:srgbClr val="0000A8"/>
                </a:solidFill>
                <a:latin typeface="Calibri" panose="020F0502020204030204" pitchFamily="34" charset="0"/>
                <a:ea typeface="ＭＳ Ｐゴシック" panose="020B0600070205080204" pitchFamily="34" charset="-128"/>
              </a:rPr>
              <a:t>actions: </a:t>
            </a:r>
            <a:r>
              <a:rPr lang="en-US" altLang="en-US" dirty="0">
                <a:latin typeface="Calibri" panose="020F0502020204030204" pitchFamily="34" charset="0"/>
                <a:ea typeface="ＭＳ Ｐゴシック" panose="020B0600070205080204" pitchFamily="34" charset="-128"/>
              </a:rPr>
              <a:t>for matched packet: drop, forward, modify, matched packet or send matched packet to controller </a:t>
            </a:r>
          </a:p>
          <a:p>
            <a:pPr lvl="1"/>
            <a:r>
              <a:rPr lang="en-US" altLang="en-US" dirty="0">
                <a:solidFill>
                  <a:srgbClr val="0000A8"/>
                </a:solidFill>
                <a:latin typeface="Calibri" panose="020F0502020204030204" pitchFamily="34" charset="0"/>
                <a:ea typeface="ＭＳ Ｐゴシック" panose="020B0600070205080204" pitchFamily="34" charset="-128"/>
              </a:rPr>
              <a:t>priority: </a:t>
            </a:r>
            <a:r>
              <a:rPr lang="en-US" altLang="en-US" dirty="0">
                <a:latin typeface="Calibri" panose="020F0502020204030204" pitchFamily="34" charset="0"/>
                <a:ea typeface="ＭＳ Ｐゴシック" panose="020B0600070205080204" pitchFamily="34" charset="-128"/>
              </a:rPr>
              <a:t>disambiguate overlapping patterns</a:t>
            </a:r>
          </a:p>
          <a:p>
            <a:pPr lvl="1"/>
            <a:r>
              <a:rPr lang="en-US" altLang="en-US" dirty="0">
                <a:solidFill>
                  <a:srgbClr val="0000A8"/>
                </a:solidFill>
                <a:latin typeface="Calibri" panose="020F0502020204030204" pitchFamily="34" charset="0"/>
                <a:ea typeface="ＭＳ Ｐゴシック" panose="020B0600070205080204" pitchFamily="34" charset="-128"/>
              </a:rPr>
              <a:t>counters: </a:t>
            </a:r>
            <a:r>
              <a:rPr lang="en-US" altLang="en-US" dirty="0">
                <a:latin typeface="Calibri" panose="020F0502020204030204" pitchFamily="34" charset="0"/>
                <a:ea typeface="ＭＳ Ｐゴシック" panose="020B0600070205080204" pitchFamily="34" charset="-128"/>
              </a:rPr>
              <a:t>#bytes and #packets</a:t>
            </a:r>
          </a:p>
        </p:txBody>
      </p:sp>
      <p:cxnSp>
        <p:nvCxnSpPr>
          <p:cNvPr id="45" name="Straight Connector 44">
            <a:extLst>
              <a:ext uri="{FF2B5EF4-FFF2-40B4-BE49-F238E27FC236}">
                <a16:creationId xmlns:a16="http://schemas.microsoft.com/office/drawing/2014/main" id="{362506F8-ECEC-2E42-805B-42E4D94FA9CB}"/>
              </a:ext>
            </a:extLst>
          </p:cNvPr>
          <p:cNvCxnSpPr/>
          <p:nvPr/>
        </p:nvCxnSpPr>
        <p:spPr>
          <a:xfrm>
            <a:off x="848139" y="6202017"/>
            <a:ext cx="5194852"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 name="Group 4">
            <a:extLst>
              <a:ext uri="{FF2B5EF4-FFF2-40B4-BE49-F238E27FC236}">
                <a16:creationId xmlns:a16="http://schemas.microsoft.com/office/drawing/2014/main" id="{EFCF0EDD-3789-414C-ACC3-3BF841E39C99}"/>
              </a:ext>
            </a:extLst>
          </p:cNvPr>
          <p:cNvGrpSpPr/>
          <p:nvPr/>
        </p:nvGrpSpPr>
        <p:grpSpPr>
          <a:xfrm>
            <a:off x="2117350" y="5637144"/>
            <a:ext cx="2269120" cy="1028699"/>
            <a:chOff x="7493876" y="2774731"/>
            <a:chExt cx="1481958" cy="894622"/>
          </a:xfrm>
          <a:effectLst>
            <a:outerShdw blurRad="50800" dist="38100" dir="18900000" algn="bl" rotWithShape="0">
              <a:prstClr val="black">
                <a:alpha val="40000"/>
              </a:prstClr>
            </a:outerShdw>
          </a:effectLst>
        </p:grpSpPr>
        <p:sp>
          <p:nvSpPr>
            <p:cNvPr id="6" name="Freeform 5">
              <a:extLst>
                <a:ext uri="{FF2B5EF4-FFF2-40B4-BE49-F238E27FC236}">
                  <a16:creationId xmlns:a16="http://schemas.microsoft.com/office/drawing/2014/main" id="{CF1E2C8F-E181-3B43-A519-0FC1DEA4B61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7" name="Oval 6">
              <a:extLst>
                <a:ext uri="{FF2B5EF4-FFF2-40B4-BE49-F238E27FC236}">
                  <a16:creationId xmlns:a16="http://schemas.microsoft.com/office/drawing/2014/main" id="{8CE0A78E-9FDA-334F-9AD4-8A4ED942B1C9}"/>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 name="Group 7">
              <a:extLst>
                <a:ext uri="{FF2B5EF4-FFF2-40B4-BE49-F238E27FC236}">
                  <a16:creationId xmlns:a16="http://schemas.microsoft.com/office/drawing/2014/main" id="{0C1D1C42-5DC5-DE41-880F-2DB6C20303EA}"/>
                </a:ext>
              </a:extLst>
            </p:cNvPr>
            <p:cNvGrpSpPr/>
            <p:nvPr/>
          </p:nvGrpSpPr>
          <p:grpSpPr>
            <a:xfrm>
              <a:off x="7713663" y="2848339"/>
              <a:ext cx="1042107" cy="425543"/>
              <a:chOff x="7786941" y="2884917"/>
              <a:chExt cx="897649" cy="353919"/>
            </a:xfrm>
          </p:grpSpPr>
          <p:sp>
            <p:nvSpPr>
              <p:cNvPr id="9" name="Freeform 8">
                <a:extLst>
                  <a:ext uri="{FF2B5EF4-FFF2-40B4-BE49-F238E27FC236}">
                    <a16:creationId xmlns:a16="http://schemas.microsoft.com/office/drawing/2014/main" id="{AEEDB7BE-ECB9-AE43-B7F9-9420522500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 name="Freeform 9">
                <a:extLst>
                  <a:ext uri="{FF2B5EF4-FFF2-40B4-BE49-F238E27FC236}">
                    <a16:creationId xmlns:a16="http://schemas.microsoft.com/office/drawing/2014/main" id="{8484C86C-9AA8-0C48-9C1B-936E42E298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 name="Freeform 11">
                <a:extLst>
                  <a:ext uri="{FF2B5EF4-FFF2-40B4-BE49-F238E27FC236}">
                    <a16:creationId xmlns:a16="http://schemas.microsoft.com/office/drawing/2014/main" id="{79FD6387-1AB1-7743-A3A7-ED8933D501E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Freeform 12">
                <a:extLst>
                  <a:ext uri="{FF2B5EF4-FFF2-40B4-BE49-F238E27FC236}">
                    <a16:creationId xmlns:a16="http://schemas.microsoft.com/office/drawing/2014/main" id="{5CDE1FFF-560A-D046-879A-1BAD0681C80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3" name="Group 42">
            <a:extLst>
              <a:ext uri="{FF2B5EF4-FFF2-40B4-BE49-F238E27FC236}">
                <a16:creationId xmlns:a16="http://schemas.microsoft.com/office/drawing/2014/main" id="{7BA19BCA-1317-9E49-B6D6-B6CF8B58E795}"/>
              </a:ext>
            </a:extLst>
          </p:cNvPr>
          <p:cNvGrpSpPr/>
          <p:nvPr/>
        </p:nvGrpSpPr>
        <p:grpSpPr>
          <a:xfrm>
            <a:off x="2535862" y="4518992"/>
            <a:ext cx="1998847" cy="1325048"/>
            <a:chOff x="8327282" y="4055165"/>
            <a:chExt cx="2091509" cy="1325048"/>
          </a:xfrm>
        </p:grpSpPr>
        <p:grpSp>
          <p:nvGrpSpPr>
            <p:cNvPr id="20" name="Group 554">
              <a:extLst>
                <a:ext uri="{FF2B5EF4-FFF2-40B4-BE49-F238E27FC236}">
                  <a16:creationId xmlns:a16="http://schemas.microsoft.com/office/drawing/2014/main" id="{F0AAF6D0-8EA6-E749-9758-CE8F2B209D9B}"/>
                </a:ext>
              </a:extLst>
            </p:cNvPr>
            <p:cNvGrpSpPr>
              <a:grpSpLocks/>
            </p:cNvGrpSpPr>
            <p:nvPr/>
          </p:nvGrpSpPr>
          <p:grpSpPr bwMode="auto">
            <a:xfrm>
              <a:off x="8327282" y="4121430"/>
              <a:ext cx="2091509" cy="1258783"/>
              <a:chOff x="2932675" y="3919324"/>
              <a:chExt cx="429970" cy="319189"/>
            </a:xfrm>
          </p:grpSpPr>
          <p:sp>
            <p:nvSpPr>
              <p:cNvPr id="21" name="Rectangle 20">
                <a:extLst>
                  <a:ext uri="{FF2B5EF4-FFF2-40B4-BE49-F238E27FC236}">
                    <a16:creationId xmlns:a16="http://schemas.microsoft.com/office/drawing/2014/main" id="{803BF111-23DE-1945-8735-48B7B51FDA35}"/>
                  </a:ext>
                </a:extLst>
              </p:cNvPr>
              <p:cNvSpPr/>
              <p:nvPr/>
            </p:nvSpPr>
            <p:spPr>
              <a:xfrm>
                <a:off x="2936722" y="3919324"/>
                <a:ext cx="425923" cy="319189"/>
              </a:xfrm>
              <a:prstGeom prst="rect">
                <a:avLst/>
              </a:prstGeom>
              <a:solidFill>
                <a:srgbClr val="FFFFFF"/>
              </a:solidFill>
              <a:ln w="25400"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22" name="Straight Connector 21">
                <a:extLst>
                  <a:ext uri="{FF2B5EF4-FFF2-40B4-BE49-F238E27FC236}">
                    <a16:creationId xmlns:a16="http://schemas.microsoft.com/office/drawing/2014/main" id="{3B28D0C4-B5C9-5844-BF1E-1197CD1800CC}"/>
                  </a:ext>
                </a:extLst>
              </p:cNvPr>
              <p:cNvCxnSpPr/>
              <p:nvPr/>
            </p:nvCxnSpPr>
            <p:spPr>
              <a:xfrm>
                <a:off x="2932675" y="4004959"/>
                <a:ext cx="424911" cy="0"/>
              </a:xfrm>
              <a:prstGeom prst="line">
                <a:avLst/>
              </a:prstGeom>
              <a:noFill/>
              <a:ln w="25400" cap="flat" cmpd="sng" algn="ctr">
                <a:solidFill>
                  <a:srgbClr val="CC0000"/>
                </a:solidFill>
                <a:prstDash val="solid"/>
              </a:ln>
              <a:effectLst/>
            </p:spPr>
          </p:cxnSp>
          <p:cxnSp>
            <p:nvCxnSpPr>
              <p:cNvPr id="23" name="Straight Connector 22">
                <a:extLst>
                  <a:ext uri="{FF2B5EF4-FFF2-40B4-BE49-F238E27FC236}">
                    <a16:creationId xmlns:a16="http://schemas.microsoft.com/office/drawing/2014/main" id="{293CE468-AA72-B340-AB98-BDBA2EE69A0B}"/>
                  </a:ext>
                </a:extLst>
              </p:cNvPr>
              <p:cNvCxnSpPr/>
              <p:nvPr/>
            </p:nvCxnSpPr>
            <p:spPr>
              <a:xfrm>
                <a:off x="2932675" y="4069207"/>
                <a:ext cx="424911" cy="0"/>
              </a:xfrm>
              <a:prstGeom prst="line">
                <a:avLst/>
              </a:prstGeom>
              <a:noFill/>
              <a:ln w="25400" cap="flat" cmpd="sng" algn="ctr">
                <a:solidFill>
                  <a:srgbClr val="CC0000"/>
                </a:solidFill>
                <a:prstDash val="solid"/>
              </a:ln>
              <a:effectLst/>
            </p:spPr>
          </p:cxnSp>
          <p:cxnSp>
            <p:nvCxnSpPr>
              <p:cNvPr id="24" name="Straight Connector 23">
                <a:extLst>
                  <a:ext uri="{FF2B5EF4-FFF2-40B4-BE49-F238E27FC236}">
                    <a16:creationId xmlns:a16="http://schemas.microsoft.com/office/drawing/2014/main" id="{1AFD2436-CAFF-8042-BF47-7E024FE6789B}"/>
                  </a:ext>
                </a:extLst>
              </p:cNvPr>
              <p:cNvCxnSpPr>
                <a:cxnSpLocks/>
                <a:stCxn id="21" idx="2"/>
              </p:cNvCxnSpPr>
              <p:nvPr/>
            </p:nvCxnSpPr>
            <p:spPr>
              <a:xfrm flipH="1" flipV="1">
                <a:off x="3148166" y="4001599"/>
                <a:ext cx="1517" cy="236914"/>
              </a:xfrm>
              <a:prstGeom prst="line">
                <a:avLst/>
              </a:prstGeom>
              <a:noFill/>
              <a:ln w="25400" cap="flat" cmpd="sng" algn="ctr">
                <a:solidFill>
                  <a:srgbClr val="CC0000"/>
                </a:solidFill>
                <a:prstDash val="solid"/>
              </a:ln>
              <a:effectLst/>
            </p:spPr>
          </p:cxnSp>
        </p:grpSp>
        <p:sp>
          <p:nvSpPr>
            <p:cNvPr id="3" name="TextBox 2">
              <a:extLst>
                <a:ext uri="{FF2B5EF4-FFF2-40B4-BE49-F238E27FC236}">
                  <a16:creationId xmlns:a16="http://schemas.microsoft.com/office/drawing/2014/main" id="{795B25A3-83EE-0C42-A451-21C2EA7C24E0}"/>
                </a:ext>
              </a:extLst>
            </p:cNvPr>
            <p:cNvSpPr txBox="1"/>
            <p:nvPr/>
          </p:nvSpPr>
          <p:spPr>
            <a:xfrm>
              <a:off x="8759686" y="4055165"/>
              <a:ext cx="1265731"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Flow table</a:t>
              </a:r>
            </a:p>
          </p:txBody>
        </p:sp>
        <p:sp>
          <p:nvSpPr>
            <p:cNvPr id="41" name="TextBox 40">
              <a:extLst>
                <a:ext uri="{FF2B5EF4-FFF2-40B4-BE49-F238E27FC236}">
                  <a16:creationId xmlns:a16="http://schemas.microsoft.com/office/drawing/2014/main" id="{0F3A5449-AA06-DE4B-8FA1-C9212AFA1460}"/>
                </a:ext>
              </a:extLst>
            </p:cNvPr>
            <p:cNvSpPr txBox="1"/>
            <p:nvPr/>
          </p:nvSpPr>
          <p:spPr>
            <a:xfrm>
              <a:off x="8461513" y="4379843"/>
              <a:ext cx="83798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match</a:t>
              </a:r>
            </a:p>
          </p:txBody>
        </p:sp>
        <p:sp>
          <p:nvSpPr>
            <p:cNvPr id="42" name="TextBox 41">
              <a:extLst>
                <a:ext uri="{FF2B5EF4-FFF2-40B4-BE49-F238E27FC236}">
                  <a16:creationId xmlns:a16="http://schemas.microsoft.com/office/drawing/2014/main" id="{1BF5AE11-1691-C64E-A175-EA1E60B74E4A}"/>
                </a:ext>
              </a:extLst>
            </p:cNvPr>
            <p:cNvSpPr txBox="1"/>
            <p:nvPr/>
          </p:nvSpPr>
          <p:spPr>
            <a:xfrm>
              <a:off x="9409044" y="4386470"/>
              <a:ext cx="832279"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action</a:t>
              </a:r>
            </a:p>
          </p:txBody>
        </p:sp>
      </p:grpSp>
      <p:cxnSp>
        <p:nvCxnSpPr>
          <p:cNvPr id="46" name="Straight Connector 45">
            <a:extLst>
              <a:ext uri="{FF2B5EF4-FFF2-40B4-BE49-F238E27FC236}">
                <a16:creationId xmlns:a16="http://schemas.microsoft.com/office/drawing/2014/main" id="{584E34B4-C7CA-6740-A020-13986B97F632}"/>
              </a:ext>
            </a:extLst>
          </p:cNvPr>
          <p:cNvCxnSpPr>
            <a:cxnSpLocks/>
            <a:stCxn id="6" idx="0"/>
          </p:cNvCxnSpPr>
          <p:nvPr/>
        </p:nvCxnSpPr>
        <p:spPr>
          <a:xfrm flipV="1">
            <a:off x="4386238" y="5804452"/>
            <a:ext cx="2398875" cy="190362"/>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8575B8A9-3D40-6341-867B-507C81B4BA39}"/>
              </a:ext>
            </a:extLst>
          </p:cNvPr>
          <p:cNvCxnSpPr>
            <a:cxnSpLocks/>
          </p:cNvCxnSpPr>
          <p:nvPr/>
        </p:nvCxnSpPr>
        <p:spPr>
          <a:xfrm>
            <a:off x="4399722" y="6361044"/>
            <a:ext cx="755373" cy="326473"/>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70AE0A89-AC33-BF4C-92BE-57E02010D08E}"/>
              </a:ext>
            </a:extLst>
          </p:cNvPr>
          <p:cNvSpPr txBox="1"/>
          <p:nvPr/>
        </p:nvSpPr>
        <p:spPr>
          <a:xfrm>
            <a:off x="1828800" y="5870713"/>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sp>
        <p:nvSpPr>
          <p:cNvPr id="31" name="TextBox 30">
            <a:extLst>
              <a:ext uri="{FF2B5EF4-FFF2-40B4-BE49-F238E27FC236}">
                <a16:creationId xmlns:a16="http://schemas.microsoft.com/office/drawing/2014/main" id="{4E53A182-ED02-724B-B717-34A471A9D7DC}"/>
              </a:ext>
            </a:extLst>
          </p:cNvPr>
          <p:cNvSpPr txBox="1"/>
          <p:nvPr/>
        </p:nvSpPr>
        <p:spPr>
          <a:xfrm>
            <a:off x="4340087" y="6367669"/>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2</a:t>
            </a:r>
          </a:p>
        </p:txBody>
      </p:sp>
      <p:sp>
        <p:nvSpPr>
          <p:cNvPr id="32" name="TextBox 31">
            <a:extLst>
              <a:ext uri="{FF2B5EF4-FFF2-40B4-BE49-F238E27FC236}">
                <a16:creationId xmlns:a16="http://schemas.microsoft.com/office/drawing/2014/main" id="{55EDB1F3-36CA-944D-979C-CE1587B157B4}"/>
              </a:ext>
            </a:extLst>
          </p:cNvPr>
          <p:cNvSpPr txBox="1"/>
          <p:nvPr/>
        </p:nvSpPr>
        <p:spPr>
          <a:xfrm>
            <a:off x="4784035" y="6149009"/>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3</a:t>
            </a:r>
          </a:p>
        </p:txBody>
      </p:sp>
      <p:sp>
        <p:nvSpPr>
          <p:cNvPr id="33" name="TextBox 32">
            <a:extLst>
              <a:ext uri="{FF2B5EF4-FFF2-40B4-BE49-F238E27FC236}">
                <a16:creationId xmlns:a16="http://schemas.microsoft.com/office/drawing/2014/main" id="{C4464804-CC10-384C-AEB4-90FDA3AE9F07}"/>
              </a:ext>
            </a:extLst>
          </p:cNvPr>
          <p:cNvSpPr txBox="1"/>
          <p:nvPr/>
        </p:nvSpPr>
        <p:spPr>
          <a:xfrm>
            <a:off x="4565375" y="5784575"/>
            <a:ext cx="301686"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4</a:t>
            </a:r>
          </a:p>
        </p:txBody>
      </p:sp>
      <p:grpSp>
        <p:nvGrpSpPr>
          <p:cNvPr id="25" name="Group 24">
            <a:extLst>
              <a:ext uri="{FF2B5EF4-FFF2-40B4-BE49-F238E27FC236}">
                <a16:creationId xmlns:a16="http://schemas.microsoft.com/office/drawing/2014/main" id="{B3064E8A-1F8D-3347-A456-A767F49DA813}"/>
              </a:ext>
            </a:extLst>
          </p:cNvPr>
          <p:cNvGrpSpPr/>
          <p:nvPr/>
        </p:nvGrpSpPr>
        <p:grpSpPr>
          <a:xfrm>
            <a:off x="4533981" y="4345979"/>
            <a:ext cx="6820091" cy="1571138"/>
            <a:chOff x="4518991" y="4315999"/>
            <a:chExt cx="6820091" cy="1571138"/>
          </a:xfrm>
        </p:grpSpPr>
        <p:sp>
          <p:nvSpPr>
            <p:cNvPr id="29" name="TextBox 32">
              <a:extLst>
                <a:ext uri="{FF2B5EF4-FFF2-40B4-BE49-F238E27FC236}">
                  <a16:creationId xmlns:a16="http://schemas.microsoft.com/office/drawing/2014/main" id="{B82879F5-A8E9-4742-AC89-B09339E85093}"/>
                </a:ext>
              </a:extLst>
            </p:cNvPr>
            <p:cNvSpPr txBox="1">
              <a:spLocks noChangeArrowheads="1"/>
            </p:cNvSpPr>
            <p:nvPr/>
          </p:nvSpPr>
          <p:spPr bwMode="auto">
            <a:xfrm>
              <a:off x="7424876" y="5517805"/>
              <a:ext cx="131318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 wildcard</a:t>
              </a:r>
            </a:p>
          </p:txBody>
        </p:sp>
        <p:sp>
          <p:nvSpPr>
            <p:cNvPr id="16" name="Freeform 15">
              <a:extLst>
                <a:ext uri="{FF2B5EF4-FFF2-40B4-BE49-F238E27FC236}">
                  <a16:creationId xmlns:a16="http://schemas.microsoft.com/office/drawing/2014/main" id="{C156E13C-C349-EC4C-B479-040B1712E32E}"/>
                </a:ext>
              </a:extLst>
            </p:cNvPr>
            <p:cNvSpPr/>
            <p:nvPr/>
          </p:nvSpPr>
          <p:spPr>
            <a:xfrm>
              <a:off x="4518991" y="4320209"/>
              <a:ext cx="808383" cy="1497495"/>
            </a:xfrm>
            <a:custGeom>
              <a:avLst/>
              <a:gdLst>
                <a:gd name="connsiteX0" fmla="*/ 13252 w 808383"/>
                <a:gd name="connsiteY0" fmla="*/ 1497495 h 1497495"/>
                <a:gd name="connsiteX1" fmla="*/ 808383 w 808383"/>
                <a:gd name="connsiteY1" fmla="*/ 1192695 h 1497495"/>
                <a:gd name="connsiteX2" fmla="*/ 795131 w 808383"/>
                <a:gd name="connsiteY2" fmla="*/ 0 h 1497495"/>
                <a:gd name="connsiteX3" fmla="*/ 0 w 808383"/>
                <a:gd name="connsiteY3" fmla="*/ 887895 h 1497495"/>
                <a:gd name="connsiteX4" fmla="*/ 13252 w 808383"/>
                <a:gd name="connsiteY4" fmla="*/ 1497495 h 1497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8383" h="1497495">
                  <a:moveTo>
                    <a:pt x="13252" y="1497495"/>
                  </a:moveTo>
                  <a:lnTo>
                    <a:pt x="808383" y="1192695"/>
                  </a:lnTo>
                  <a:lnTo>
                    <a:pt x="795131" y="0"/>
                  </a:lnTo>
                  <a:lnTo>
                    <a:pt x="0" y="887895"/>
                  </a:lnTo>
                  <a:lnTo>
                    <a:pt x="13252" y="1497495"/>
                  </a:lnTo>
                  <a:close/>
                </a:path>
              </a:pathLst>
            </a:custGeom>
            <a:gradFill>
              <a:gsLst>
                <a:gs pos="0">
                  <a:schemeClr val="bg1">
                    <a:lumMod val="95000"/>
                  </a:schemeClr>
                </a:gs>
                <a:gs pos="100000">
                  <a:schemeClr val="bg1">
                    <a:lumMod val="8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9" name="Straight Connector 18">
              <a:extLst>
                <a:ext uri="{FF2B5EF4-FFF2-40B4-BE49-F238E27FC236}">
                  <a16:creationId xmlns:a16="http://schemas.microsoft.com/office/drawing/2014/main" id="{FE279AE1-4F6D-FA4B-8F69-D1B6D664A081}"/>
                </a:ext>
              </a:extLst>
            </p:cNvPr>
            <p:cNvCxnSpPr>
              <a:cxnSpLocks/>
            </p:cNvCxnSpPr>
            <p:nvPr/>
          </p:nvCxnSpPr>
          <p:spPr>
            <a:xfrm>
              <a:off x="8691768" y="4315999"/>
              <a:ext cx="0" cy="1200150"/>
            </a:xfrm>
            <a:prstGeom prst="line">
              <a:avLst/>
            </a:prstGeom>
            <a:ln w="2540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38" name="Rectangle 22">
              <a:extLst>
                <a:ext uri="{FF2B5EF4-FFF2-40B4-BE49-F238E27FC236}">
                  <a16:creationId xmlns:a16="http://schemas.microsoft.com/office/drawing/2014/main" id="{1EA29FD6-93E2-D248-8287-1EF1A763B1AB}"/>
                </a:ext>
              </a:extLst>
            </p:cNvPr>
            <p:cNvSpPr>
              <a:spLocks/>
            </p:cNvSpPr>
            <p:nvPr/>
          </p:nvSpPr>
          <p:spPr bwMode="auto">
            <a:xfrm>
              <a:off x="5318056" y="4334323"/>
              <a:ext cx="3362117" cy="1191833"/>
            </a:xfrm>
            <a:prstGeom prst="rect">
              <a:avLst/>
            </a:prstGeom>
            <a:solidFill>
              <a:srgbClr val="BBE0E3"/>
            </a:solidFill>
            <a:ln w="12700">
              <a:no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40" name="Rectangle 24">
              <a:extLst>
                <a:ext uri="{FF2B5EF4-FFF2-40B4-BE49-F238E27FC236}">
                  <a16:creationId xmlns:a16="http://schemas.microsoft.com/office/drawing/2014/main" id="{84DD72A2-6599-5A4C-9EC1-40B227E8352F}"/>
                </a:ext>
              </a:extLst>
            </p:cNvPr>
            <p:cNvSpPr>
              <a:spLocks/>
            </p:cNvSpPr>
            <p:nvPr/>
          </p:nvSpPr>
          <p:spPr bwMode="auto">
            <a:xfrm>
              <a:off x="8712339" y="4334323"/>
              <a:ext cx="2618270" cy="1191834"/>
            </a:xfrm>
            <a:prstGeom prst="rect">
              <a:avLst/>
            </a:prstGeom>
            <a:solidFill>
              <a:schemeClr val="accent6">
                <a:lumMod val="20000"/>
                <a:lumOff val="80000"/>
              </a:schemeClr>
            </a:solidFill>
            <a:ln w="12700">
              <a:no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28" name="Rectangle 27">
              <a:extLst>
                <a:ext uri="{FF2B5EF4-FFF2-40B4-BE49-F238E27FC236}">
                  <a16:creationId xmlns:a16="http://schemas.microsoft.com/office/drawing/2014/main" id="{CD5AE70A-DF8A-054F-8D4E-AC00C36D05F1}"/>
                </a:ext>
              </a:extLst>
            </p:cNvPr>
            <p:cNvSpPr>
              <a:spLocks noChangeArrowheads="1"/>
            </p:cNvSpPr>
            <p:nvPr/>
          </p:nvSpPr>
          <p:spPr bwMode="auto">
            <a:xfrm>
              <a:off x="5322405" y="5059180"/>
              <a:ext cx="5981700" cy="461665"/>
            </a:xfrm>
            <a:prstGeom prst="rect">
              <a:avLst/>
            </a:prstGeom>
            <a:noFill/>
            <a:ln w="25400">
              <a:noFill/>
              <a:miter lim="800000"/>
              <a:headEnd/>
              <a:tailEnd/>
            </a:ln>
            <a:effectLst/>
          </p:spPr>
          <p:txBody>
            <a:bodyPr wrap="square">
              <a:spAutoFit/>
            </a:bodyPr>
            <a:lstStyle/>
            <a:p>
              <a:pPr marL="457200" marR="0" lvl="0" indent="-45720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sym typeface="Wingdings" charset="0"/>
                </a:rPr>
                <a:t>src=10.1.2.3, dest=*.*.*.*     send to controller</a:t>
              </a:r>
              <a:endPar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endParaRPr>
            </a:p>
          </p:txBody>
        </p:sp>
        <p:sp>
          <p:nvSpPr>
            <p:cNvPr id="35" name="Rectangle 34">
              <a:extLst>
                <a:ext uri="{FF2B5EF4-FFF2-40B4-BE49-F238E27FC236}">
                  <a16:creationId xmlns:a16="http://schemas.microsoft.com/office/drawing/2014/main" id="{F6354FF9-2E1C-0D4C-B7EA-2B8179A518FA}"/>
                </a:ext>
              </a:extLst>
            </p:cNvPr>
            <p:cNvSpPr>
              <a:spLocks noChangeArrowheads="1"/>
            </p:cNvSpPr>
            <p:nvPr/>
          </p:nvSpPr>
          <p:spPr bwMode="auto">
            <a:xfrm>
              <a:off x="5339894" y="4686925"/>
              <a:ext cx="5981700" cy="461665"/>
            </a:xfrm>
            <a:prstGeom prst="rect">
              <a:avLst/>
            </a:prstGeom>
            <a:noFill/>
            <a:ln w="25400">
              <a:noFill/>
              <a:miter lim="800000"/>
              <a:headEnd/>
              <a:tailEnd/>
            </a:ln>
            <a:effec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rPr>
                <a:t>src=1.2.*.*, dest=*.*.*.* </a:t>
              </a: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sym typeface="Wingdings" charset="0"/>
                </a:rPr>
                <a:t>      drop                        </a:t>
              </a:r>
            </a:p>
          </p:txBody>
        </p:sp>
        <p:sp>
          <p:nvSpPr>
            <p:cNvPr id="36" name="Rectangle 35">
              <a:extLst>
                <a:ext uri="{FF2B5EF4-FFF2-40B4-BE49-F238E27FC236}">
                  <a16:creationId xmlns:a16="http://schemas.microsoft.com/office/drawing/2014/main" id="{0CDCE6C5-716F-694B-9C85-A61362F1BC8D}"/>
                </a:ext>
              </a:extLst>
            </p:cNvPr>
            <p:cNvSpPr>
              <a:spLocks noChangeArrowheads="1"/>
            </p:cNvSpPr>
            <p:nvPr/>
          </p:nvSpPr>
          <p:spPr bwMode="auto">
            <a:xfrm>
              <a:off x="5357382" y="4344648"/>
              <a:ext cx="5981700" cy="461665"/>
            </a:xfrm>
            <a:prstGeom prst="rect">
              <a:avLst/>
            </a:prstGeom>
            <a:noFill/>
            <a:ln w="25400">
              <a:noFill/>
              <a:miter lim="800000"/>
              <a:headEnd/>
              <a:tailEnd/>
            </a:ln>
            <a:effec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sym typeface="Wingdings" charset="0"/>
                </a:rPr>
                <a:t>src = *.*.*.*, dest=3.4.*.*     forward(2)</a:t>
              </a:r>
            </a:p>
          </p:txBody>
        </p:sp>
      </p:grpSp>
      <p:sp>
        <p:nvSpPr>
          <p:cNvPr id="39" name="Title 2">
            <a:extLst>
              <a:ext uri="{FF2B5EF4-FFF2-40B4-BE49-F238E27FC236}">
                <a16:creationId xmlns:a16="http://schemas.microsoft.com/office/drawing/2014/main" id="{298945D1-38C0-AB46-AD5B-F3852F9BA79A}"/>
              </a:ext>
            </a:extLst>
          </p:cNvPr>
          <p:cNvSpPr>
            <a:spLocks noGrp="1"/>
          </p:cNvSpPr>
          <p:nvPr>
            <p:ph type="title"/>
          </p:nvPr>
        </p:nvSpPr>
        <p:spPr>
          <a:xfrm>
            <a:off x="838200" y="345805"/>
            <a:ext cx="10515600" cy="894622"/>
          </a:xfrm>
        </p:spPr>
        <p:txBody>
          <a:bodyPr>
            <a:normAutofit/>
          </a:bodyPr>
          <a:lstStyle/>
          <a:p>
            <a:r>
              <a:rPr lang="en-US" sz="4800" dirty="0"/>
              <a:t>Flow table abstraction</a:t>
            </a:r>
          </a:p>
        </p:txBody>
      </p:sp>
      <p:sp>
        <p:nvSpPr>
          <p:cNvPr id="37" name="Slide Number Placeholder 3">
            <a:extLst>
              <a:ext uri="{FF2B5EF4-FFF2-40B4-BE49-F238E27FC236}">
                <a16:creationId xmlns:a16="http://schemas.microsoft.com/office/drawing/2014/main" id="{8ABAAF9F-271E-4141-8DD7-1504EF4B2CE2}"/>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63</a:t>
            </a:fld>
            <a:endParaRPr lang="en-US" dirty="0"/>
          </a:p>
        </p:txBody>
      </p:sp>
    </p:spTree>
    <p:extLst>
      <p:ext uri="{BB962C8B-B14F-4D97-AF65-F5344CB8AC3E}">
        <p14:creationId xmlns:p14="http://schemas.microsoft.com/office/powerpoint/2010/main" val="6688004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wipe(left)">
                                      <p:cBhvr>
                                        <p:cTn id="7"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flow table entries</a:t>
            </a:r>
          </a:p>
        </p:txBody>
      </p:sp>
      <p:sp>
        <p:nvSpPr>
          <p:cNvPr id="111" name="Rectangle 22">
            <a:extLst>
              <a:ext uri="{FF2B5EF4-FFF2-40B4-BE49-F238E27FC236}">
                <a16:creationId xmlns:a16="http://schemas.microsoft.com/office/drawing/2014/main" id="{0AD70559-AC7C-9947-AC45-23DE9B6E4A95}"/>
              </a:ext>
            </a:extLst>
          </p:cNvPr>
          <p:cNvSpPr>
            <a:spLocks/>
          </p:cNvSpPr>
          <p:nvPr/>
        </p:nvSpPr>
        <p:spPr bwMode="auto">
          <a:xfrm>
            <a:off x="2071274" y="1501983"/>
            <a:ext cx="1446212" cy="687387"/>
          </a:xfrm>
          <a:prstGeom prst="rect">
            <a:avLst/>
          </a:prstGeom>
          <a:solidFill>
            <a:srgbClr val="BBE0E3"/>
          </a:solidFill>
          <a:ln w="12700">
            <a:solidFill>
              <a:srgbClr val="000000"/>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12" name="Rectangle 23">
            <a:extLst>
              <a:ext uri="{FF2B5EF4-FFF2-40B4-BE49-F238E27FC236}">
                <a16:creationId xmlns:a16="http://schemas.microsoft.com/office/drawing/2014/main" id="{5DB35E10-A1A0-7045-B47B-6F16D607C190}"/>
              </a:ext>
            </a:extLst>
          </p:cNvPr>
          <p:cNvSpPr>
            <a:spLocks/>
          </p:cNvSpPr>
          <p:nvPr/>
        </p:nvSpPr>
        <p:spPr bwMode="auto">
          <a:xfrm>
            <a:off x="2412586" y="1705589"/>
            <a:ext cx="59939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Match</a:t>
            </a:r>
          </a:p>
        </p:txBody>
      </p:sp>
      <p:sp>
        <p:nvSpPr>
          <p:cNvPr id="113" name="Rectangle 24">
            <a:extLst>
              <a:ext uri="{FF2B5EF4-FFF2-40B4-BE49-F238E27FC236}">
                <a16:creationId xmlns:a16="http://schemas.microsoft.com/office/drawing/2014/main" id="{BE807A08-7FD9-9545-85F5-D6F935F202EE}"/>
              </a:ext>
            </a:extLst>
          </p:cNvPr>
          <p:cNvSpPr>
            <a:spLocks/>
          </p:cNvSpPr>
          <p:nvPr/>
        </p:nvSpPr>
        <p:spPr bwMode="auto">
          <a:xfrm>
            <a:off x="3517486" y="1501983"/>
            <a:ext cx="1446213" cy="687387"/>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14" name="Rectangle 25">
            <a:extLst>
              <a:ext uri="{FF2B5EF4-FFF2-40B4-BE49-F238E27FC236}">
                <a16:creationId xmlns:a16="http://schemas.microsoft.com/office/drawing/2014/main" id="{85913BFC-51C9-314A-ABD6-4F034C9B256A}"/>
              </a:ext>
            </a:extLst>
          </p:cNvPr>
          <p:cNvSpPr>
            <a:spLocks/>
          </p:cNvSpPr>
          <p:nvPr/>
        </p:nvSpPr>
        <p:spPr bwMode="auto">
          <a:xfrm>
            <a:off x="3690524" y="1705183"/>
            <a:ext cx="6032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Action</a:t>
            </a:r>
          </a:p>
        </p:txBody>
      </p:sp>
      <p:sp>
        <p:nvSpPr>
          <p:cNvPr id="115" name="Rectangle 26">
            <a:extLst>
              <a:ext uri="{FF2B5EF4-FFF2-40B4-BE49-F238E27FC236}">
                <a16:creationId xmlns:a16="http://schemas.microsoft.com/office/drawing/2014/main" id="{16236DDC-2598-9646-B25C-B30C4DFC7CB1}"/>
              </a:ext>
            </a:extLst>
          </p:cNvPr>
          <p:cNvSpPr>
            <a:spLocks/>
          </p:cNvSpPr>
          <p:nvPr/>
        </p:nvSpPr>
        <p:spPr bwMode="auto">
          <a:xfrm>
            <a:off x="4963699" y="1501983"/>
            <a:ext cx="1447800" cy="687387"/>
          </a:xfrm>
          <a:prstGeom prst="rect">
            <a:avLst/>
          </a:prstGeom>
          <a:solidFill>
            <a:schemeClr val="bg1">
              <a:lumMod val="95000"/>
            </a:schemeClr>
          </a:solidFill>
          <a:ln w="12700">
            <a:solidFill>
              <a:srgbClr val="800000"/>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16" name="Rectangle 27">
            <a:extLst>
              <a:ext uri="{FF2B5EF4-FFF2-40B4-BE49-F238E27FC236}">
                <a16:creationId xmlns:a16="http://schemas.microsoft.com/office/drawing/2014/main" id="{9C8898B1-B74A-254A-929E-364CFA1886A8}"/>
              </a:ext>
            </a:extLst>
          </p:cNvPr>
          <p:cNvSpPr>
            <a:spLocks/>
          </p:cNvSpPr>
          <p:nvPr/>
        </p:nvSpPr>
        <p:spPr bwMode="auto">
          <a:xfrm>
            <a:off x="5403642" y="1705183"/>
            <a:ext cx="460375"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Stats</a:t>
            </a:r>
          </a:p>
        </p:txBody>
      </p:sp>
      <p:grpSp>
        <p:nvGrpSpPr>
          <p:cNvPr id="18" name="Group 17">
            <a:extLst>
              <a:ext uri="{FF2B5EF4-FFF2-40B4-BE49-F238E27FC236}">
                <a16:creationId xmlns:a16="http://schemas.microsoft.com/office/drawing/2014/main" id="{59F896C2-F45F-994F-85B3-1277A3B273B4}"/>
              </a:ext>
            </a:extLst>
          </p:cNvPr>
          <p:cNvGrpSpPr/>
          <p:nvPr/>
        </p:nvGrpSpPr>
        <p:grpSpPr>
          <a:xfrm>
            <a:off x="3169824" y="2200944"/>
            <a:ext cx="5634037" cy="2162712"/>
            <a:chOff x="3169824" y="2200944"/>
            <a:chExt cx="5634037" cy="2162712"/>
          </a:xfrm>
        </p:grpSpPr>
        <p:sp>
          <p:nvSpPr>
            <p:cNvPr id="117" name="Rectangle 28">
              <a:extLst>
                <a:ext uri="{FF2B5EF4-FFF2-40B4-BE49-F238E27FC236}">
                  <a16:creationId xmlns:a16="http://schemas.microsoft.com/office/drawing/2014/main" id="{9266D65C-F99C-1F43-8034-2A04FEF53866}"/>
                </a:ext>
              </a:extLst>
            </p:cNvPr>
            <p:cNvSpPr>
              <a:spLocks/>
            </p:cNvSpPr>
            <p:nvPr/>
          </p:nvSpPr>
          <p:spPr bwMode="auto">
            <a:xfrm>
              <a:off x="3169824" y="2967245"/>
              <a:ext cx="5634037" cy="1396411"/>
            </a:xfrm>
            <a:prstGeom prst="rect">
              <a:avLst/>
            </a:prstGeom>
            <a:solidFill>
              <a:schemeClr val="accent6">
                <a:lumMod val="20000"/>
                <a:lumOff val="80000"/>
              </a:schemeClr>
            </a:solidFill>
            <a:ln w="12700">
              <a:solidFill>
                <a:srgbClr val="697D3A"/>
              </a:solidFill>
              <a:miter lim="800000"/>
              <a:headEnd/>
              <a:tailEnd/>
            </a:ln>
          </p:spPr>
          <p:txBody>
            <a:bodyPr lIns="0" tIns="0" rIns="0" bIns="0" anchor="ctr"/>
            <a:lstStyle>
              <a:lvl1pPr marL="357188" indent="-330200"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57188" marR="0" lvl="0" indent="-330200" algn="l" defTabSz="457200" rtl="0" eaLnBrk="0" fontAlgn="base" latinLnBrk="0" hangingPunct="0">
                <a:lnSpc>
                  <a:spcPct val="100000"/>
                </a:lnSpc>
                <a:spcBef>
                  <a:spcPct val="0"/>
                </a:spcBef>
                <a:spcAft>
                  <a:spcPct val="0"/>
                </a:spcAft>
                <a:buClrTx/>
                <a:buSzTx/>
                <a:buFontTx/>
                <a:buAutoNum type="arabicPeriod"/>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Forward packet to port(s)</a:t>
              </a:r>
            </a:p>
            <a:p>
              <a:pPr marL="357188" marR="0" lvl="0" indent="-330200" algn="l" defTabSz="457200" rtl="0" eaLnBrk="0" fontAlgn="base" latinLnBrk="0" hangingPunct="0">
                <a:lnSpc>
                  <a:spcPct val="100000"/>
                </a:lnSpc>
                <a:spcBef>
                  <a:spcPct val="0"/>
                </a:spcBef>
                <a:spcAft>
                  <a:spcPct val="0"/>
                </a:spcAft>
                <a:buClrTx/>
                <a:buSzTx/>
                <a:buFontTx/>
                <a:buAutoNum type="arabicPeriod"/>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Drop packet</a:t>
              </a:r>
            </a:p>
            <a:p>
              <a:pPr marL="357188" marR="0" lvl="0" indent="-330200" algn="l" defTabSz="457200" rtl="0" eaLnBrk="0" fontAlgn="base" latinLnBrk="0" hangingPunct="0">
                <a:lnSpc>
                  <a:spcPct val="100000"/>
                </a:lnSpc>
                <a:spcBef>
                  <a:spcPct val="0"/>
                </a:spcBef>
                <a:spcAft>
                  <a:spcPct val="0"/>
                </a:spcAft>
                <a:buClrTx/>
                <a:buSzTx/>
                <a:buFontTx/>
                <a:buAutoNum type="arabicPeriod"/>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Modify fields in header(s)</a:t>
              </a:r>
            </a:p>
            <a:p>
              <a:pPr marL="357188" marR="0" lvl="0" indent="-330200" algn="l" defTabSz="457200" rtl="0" eaLnBrk="0" fontAlgn="base" latinLnBrk="0" hangingPunct="0">
                <a:lnSpc>
                  <a:spcPct val="100000"/>
                </a:lnSpc>
                <a:spcBef>
                  <a:spcPct val="0"/>
                </a:spcBef>
                <a:spcAft>
                  <a:spcPct val="0"/>
                </a:spcAft>
                <a:buClrTx/>
                <a:buSzTx/>
                <a:buFontTx/>
                <a:buAutoNum type="arabicPeriod"/>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Encapsulate and forward to controller</a:t>
              </a:r>
            </a:p>
          </p:txBody>
        </p:sp>
        <p:sp>
          <p:nvSpPr>
            <p:cNvPr id="119" name="Line 31">
              <a:extLst>
                <a:ext uri="{FF2B5EF4-FFF2-40B4-BE49-F238E27FC236}">
                  <a16:creationId xmlns:a16="http://schemas.microsoft.com/office/drawing/2014/main" id="{52B512E6-14A5-1848-BD25-C203B04E8EEA}"/>
                </a:ext>
              </a:extLst>
            </p:cNvPr>
            <p:cNvSpPr>
              <a:spLocks noChangeShapeType="1"/>
            </p:cNvSpPr>
            <p:nvPr/>
          </p:nvSpPr>
          <p:spPr bwMode="auto">
            <a:xfrm>
              <a:off x="3616272" y="2200944"/>
              <a:ext cx="1588" cy="758825"/>
            </a:xfrm>
            <a:prstGeom prst="line">
              <a:avLst/>
            </a:prstGeom>
            <a:noFill/>
            <a:ln w="38100">
              <a:solidFill>
                <a:srgbClr val="000000"/>
              </a:solidFill>
              <a:prstDash val="sysDot"/>
              <a:round/>
              <a:headEnd/>
              <a:tailEnd/>
            </a:ln>
            <a:extLst>
              <a:ext uri="{909E8E84-426E-40DD-AFC4-6F175D3DCCD1}">
                <a14:hiddenFill xmlns:a14="http://schemas.microsoft.com/office/drawing/2010/main">
                  <a:noFill/>
                </a14:hiddenFill>
              </a:ext>
            </a:extLst>
          </p:spPr>
          <p:txBody>
            <a:bodyPr lIns="64291" tIns="32146" rIns="64291" bIns="32146"/>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1" name="Group 140">
            <a:extLst>
              <a:ext uri="{FF2B5EF4-FFF2-40B4-BE49-F238E27FC236}">
                <a16:creationId xmlns:a16="http://schemas.microsoft.com/office/drawing/2014/main" id="{A4B313E8-BEC4-FE4B-9D13-E1494E2C29CB}"/>
              </a:ext>
            </a:extLst>
          </p:cNvPr>
          <p:cNvGrpSpPr/>
          <p:nvPr/>
        </p:nvGrpSpPr>
        <p:grpSpPr>
          <a:xfrm>
            <a:off x="5035074" y="2200945"/>
            <a:ext cx="3044825" cy="623425"/>
            <a:chOff x="5116099" y="2200945"/>
            <a:chExt cx="3044825" cy="623425"/>
          </a:xfrm>
        </p:grpSpPr>
        <p:sp>
          <p:nvSpPr>
            <p:cNvPr id="120" name="Rectangle 32">
              <a:extLst>
                <a:ext uri="{FF2B5EF4-FFF2-40B4-BE49-F238E27FC236}">
                  <a16:creationId xmlns:a16="http://schemas.microsoft.com/office/drawing/2014/main" id="{D609C7D3-AFCA-CD4D-A9FA-199E674273FE}"/>
                </a:ext>
              </a:extLst>
            </p:cNvPr>
            <p:cNvSpPr>
              <a:spLocks/>
            </p:cNvSpPr>
            <p:nvPr/>
          </p:nvSpPr>
          <p:spPr bwMode="auto">
            <a:xfrm>
              <a:off x="5116099" y="2440195"/>
              <a:ext cx="3044825" cy="384175"/>
            </a:xfrm>
            <a:prstGeom prst="rect">
              <a:avLst/>
            </a:prstGeom>
            <a:solidFill>
              <a:schemeClr val="bg1">
                <a:lumMod val="95000"/>
              </a:schemeClr>
            </a:solidFill>
            <a:ln w="12700">
              <a:solidFill>
                <a:srgbClr val="800000"/>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grpSp>
          <p:nvGrpSpPr>
            <p:cNvPr id="25" name="Group 24">
              <a:extLst>
                <a:ext uri="{FF2B5EF4-FFF2-40B4-BE49-F238E27FC236}">
                  <a16:creationId xmlns:a16="http://schemas.microsoft.com/office/drawing/2014/main" id="{8B95579B-B620-2543-AF1E-242CC2FF5E5D}"/>
                </a:ext>
              </a:extLst>
            </p:cNvPr>
            <p:cNvGrpSpPr/>
            <p:nvPr/>
          </p:nvGrpSpPr>
          <p:grpSpPr>
            <a:xfrm>
              <a:off x="5187757" y="2200945"/>
              <a:ext cx="2652492" cy="599613"/>
              <a:chOff x="5187757" y="2200945"/>
              <a:chExt cx="2652492" cy="599613"/>
            </a:xfrm>
          </p:grpSpPr>
          <p:sp>
            <p:nvSpPr>
              <p:cNvPr id="121" name="Rectangle 33">
                <a:extLst>
                  <a:ext uri="{FF2B5EF4-FFF2-40B4-BE49-F238E27FC236}">
                    <a16:creationId xmlns:a16="http://schemas.microsoft.com/office/drawing/2014/main" id="{75F85A0F-FD95-A049-B1DF-00E32B14CE21}"/>
                  </a:ext>
                </a:extLst>
              </p:cNvPr>
              <p:cNvSpPr>
                <a:spLocks/>
              </p:cNvSpPr>
              <p:nvPr/>
            </p:nvSpPr>
            <p:spPr bwMode="auto">
              <a:xfrm>
                <a:off x="5258974" y="2462420"/>
                <a:ext cx="258127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Packet + byte counters</a:t>
                </a:r>
              </a:p>
            </p:txBody>
          </p:sp>
          <p:sp>
            <p:nvSpPr>
              <p:cNvPr id="122" name="Line 34">
                <a:extLst>
                  <a:ext uri="{FF2B5EF4-FFF2-40B4-BE49-F238E27FC236}">
                    <a16:creationId xmlns:a16="http://schemas.microsoft.com/office/drawing/2014/main" id="{870022B4-CB13-CE41-AE1A-A4275A96B6D5}"/>
                  </a:ext>
                </a:extLst>
              </p:cNvPr>
              <p:cNvSpPr>
                <a:spLocks noChangeShapeType="1"/>
              </p:cNvSpPr>
              <p:nvPr/>
            </p:nvSpPr>
            <p:spPr bwMode="auto">
              <a:xfrm rot="10800000" flipH="1">
                <a:off x="5187757" y="2200945"/>
                <a:ext cx="1587" cy="231775"/>
              </a:xfrm>
              <a:prstGeom prst="line">
                <a:avLst/>
              </a:prstGeom>
              <a:noFill/>
              <a:ln w="38100">
                <a:solidFill>
                  <a:srgbClr val="000000"/>
                </a:solidFill>
                <a:prstDash val="sysDot"/>
                <a:round/>
                <a:headEnd/>
                <a:tailEnd/>
              </a:ln>
              <a:extLst>
                <a:ext uri="{909E8E84-426E-40DD-AFC4-6F175D3DCCD1}">
                  <a14:hiddenFill xmlns:a14="http://schemas.microsoft.com/office/drawing/2010/main">
                    <a:noFill/>
                  </a14:hiddenFill>
                </a:ext>
              </a:extLst>
            </p:spPr>
            <p:txBody>
              <a:bodyPr lIns="64291" tIns="32146" rIns="64291" bIns="32146"/>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0" name="Group 9">
            <a:extLst>
              <a:ext uri="{FF2B5EF4-FFF2-40B4-BE49-F238E27FC236}">
                <a16:creationId xmlns:a16="http://schemas.microsoft.com/office/drawing/2014/main" id="{65D5C3D3-25BB-D54D-BCEB-FCA2C288C1FE}"/>
              </a:ext>
            </a:extLst>
          </p:cNvPr>
          <p:cNvGrpSpPr/>
          <p:nvPr/>
        </p:nvGrpSpPr>
        <p:grpSpPr>
          <a:xfrm>
            <a:off x="2117511" y="2200761"/>
            <a:ext cx="8446528" cy="3709144"/>
            <a:chOff x="2117511" y="2200761"/>
            <a:chExt cx="8446528" cy="3709144"/>
          </a:xfrm>
        </p:grpSpPr>
        <p:sp>
          <p:nvSpPr>
            <p:cNvPr id="79" name="文字方塊 29">
              <a:extLst>
                <a:ext uri="{FF2B5EF4-FFF2-40B4-BE49-F238E27FC236}">
                  <a16:creationId xmlns:a16="http://schemas.microsoft.com/office/drawing/2014/main" id="{064A0713-9D5B-6443-98A8-3EB2CC41AF85}"/>
                </a:ext>
              </a:extLst>
            </p:cNvPr>
            <p:cNvSpPr txBox="1">
              <a:spLocks noChangeArrowheads="1"/>
            </p:cNvSpPr>
            <p:nvPr/>
          </p:nvSpPr>
          <p:spPr bwMode="auto">
            <a:xfrm>
              <a:off x="2154100" y="4847642"/>
              <a:ext cx="2429474"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800" b="0" i="0" u="none" strike="noStrike" kern="1200" cap="none" spc="0" normalizeH="0" baseline="0" noProof="0" dirty="0">
                  <a:ln>
                    <a:noFill/>
                  </a:ln>
                  <a:solidFill>
                    <a:prstClr val="black"/>
                  </a:solidFill>
                  <a:effectLst/>
                  <a:uLnTx/>
                  <a:uFillTx/>
                  <a:latin typeface="Calibri" charset="0"/>
                  <a:ea typeface="新細明體" charset="0"/>
                </a:rPr>
                <a:t>Header fields to match:</a:t>
              </a:r>
              <a:endParaRPr kumimoji="0" lang="zh-TW" altLang="en-US" sz="1800" b="0" i="0" u="none" strike="noStrike" kern="1200" cap="none" spc="0" normalizeH="0" baseline="0" noProof="0">
                <a:ln>
                  <a:noFill/>
                </a:ln>
                <a:solidFill>
                  <a:prstClr val="black"/>
                </a:solidFill>
                <a:effectLst/>
                <a:uLnTx/>
                <a:uFillTx/>
                <a:latin typeface="Calibri" charset="0"/>
                <a:ea typeface="新細明體" charset="0"/>
              </a:endParaRPr>
            </a:p>
          </p:txBody>
        </p:sp>
        <p:sp>
          <p:nvSpPr>
            <p:cNvPr id="118" name="Line 30">
              <a:extLst>
                <a:ext uri="{FF2B5EF4-FFF2-40B4-BE49-F238E27FC236}">
                  <a16:creationId xmlns:a16="http://schemas.microsoft.com/office/drawing/2014/main" id="{77A0D0EE-2F6A-C542-92CB-4694F0C0D560}"/>
                </a:ext>
              </a:extLst>
            </p:cNvPr>
            <p:cNvSpPr>
              <a:spLocks noChangeShapeType="1"/>
            </p:cNvSpPr>
            <p:nvPr/>
          </p:nvSpPr>
          <p:spPr bwMode="auto">
            <a:xfrm>
              <a:off x="2127885" y="2200761"/>
              <a:ext cx="1858" cy="3054145"/>
            </a:xfrm>
            <a:prstGeom prst="line">
              <a:avLst/>
            </a:prstGeom>
            <a:noFill/>
            <a:ln w="38100">
              <a:solidFill>
                <a:srgbClr val="000000"/>
              </a:solidFill>
              <a:prstDash val="sysDot"/>
              <a:round/>
              <a:headEnd/>
              <a:tailEnd/>
            </a:ln>
            <a:extLst>
              <a:ext uri="{909E8E84-426E-40DD-AFC4-6F175D3DCCD1}">
                <a14:hiddenFill xmlns:a14="http://schemas.microsoft.com/office/drawing/2010/main">
                  <a:noFill/>
                </a14:hiddenFill>
              </a:ext>
            </a:extLst>
          </p:spPr>
          <p:txBody>
            <a:bodyPr lIns="64291" tIns="32146" rIns="64291" bIns="32146"/>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 name="矩形 15">
              <a:extLst>
                <a:ext uri="{FF2B5EF4-FFF2-40B4-BE49-F238E27FC236}">
                  <a16:creationId xmlns:a16="http://schemas.microsoft.com/office/drawing/2014/main" id="{CA379C48-5241-1340-B3EF-424003EEF91F}"/>
                </a:ext>
              </a:extLst>
            </p:cNvPr>
            <p:cNvSpPr/>
            <p:nvPr/>
          </p:nvSpPr>
          <p:spPr bwMode="auto">
            <a:xfrm>
              <a:off x="2117511" y="5262205"/>
              <a:ext cx="771961" cy="647700"/>
            </a:xfrm>
            <a:prstGeom prst="rect">
              <a:avLst/>
            </a:prstGeom>
            <a:gradFill rotWithShape="1">
              <a:gsLst>
                <a:gs pos="0">
                  <a:srgbClr val="4F81BD">
                    <a:shade val="51000"/>
                    <a:satMod val="130000"/>
                  </a:srgbClr>
                </a:gs>
                <a:gs pos="80000">
                  <a:srgbClr val="4F81BD">
                    <a:shade val="93000"/>
                    <a:satMod val="130000"/>
                  </a:srgbClr>
                </a:gs>
                <a:gs pos="100000">
                  <a:srgbClr val="4F81BD">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Ingress Port</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64" name="矩形 17">
              <a:extLst>
                <a:ext uri="{FF2B5EF4-FFF2-40B4-BE49-F238E27FC236}">
                  <a16:creationId xmlns:a16="http://schemas.microsoft.com/office/drawing/2014/main" id="{EDDEBD12-93C8-C749-95E6-157B703157DF}"/>
                </a:ext>
              </a:extLst>
            </p:cNvPr>
            <p:cNvSpPr/>
            <p:nvPr/>
          </p:nvSpPr>
          <p:spPr bwMode="auto">
            <a:xfrm>
              <a:off x="2889472"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Src MAC</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65" name="矩形 18">
              <a:extLst>
                <a:ext uri="{FF2B5EF4-FFF2-40B4-BE49-F238E27FC236}">
                  <a16:creationId xmlns:a16="http://schemas.microsoft.com/office/drawing/2014/main" id="{BD494138-72F4-6849-A86F-6FAD87C96C5B}"/>
                </a:ext>
              </a:extLst>
            </p:cNvPr>
            <p:cNvSpPr/>
            <p:nvPr/>
          </p:nvSpPr>
          <p:spPr bwMode="auto">
            <a:xfrm>
              <a:off x="3544933"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Dst MAC</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66" name="矩形 19">
              <a:extLst>
                <a:ext uri="{FF2B5EF4-FFF2-40B4-BE49-F238E27FC236}">
                  <a16:creationId xmlns:a16="http://schemas.microsoft.com/office/drawing/2014/main" id="{89A4DCC1-6DF5-5340-A0A5-E76D4CDB272F}"/>
                </a:ext>
              </a:extLst>
            </p:cNvPr>
            <p:cNvSpPr/>
            <p:nvPr/>
          </p:nvSpPr>
          <p:spPr bwMode="auto">
            <a:xfrm>
              <a:off x="4200392"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Eth Type</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67" name="矩形 20">
              <a:extLst>
                <a:ext uri="{FF2B5EF4-FFF2-40B4-BE49-F238E27FC236}">
                  <a16:creationId xmlns:a16="http://schemas.microsoft.com/office/drawing/2014/main" id="{15670B19-5888-BF4A-8B11-FDBF006ADDB5}"/>
                </a:ext>
              </a:extLst>
            </p:cNvPr>
            <p:cNvSpPr/>
            <p:nvPr/>
          </p:nvSpPr>
          <p:spPr bwMode="auto">
            <a:xfrm>
              <a:off x="4855852"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VLAN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 ID</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68" name="矩形 21">
              <a:extLst>
                <a:ext uri="{FF2B5EF4-FFF2-40B4-BE49-F238E27FC236}">
                  <a16:creationId xmlns:a16="http://schemas.microsoft.com/office/drawing/2014/main" id="{66D36742-74FB-594E-A690-B8C0858BCD8C}"/>
                </a:ext>
              </a:extLst>
            </p:cNvPr>
            <p:cNvSpPr/>
            <p:nvPr/>
          </p:nvSpPr>
          <p:spPr bwMode="auto">
            <a:xfrm>
              <a:off x="8068323"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IP</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ToS</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69" name="矩形 22">
              <a:extLst>
                <a:ext uri="{FF2B5EF4-FFF2-40B4-BE49-F238E27FC236}">
                  <a16:creationId xmlns:a16="http://schemas.microsoft.com/office/drawing/2014/main" id="{3B962E35-4FCE-4748-95D0-2BAC40159868}"/>
                </a:ext>
              </a:extLst>
            </p:cNvPr>
            <p:cNvSpPr/>
            <p:nvPr/>
          </p:nvSpPr>
          <p:spPr bwMode="auto">
            <a:xfrm>
              <a:off x="7437016"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IP Proto</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70" name="矩形 23">
              <a:extLst>
                <a:ext uri="{FF2B5EF4-FFF2-40B4-BE49-F238E27FC236}">
                  <a16:creationId xmlns:a16="http://schemas.microsoft.com/office/drawing/2014/main" id="{E0710398-489A-8E42-970A-84EBF2848538}"/>
                </a:ext>
              </a:extLst>
            </p:cNvPr>
            <p:cNvSpPr/>
            <p:nvPr/>
          </p:nvSpPr>
          <p:spPr bwMode="auto">
            <a:xfrm>
              <a:off x="6174401"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IP Src</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71" name="矩形 24">
              <a:extLst>
                <a:ext uri="{FF2B5EF4-FFF2-40B4-BE49-F238E27FC236}">
                  <a16:creationId xmlns:a16="http://schemas.microsoft.com/office/drawing/2014/main" id="{36A6156D-DEAC-CD48-AB2C-460617505DF1}"/>
                </a:ext>
              </a:extLst>
            </p:cNvPr>
            <p:cNvSpPr/>
            <p:nvPr/>
          </p:nvSpPr>
          <p:spPr bwMode="auto">
            <a:xfrm>
              <a:off x="6805709"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IP Dst</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72" name="矩形 25">
              <a:extLst>
                <a:ext uri="{FF2B5EF4-FFF2-40B4-BE49-F238E27FC236}">
                  <a16:creationId xmlns:a16="http://schemas.microsoft.com/office/drawing/2014/main" id="{1F3FF105-11DF-5A48-8361-56AEFF37DE1F}"/>
                </a:ext>
              </a:extLst>
            </p:cNvPr>
            <p:cNvSpPr/>
            <p:nvPr/>
          </p:nvSpPr>
          <p:spPr bwMode="auto">
            <a:xfrm>
              <a:off x="8706447" y="5262205"/>
              <a:ext cx="928796" cy="647700"/>
            </a:xfrm>
            <a:prstGeom prst="rect">
              <a:avLst/>
            </a:prstGeom>
            <a:gradFill rotWithShape="1">
              <a:gsLst>
                <a:gs pos="0">
                  <a:srgbClr val="C0504D">
                    <a:shade val="51000"/>
                    <a:satMod val="130000"/>
                  </a:srgbClr>
                </a:gs>
                <a:gs pos="80000">
                  <a:srgbClr val="C0504D">
                    <a:shade val="93000"/>
                    <a:satMod val="130000"/>
                  </a:srgbClr>
                </a:gs>
                <a:gs pos="100000">
                  <a:srgbClr val="C0504D">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ts val="148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TCP/UDP Src Port</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74" name="矩形 20">
              <a:extLst>
                <a:ext uri="{FF2B5EF4-FFF2-40B4-BE49-F238E27FC236}">
                  <a16:creationId xmlns:a16="http://schemas.microsoft.com/office/drawing/2014/main" id="{D4463F66-5C5E-EF4E-A286-CF91B7AD4661}"/>
                </a:ext>
              </a:extLst>
            </p:cNvPr>
            <p:cNvSpPr/>
            <p:nvPr/>
          </p:nvSpPr>
          <p:spPr bwMode="auto">
            <a:xfrm>
              <a:off x="5511311"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VLAN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 Pri</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80" name="矩形 25">
              <a:extLst>
                <a:ext uri="{FF2B5EF4-FFF2-40B4-BE49-F238E27FC236}">
                  <a16:creationId xmlns:a16="http://schemas.microsoft.com/office/drawing/2014/main" id="{5FFDA9B9-54DA-4B46-8561-63255A4D55D6}"/>
                </a:ext>
              </a:extLst>
            </p:cNvPr>
            <p:cNvSpPr/>
            <p:nvPr/>
          </p:nvSpPr>
          <p:spPr bwMode="auto">
            <a:xfrm>
              <a:off x="9635243" y="5262205"/>
              <a:ext cx="928796" cy="647700"/>
            </a:xfrm>
            <a:prstGeom prst="rect">
              <a:avLst/>
            </a:prstGeom>
            <a:gradFill rotWithShape="1">
              <a:gsLst>
                <a:gs pos="0">
                  <a:srgbClr val="C0504D">
                    <a:shade val="51000"/>
                    <a:satMod val="130000"/>
                  </a:srgbClr>
                </a:gs>
                <a:gs pos="80000">
                  <a:srgbClr val="C0504D">
                    <a:shade val="93000"/>
                    <a:satMod val="130000"/>
                  </a:srgbClr>
                </a:gs>
                <a:gs pos="100000">
                  <a:srgbClr val="C0504D">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ts val="148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TCP/UDP Dst Port</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grpSp>
      <p:grpSp>
        <p:nvGrpSpPr>
          <p:cNvPr id="8" name="Group 7">
            <a:extLst>
              <a:ext uri="{FF2B5EF4-FFF2-40B4-BE49-F238E27FC236}">
                <a16:creationId xmlns:a16="http://schemas.microsoft.com/office/drawing/2014/main" id="{0AAA8A2A-F690-D842-B569-854551A89B38}"/>
              </a:ext>
            </a:extLst>
          </p:cNvPr>
          <p:cNvGrpSpPr/>
          <p:nvPr/>
        </p:nvGrpSpPr>
        <p:grpSpPr>
          <a:xfrm>
            <a:off x="2930744" y="6077944"/>
            <a:ext cx="3235564" cy="549153"/>
            <a:chOff x="2826569" y="5888454"/>
            <a:chExt cx="3235564" cy="549153"/>
          </a:xfrm>
        </p:grpSpPr>
        <p:sp>
          <p:nvSpPr>
            <p:cNvPr id="123" name="文字方塊 29">
              <a:extLst>
                <a:ext uri="{FF2B5EF4-FFF2-40B4-BE49-F238E27FC236}">
                  <a16:creationId xmlns:a16="http://schemas.microsoft.com/office/drawing/2014/main" id="{CCD38D10-94F8-8543-A3D8-19F75A2CBC5B}"/>
                </a:ext>
              </a:extLst>
            </p:cNvPr>
            <p:cNvSpPr txBox="1">
              <a:spLocks noChangeArrowheads="1"/>
            </p:cNvSpPr>
            <p:nvPr/>
          </p:nvSpPr>
          <p:spPr bwMode="auto">
            <a:xfrm>
              <a:off x="3946642" y="6069307"/>
              <a:ext cx="960438"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TW"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Link layer</a:t>
              </a:r>
              <a:endParaRPr kumimoji="0" lang="zh-TW"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5" name="Left Brace 4">
              <a:extLst>
                <a:ext uri="{FF2B5EF4-FFF2-40B4-BE49-F238E27FC236}">
                  <a16:creationId xmlns:a16="http://schemas.microsoft.com/office/drawing/2014/main" id="{DD20D7D2-8080-1144-84E2-DF0AE45A3E07}"/>
                </a:ext>
              </a:extLst>
            </p:cNvPr>
            <p:cNvSpPr/>
            <p:nvPr/>
          </p:nvSpPr>
          <p:spPr>
            <a:xfrm rot="16200000">
              <a:off x="4340578" y="4374445"/>
              <a:ext cx="207546" cy="3235564"/>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 name="Group 6">
            <a:extLst>
              <a:ext uri="{FF2B5EF4-FFF2-40B4-BE49-F238E27FC236}">
                <a16:creationId xmlns:a16="http://schemas.microsoft.com/office/drawing/2014/main" id="{43E68CBD-0ADB-BF45-9811-313CB44A39FD}"/>
              </a:ext>
            </a:extLst>
          </p:cNvPr>
          <p:cNvGrpSpPr/>
          <p:nvPr/>
        </p:nvGrpSpPr>
        <p:grpSpPr>
          <a:xfrm>
            <a:off x="6210166" y="6082290"/>
            <a:ext cx="2473565" cy="543987"/>
            <a:chOff x="6105991" y="5892800"/>
            <a:chExt cx="2473565" cy="543987"/>
          </a:xfrm>
        </p:grpSpPr>
        <p:sp>
          <p:nvSpPr>
            <p:cNvPr id="139" name="文字方塊 29">
              <a:extLst>
                <a:ext uri="{FF2B5EF4-FFF2-40B4-BE49-F238E27FC236}">
                  <a16:creationId xmlns:a16="http://schemas.microsoft.com/office/drawing/2014/main" id="{3C4B37B7-4F49-904E-87DA-069F41CD9CD0}"/>
                </a:ext>
              </a:extLst>
            </p:cNvPr>
            <p:cNvSpPr txBox="1">
              <a:spLocks noChangeArrowheads="1"/>
            </p:cNvSpPr>
            <p:nvPr/>
          </p:nvSpPr>
          <p:spPr bwMode="auto">
            <a:xfrm>
              <a:off x="6643718" y="6066899"/>
              <a:ext cx="1350963"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TW"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Network layer</a:t>
              </a:r>
              <a:endParaRPr kumimoji="0" lang="zh-TW"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57" name="Left Brace 156">
              <a:extLst>
                <a:ext uri="{FF2B5EF4-FFF2-40B4-BE49-F238E27FC236}">
                  <a16:creationId xmlns:a16="http://schemas.microsoft.com/office/drawing/2014/main" id="{2D2F3565-EA7A-1048-A9F5-6FD46BB2FE7C}"/>
                </a:ext>
              </a:extLst>
            </p:cNvPr>
            <p:cNvSpPr/>
            <p:nvPr/>
          </p:nvSpPr>
          <p:spPr>
            <a:xfrm rot="16200000">
              <a:off x="7238352" y="4760439"/>
              <a:ext cx="208844" cy="2473565"/>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B7B89AF4-D2C6-ED49-82AF-7F843E59C1F4}"/>
              </a:ext>
            </a:extLst>
          </p:cNvPr>
          <p:cNvGrpSpPr/>
          <p:nvPr/>
        </p:nvGrpSpPr>
        <p:grpSpPr>
          <a:xfrm>
            <a:off x="8436668" y="6082290"/>
            <a:ext cx="2349500" cy="547817"/>
            <a:chOff x="8332493" y="5892800"/>
            <a:chExt cx="2349500" cy="547817"/>
          </a:xfrm>
        </p:grpSpPr>
        <p:sp>
          <p:nvSpPr>
            <p:cNvPr id="140" name="文字方塊 29">
              <a:extLst>
                <a:ext uri="{FF2B5EF4-FFF2-40B4-BE49-F238E27FC236}">
                  <a16:creationId xmlns:a16="http://schemas.microsoft.com/office/drawing/2014/main" id="{2ABD9CD2-B6D6-3E47-89C5-B96007AAF9F3}"/>
                </a:ext>
              </a:extLst>
            </p:cNvPr>
            <p:cNvSpPr txBox="1">
              <a:spLocks noChangeArrowheads="1"/>
            </p:cNvSpPr>
            <p:nvPr/>
          </p:nvSpPr>
          <p:spPr bwMode="auto">
            <a:xfrm>
              <a:off x="8332493" y="6070729"/>
              <a:ext cx="23495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Transport layer</a:t>
              </a:r>
              <a:endParaRPr kumimoji="0" lang="zh-TW"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58" name="Left Brace 157">
              <a:extLst>
                <a:ext uri="{FF2B5EF4-FFF2-40B4-BE49-F238E27FC236}">
                  <a16:creationId xmlns:a16="http://schemas.microsoft.com/office/drawing/2014/main" id="{18486B04-E7B6-DC48-B5C3-FDA12199B810}"/>
                </a:ext>
              </a:extLst>
            </p:cNvPr>
            <p:cNvSpPr/>
            <p:nvPr/>
          </p:nvSpPr>
          <p:spPr>
            <a:xfrm rot="16200000">
              <a:off x="9405820" y="5104751"/>
              <a:ext cx="214489" cy="1790588"/>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1" name="Slide Number Placeholder 3">
            <a:extLst>
              <a:ext uri="{FF2B5EF4-FFF2-40B4-BE49-F238E27FC236}">
                <a16:creationId xmlns:a16="http://schemas.microsoft.com/office/drawing/2014/main" id="{AA29DABC-DA37-E842-8BB6-80170D376CC3}"/>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64</a:t>
            </a:fld>
            <a:endParaRPr lang="en-US" dirty="0"/>
          </a:p>
        </p:txBody>
      </p:sp>
    </p:spTree>
    <p:extLst>
      <p:ext uri="{BB962C8B-B14F-4D97-AF65-F5344CB8AC3E}">
        <p14:creationId xmlns:p14="http://schemas.microsoft.com/office/powerpoint/2010/main" val="21066903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dissolve">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dissolv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dissolv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dissolve">
                                      <p:cBhvr>
                                        <p:cTn id="27" dur="500"/>
                                        <p:tgtEl>
                                          <p:spTgt spid="18"/>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41"/>
                                        </p:tgtEl>
                                        <p:attrNameLst>
                                          <p:attrName>style.visibility</p:attrName>
                                        </p:attrNameLst>
                                      </p:cBhvr>
                                      <p:to>
                                        <p:strVal val="visible"/>
                                      </p:to>
                                    </p:set>
                                    <p:animEffect transition="in" filter="dissolve">
                                      <p:cBhvr>
                                        <p:cTn id="32" dur="500"/>
                                        <p:tgtEl>
                                          <p:spTgt spid="1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914400" y="248378"/>
            <a:ext cx="10515600" cy="894622"/>
          </a:xfrm>
        </p:spPr>
        <p:txBody>
          <a:bodyPr>
            <a:normAutofit/>
          </a:bodyPr>
          <a:lstStyle/>
          <a:p>
            <a:r>
              <a:rPr lang="en-US" sz="4800" dirty="0"/>
              <a:t>OpenFlow: examples</a:t>
            </a:r>
          </a:p>
        </p:txBody>
      </p:sp>
      <p:sp>
        <p:nvSpPr>
          <p:cNvPr id="89" name="Rectangle 2">
            <a:extLst>
              <a:ext uri="{FF2B5EF4-FFF2-40B4-BE49-F238E27FC236}">
                <a16:creationId xmlns:a16="http://schemas.microsoft.com/office/drawing/2014/main" id="{526E2F5F-20F8-C742-A735-6EA6D01366B2}"/>
              </a:ext>
            </a:extLst>
          </p:cNvPr>
          <p:cNvSpPr>
            <a:spLocks/>
          </p:cNvSpPr>
          <p:nvPr/>
        </p:nvSpPr>
        <p:spPr bwMode="auto">
          <a:xfrm>
            <a:off x="798077" y="2691365"/>
            <a:ext cx="934278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 datagrams destined to IP address  51.6.0.8 should be forwarded to router output port 6 </a:t>
            </a:r>
          </a:p>
        </p:txBody>
      </p:sp>
      <p:sp>
        <p:nvSpPr>
          <p:cNvPr id="175" name="Rectangle 2">
            <a:extLst>
              <a:ext uri="{FF2B5EF4-FFF2-40B4-BE49-F238E27FC236}">
                <a16:creationId xmlns:a16="http://schemas.microsoft.com/office/drawing/2014/main" id="{C661A0EE-3CAA-A148-951F-09D37CCB355B}"/>
              </a:ext>
            </a:extLst>
          </p:cNvPr>
          <p:cNvSpPr>
            <a:spLocks/>
          </p:cNvSpPr>
          <p:nvPr/>
        </p:nvSpPr>
        <p:spPr bwMode="auto">
          <a:xfrm>
            <a:off x="887520" y="4590922"/>
            <a:ext cx="778191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Block (do not forward) all datagrams destined to TCP  port 22 (ssh port #)</a:t>
            </a:r>
          </a:p>
        </p:txBody>
      </p:sp>
      <p:sp>
        <p:nvSpPr>
          <p:cNvPr id="210" name="Rectangle 2">
            <a:extLst>
              <a:ext uri="{FF2B5EF4-FFF2-40B4-BE49-F238E27FC236}">
                <a16:creationId xmlns:a16="http://schemas.microsoft.com/office/drawing/2014/main" id="{EEA18CF9-70FA-D747-97D5-F01B3D51AB8F}"/>
              </a:ext>
            </a:extLst>
          </p:cNvPr>
          <p:cNvSpPr>
            <a:spLocks/>
          </p:cNvSpPr>
          <p:nvPr/>
        </p:nvSpPr>
        <p:spPr bwMode="auto">
          <a:xfrm>
            <a:off x="182298" y="6039302"/>
            <a:ext cx="70674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Block (do not forward) all datagrams sent by host 128.119.1.1</a:t>
            </a:r>
          </a:p>
        </p:txBody>
      </p:sp>
      <p:grpSp>
        <p:nvGrpSpPr>
          <p:cNvPr id="4" name="Group 3">
            <a:extLst>
              <a:ext uri="{FF2B5EF4-FFF2-40B4-BE49-F238E27FC236}">
                <a16:creationId xmlns:a16="http://schemas.microsoft.com/office/drawing/2014/main" id="{2FB4CC91-5961-D74B-BEE0-5BC611D103E7}"/>
              </a:ext>
            </a:extLst>
          </p:cNvPr>
          <p:cNvGrpSpPr/>
          <p:nvPr/>
        </p:nvGrpSpPr>
        <p:grpSpPr>
          <a:xfrm>
            <a:off x="899508" y="1408083"/>
            <a:ext cx="8825324" cy="1339207"/>
            <a:chOff x="899508" y="1408083"/>
            <a:chExt cx="8825324" cy="1339207"/>
          </a:xfrm>
        </p:grpSpPr>
        <p:sp>
          <p:nvSpPr>
            <p:cNvPr id="54" name="Rectangle 2">
              <a:extLst>
                <a:ext uri="{FF2B5EF4-FFF2-40B4-BE49-F238E27FC236}">
                  <a16:creationId xmlns:a16="http://schemas.microsoft.com/office/drawing/2014/main" id="{E453A9EB-8E25-5848-9167-008BB1389040}"/>
                </a:ext>
              </a:extLst>
            </p:cNvPr>
            <p:cNvSpPr>
              <a:spLocks/>
            </p:cNvSpPr>
            <p:nvPr/>
          </p:nvSpPr>
          <p:spPr bwMode="auto">
            <a:xfrm>
              <a:off x="899508" y="1408083"/>
              <a:ext cx="379148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rPr>
                <a:t>Destination-based forwarding:</a:t>
              </a:r>
            </a:p>
          </p:txBody>
        </p:sp>
        <p:sp>
          <p:nvSpPr>
            <p:cNvPr id="55" name="Rectangle 3">
              <a:extLst>
                <a:ext uri="{FF2B5EF4-FFF2-40B4-BE49-F238E27FC236}">
                  <a16:creationId xmlns:a16="http://schemas.microsoft.com/office/drawing/2014/main" id="{7C8B6D8A-6BE8-4647-9654-07BE563C9B1E}"/>
                </a:ext>
              </a:extLst>
            </p:cNvPr>
            <p:cNvSpPr>
              <a:spLocks/>
            </p:cNvSpPr>
            <p:nvPr/>
          </p:nvSpPr>
          <p:spPr bwMode="auto">
            <a:xfrm>
              <a:off x="914523"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79" name="Rectangle 27">
              <a:extLst>
                <a:ext uri="{FF2B5EF4-FFF2-40B4-BE49-F238E27FC236}">
                  <a16:creationId xmlns:a16="http://schemas.microsoft.com/office/drawing/2014/main" id="{E39ACBFE-5953-084E-8F77-0EB25D693A07}"/>
                </a:ext>
              </a:extLst>
            </p:cNvPr>
            <p:cNvSpPr>
              <a:spLocks/>
            </p:cNvSpPr>
            <p:nvPr/>
          </p:nvSpPr>
          <p:spPr bwMode="auto">
            <a:xfrm>
              <a:off x="1574923"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0" name="Rectangle 28">
              <a:extLst>
                <a:ext uri="{FF2B5EF4-FFF2-40B4-BE49-F238E27FC236}">
                  <a16:creationId xmlns:a16="http://schemas.microsoft.com/office/drawing/2014/main" id="{A850141C-A01C-844A-A1BF-3898D2F37F5F}"/>
                </a:ext>
              </a:extLst>
            </p:cNvPr>
            <p:cNvSpPr>
              <a:spLocks/>
            </p:cNvSpPr>
            <p:nvPr/>
          </p:nvSpPr>
          <p:spPr bwMode="auto">
            <a:xfrm>
              <a:off x="2003548" y="2420970"/>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1" name="Rectangle 29">
              <a:extLst>
                <a:ext uri="{FF2B5EF4-FFF2-40B4-BE49-F238E27FC236}">
                  <a16:creationId xmlns:a16="http://schemas.microsoft.com/office/drawing/2014/main" id="{FAB7056F-8C34-9141-B000-7855E5BAADDB}"/>
                </a:ext>
              </a:extLst>
            </p:cNvPr>
            <p:cNvSpPr>
              <a:spLocks/>
            </p:cNvSpPr>
            <p:nvPr/>
          </p:nvSpPr>
          <p:spPr bwMode="auto">
            <a:xfrm>
              <a:off x="2895723" y="2420970"/>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2" name="Rectangle 30">
              <a:extLst>
                <a:ext uri="{FF2B5EF4-FFF2-40B4-BE49-F238E27FC236}">
                  <a16:creationId xmlns:a16="http://schemas.microsoft.com/office/drawing/2014/main" id="{72C50015-7497-D942-AF54-C51884B6394E}"/>
                </a:ext>
              </a:extLst>
            </p:cNvPr>
            <p:cNvSpPr>
              <a:spLocks/>
            </p:cNvSpPr>
            <p:nvPr/>
          </p:nvSpPr>
          <p:spPr bwMode="auto">
            <a:xfrm>
              <a:off x="3557711"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3" name="Rectangle 31">
              <a:extLst>
                <a:ext uri="{FF2B5EF4-FFF2-40B4-BE49-F238E27FC236}">
                  <a16:creationId xmlns:a16="http://schemas.microsoft.com/office/drawing/2014/main" id="{DA496680-53BE-F546-95FD-109DD9F8E19F}"/>
                </a:ext>
              </a:extLst>
            </p:cNvPr>
            <p:cNvSpPr>
              <a:spLocks/>
            </p:cNvSpPr>
            <p:nvPr/>
          </p:nvSpPr>
          <p:spPr bwMode="auto">
            <a:xfrm>
              <a:off x="4218111"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4" name="Rectangle 32">
              <a:extLst>
                <a:ext uri="{FF2B5EF4-FFF2-40B4-BE49-F238E27FC236}">
                  <a16:creationId xmlns:a16="http://schemas.microsoft.com/office/drawing/2014/main" id="{D7ECA26F-CAE0-534E-9D1D-C3EF04FECE82}"/>
                </a:ext>
              </a:extLst>
            </p:cNvPr>
            <p:cNvSpPr>
              <a:spLocks/>
            </p:cNvSpPr>
            <p:nvPr/>
          </p:nvSpPr>
          <p:spPr bwMode="auto">
            <a:xfrm>
              <a:off x="5619044" y="2384457"/>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51.6.0.8</a:t>
              </a:r>
            </a:p>
          </p:txBody>
        </p:sp>
        <p:sp>
          <p:nvSpPr>
            <p:cNvPr id="85" name="Rectangle 33">
              <a:extLst>
                <a:ext uri="{FF2B5EF4-FFF2-40B4-BE49-F238E27FC236}">
                  <a16:creationId xmlns:a16="http://schemas.microsoft.com/office/drawing/2014/main" id="{29DFF160-B878-0A4E-BFAD-249619777992}"/>
                </a:ext>
              </a:extLst>
            </p:cNvPr>
            <p:cNvSpPr>
              <a:spLocks/>
            </p:cNvSpPr>
            <p:nvPr/>
          </p:nvSpPr>
          <p:spPr bwMode="auto">
            <a:xfrm>
              <a:off x="6288969"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6" name="Rectangle 34">
              <a:extLst>
                <a:ext uri="{FF2B5EF4-FFF2-40B4-BE49-F238E27FC236}">
                  <a16:creationId xmlns:a16="http://schemas.microsoft.com/office/drawing/2014/main" id="{4167C8E0-56A3-FC46-93E9-54F4DA679E78}"/>
                </a:ext>
              </a:extLst>
            </p:cNvPr>
            <p:cNvSpPr>
              <a:spLocks/>
            </p:cNvSpPr>
            <p:nvPr/>
          </p:nvSpPr>
          <p:spPr bwMode="auto">
            <a:xfrm>
              <a:off x="6949369" y="2420970"/>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7" name="Rectangle 35">
              <a:extLst>
                <a:ext uri="{FF2B5EF4-FFF2-40B4-BE49-F238E27FC236}">
                  <a16:creationId xmlns:a16="http://schemas.microsoft.com/office/drawing/2014/main" id="{281B26ED-A2EE-A54F-9252-8583B4CB8A7A}"/>
                </a:ext>
              </a:extLst>
            </p:cNvPr>
            <p:cNvSpPr>
              <a:spLocks/>
            </p:cNvSpPr>
            <p:nvPr/>
          </p:nvSpPr>
          <p:spPr bwMode="auto">
            <a:xfrm>
              <a:off x="7576455" y="241748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8" name="Rectangle 36">
              <a:extLst>
                <a:ext uri="{FF2B5EF4-FFF2-40B4-BE49-F238E27FC236}">
                  <a16:creationId xmlns:a16="http://schemas.microsoft.com/office/drawing/2014/main" id="{A5FAEAE2-0FFA-8A40-867D-054555F5B6A5}"/>
                </a:ext>
              </a:extLst>
            </p:cNvPr>
            <p:cNvSpPr>
              <a:spLocks/>
            </p:cNvSpPr>
            <p:nvPr/>
          </p:nvSpPr>
          <p:spPr bwMode="auto">
            <a:xfrm>
              <a:off x="8967593" y="2364472"/>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port6</a:t>
              </a:r>
            </a:p>
          </p:txBody>
        </p:sp>
        <p:grpSp>
          <p:nvGrpSpPr>
            <p:cNvPr id="2" name="Group 1">
              <a:extLst>
                <a:ext uri="{FF2B5EF4-FFF2-40B4-BE49-F238E27FC236}">
                  <a16:creationId xmlns:a16="http://schemas.microsoft.com/office/drawing/2014/main" id="{B612BAEA-BA2E-DA46-9549-B7E27B157F26}"/>
                </a:ext>
              </a:extLst>
            </p:cNvPr>
            <p:cNvGrpSpPr/>
            <p:nvPr/>
          </p:nvGrpSpPr>
          <p:grpSpPr>
            <a:xfrm>
              <a:off x="908298" y="1842896"/>
              <a:ext cx="8816534" cy="537306"/>
              <a:chOff x="908298" y="1842896"/>
              <a:chExt cx="8816534" cy="537306"/>
            </a:xfrm>
          </p:grpSpPr>
          <p:sp>
            <p:nvSpPr>
              <p:cNvPr id="112" name="Rectangle 5">
                <a:extLst>
                  <a:ext uri="{FF2B5EF4-FFF2-40B4-BE49-F238E27FC236}">
                    <a16:creationId xmlns:a16="http://schemas.microsoft.com/office/drawing/2014/main" id="{E950D51E-2315-BC42-98A4-6022C583B7EF}"/>
                  </a:ext>
                </a:extLst>
              </p:cNvPr>
              <p:cNvSpPr>
                <a:spLocks/>
              </p:cNvSpPr>
              <p:nvPr/>
            </p:nvSpPr>
            <p:spPr bwMode="auto">
              <a:xfrm>
                <a:off x="916112"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3" name="Rectangle 6">
                <a:extLst>
                  <a:ext uri="{FF2B5EF4-FFF2-40B4-BE49-F238E27FC236}">
                    <a16:creationId xmlns:a16="http://schemas.microsoft.com/office/drawing/2014/main" id="{81D71D4B-BB61-E949-9E4B-ECCDE5605FA3}"/>
                  </a:ext>
                </a:extLst>
              </p:cNvPr>
              <p:cNvSpPr>
                <a:spLocks/>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Switch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a:t>
                </a:r>
              </a:p>
            </p:txBody>
          </p:sp>
          <p:sp>
            <p:nvSpPr>
              <p:cNvPr id="114" name="Rectangle 7">
                <a:extLst>
                  <a:ext uri="{FF2B5EF4-FFF2-40B4-BE49-F238E27FC236}">
                    <a16:creationId xmlns:a16="http://schemas.microsoft.com/office/drawing/2014/main" id="{B243B993-172B-C04C-AD45-F849E085F445}"/>
                  </a:ext>
                </a:extLst>
              </p:cNvPr>
              <p:cNvSpPr>
                <a:spLocks/>
              </p:cNvSpPr>
              <p:nvPr/>
            </p:nvSpPr>
            <p:spPr bwMode="auto">
              <a:xfrm>
                <a:off x="157694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5" name="Rectangle 8">
                <a:extLst>
                  <a:ext uri="{FF2B5EF4-FFF2-40B4-BE49-F238E27FC236}">
                    <a16:creationId xmlns:a16="http://schemas.microsoft.com/office/drawing/2014/main" id="{E029D11E-87DE-A54A-AED3-EAE717FDCA9F}"/>
                  </a:ext>
                </a:extLst>
              </p:cNvPr>
              <p:cNvSpPr>
                <a:spLocks/>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116" name="Rectangle 9">
                <a:extLst>
                  <a:ext uri="{FF2B5EF4-FFF2-40B4-BE49-F238E27FC236}">
                    <a16:creationId xmlns:a16="http://schemas.microsoft.com/office/drawing/2014/main" id="{07B913C3-C149-1F45-926A-DC740C5FC388}"/>
                  </a:ext>
                </a:extLst>
              </p:cNvPr>
              <p:cNvSpPr>
                <a:spLocks/>
              </p:cNvSpPr>
              <p:nvPr/>
            </p:nvSpPr>
            <p:spPr bwMode="auto">
              <a:xfrm>
                <a:off x="223889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7" name="Rectangle 10">
                <a:extLst>
                  <a:ext uri="{FF2B5EF4-FFF2-40B4-BE49-F238E27FC236}">
                    <a16:creationId xmlns:a16="http://schemas.microsoft.com/office/drawing/2014/main" id="{D6809EEE-8747-3B45-B512-88681A90EF92}"/>
                  </a:ext>
                </a:extLst>
              </p:cNvPr>
              <p:cNvSpPr>
                <a:spLocks/>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118" name="Rectangle 11">
                <a:extLst>
                  <a:ext uri="{FF2B5EF4-FFF2-40B4-BE49-F238E27FC236}">
                    <a16:creationId xmlns:a16="http://schemas.microsoft.com/office/drawing/2014/main" id="{B8BECB12-67C4-EE4F-BF80-F66E6E478CAB}"/>
                  </a:ext>
                </a:extLst>
              </p:cNvPr>
              <p:cNvSpPr>
                <a:spLocks/>
              </p:cNvSpPr>
              <p:nvPr/>
            </p:nvSpPr>
            <p:spPr bwMode="auto">
              <a:xfrm>
                <a:off x="290865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9" name="Rectangle 12">
                <a:extLst>
                  <a:ext uri="{FF2B5EF4-FFF2-40B4-BE49-F238E27FC236}">
                    <a16:creationId xmlns:a16="http://schemas.microsoft.com/office/drawing/2014/main" id="{C434332D-59EC-B74F-9F8C-507B7CA153ED}"/>
                  </a:ext>
                </a:extLst>
              </p:cNvPr>
              <p:cNvSpPr>
                <a:spLocks/>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type</a:t>
                </a:r>
              </a:p>
            </p:txBody>
          </p:sp>
          <p:sp>
            <p:nvSpPr>
              <p:cNvPr id="120" name="Rectangle 13">
                <a:extLst>
                  <a:ext uri="{FF2B5EF4-FFF2-40B4-BE49-F238E27FC236}">
                    <a16:creationId xmlns:a16="http://schemas.microsoft.com/office/drawing/2014/main" id="{0603B87A-5594-0143-9514-53E6B12CF204}"/>
                  </a:ext>
                </a:extLst>
              </p:cNvPr>
              <p:cNvSpPr>
                <a:spLocks/>
              </p:cNvSpPr>
              <p:nvPr/>
            </p:nvSpPr>
            <p:spPr bwMode="auto">
              <a:xfrm>
                <a:off x="357060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1" name="Rectangle 14">
                <a:extLst>
                  <a:ext uri="{FF2B5EF4-FFF2-40B4-BE49-F238E27FC236}">
                    <a16:creationId xmlns:a16="http://schemas.microsoft.com/office/drawing/2014/main" id="{84AA24BD-AF02-3744-9254-F7FAD6F63630}"/>
                  </a:ext>
                </a:extLst>
              </p:cNvPr>
              <p:cNvSpPr>
                <a:spLocks/>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ID</a:t>
                </a:r>
              </a:p>
            </p:txBody>
          </p:sp>
          <p:sp>
            <p:nvSpPr>
              <p:cNvPr id="122" name="Rectangle 15">
                <a:extLst>
                  <a:ext uri="{FF2B5EF4-FFF2-40B4-BE49-F238E27FC236}">
                    <a16:creationId xmlns:a16="http://schemas.microsoft.com/office/drawing/2014/main" id="{ACDCBE6B-E8E0-9E41-B964-CDA5370B3C75}"/>
                  </a:ext>
                </a:extLst>
              </p:cNvPr>
              <p:cNvSpPr>
                <a:spLocks/>
              </p:cNvSpPr>
              <p:nvPr/>
            </p:nvSpPr>
            <p:spPr bwMode="auto">
              <a:xfrm>
                <a:off x="4898598"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3" name="Rectangle 16">
                <a:extLst>
                  <a:ext uri="{FF2B5EF4-FFF2-40B4-BE49-F238E27FC236}">
                    <a16:creationId xmlns:a16="http://schemas.microsoft.com/office/drawing/2014/main" id="{666E027C-E8EA-784F-82C7-2574F61B1D4C}"/>
                  </a:ext>
                </a:extLst>
              </p:cNvPr>
              <p:cNvSpPr>
                <a:spLocks/>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124" name="Rectangle 17">
                <a:extLst>
                  <a:ext uri="{FF2B5EF4-FFF2-40B4-BE49-F238E27FC236}">
                    <a16:creationId xmlns:a16="http://schemas.microsoft.com/office/drawing/2014/main" id="{DB9B35D3-E0C0-B649-A6FD-EDEEBD227E3D}"/>
                  </a:ext>
                </a:extLst>
              </p:cNvPr>
              <p:cNvSpPr>
                <a:spLocks/>
              </p:cNvSpPr>
              <p:nvPr/>
            </p:nvSpPr>
            <p:spPr bwMode="auto">
              <a:xfrm>
                <a:off x="5568360"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5" name="Rectangle 18">
                <a:extLst>
                  <a:ext uri="{FF2B5EF4-FFF2-40B4-BE49-F238E27FC236}">
                    <a16:creationId xmlns:a16="http://schemas.microsoft.com/office/drawing/2014/main" id="{3808025E-75EF-174C-B138-A3FFA79BD2DB}"/>
                  </a:ext>
                </a:extLst>
              </p:cNvPr>
              <p:cNvSpPr>
                <a:spLocks/>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126" name="Rectangle 19">
                <a:extLst>
                  <a:ext uri="{FF2B5EF4-FFF2-40B4-BE49-F238E27FC236}">
                    <a16:creationId xmlns:a16="http://schemas.microsoft.com/office/drawing/2014/main" id="{9595DC5C-50B7-2A42-BCD0-E4CFADBBB19B}"/>
                  </a:ext>
                </a:extLst>
              </p:cNvPr>
              <p:cNvSpPr>
                <a:spLocks/>
              </p:cNvSpPr>
              <p:nvPr/>
            </p:nvSpPr>
            <p:spPr bwMode="auto">
              <a:xfrm>
                <a:off x="6230308"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7" name="Rectangle 20">
                <a:extLst>
                  <a:ext uri="{FF2B5EF4-FFF2-40B4-BE49-F238E27FC236}">
                    <a16:creationId xmlns:a16="http://schemas.microsoft.com/office/drawing/2014/main" id="{7C51EC29-85AF-D547-8269-C8EA4AC11583}"/>
                  </a:ext>
                </a:extLst>
              </p:cNvPr>
              <p:cNvSpPr>
                <a:spLocks/>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Prot</a:t>
                </a:r>
              </a:p>
            </p:txBody>
          </p:sp>
          <p:sp>
            <p:nvSpPr>
              <p:cNvPr id="128" name="Rectangle 21">
                <a:extLst>
                  <a:ext uri="{FF2B5EF4-FFF2-40B4-BE49-F238E27FC236}">
                    <a16:creationId xmlns:a16="http://schemas.microsoft.com/office/drawing/2014/main" id="{BAD7F435-F866-D349-A83E-F7AB76D773DC}"/>
                  </a:ext>
                </a:extLst>
              </p:cNvPr>
              <p:cNvSpPr>
                <a:spLocks/>
              </p:cNvSpPr>
              <p:nvPr/>
            </p:nvSpPr>
            <p:spPr bwMode="auto">
              <a:xfrm>
                <a:off x="7551454"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9" name="Rectangle 22">
                <a:extLst>
                  <a:ext uri="{FF2B5EF4-FFF2-40B4-BE49-F238E27FC236}">
                    <a16:creationId xmlns:a16="http://schemas.microsoft.com/office/drawing/2014/main" id="{8CE88725-AAEE-994B-AFD5-4EBE14192F48}"/>
                  </a:ext>
                </a:extLst>
              </p:cNvPr>
              <p:cNvSpPr>
                <a:spLocks/>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s-port</a:t>
                </a:r>
              </a:p>
            </p:txBody>
          </p:sp>
          <p:sp>
            <p:nvSpPr>
              <p:cNvPr id="130" name="Rectangle 23">
                <a:extLst>
                  <a:ext uri="{FF2B5EF4-FFF2-40B4-BE49-F238E27FC236}">
                    <a16:creationId xmlns:a16="http://schemas.microsoft.com/office/drawing/2014/main" id="{1C1A9E4D-EEBE-E145-972B-37EC05AC2271}"/>
                  </a:ext>
                </a:extLst>
              </p:cNvPr>
              <p:cNvSpPr>
                <a:spLocks/>
              </p:cNvSpPr>
              <p:nvPr/>
            </p:nvSpPr>
            <p:spPr bwMode="auto">
              <a:xfrm>
                <a:off x="8221216"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1" name="Rectangle 24">
                <a:extLst>
                  <a:ext uri="{FF2B5EF4-FFF2-40B4-BE49-F238E27FC236}">
                    <a16:creationId xmlns:a16="http://schemas.microsoft.com/office/drawing/2014/main" id="{4C87DB57-6E20-3642-9479-C343967A9A8A}"/>
                  </a:ext>
                </a:extLst>
              </p:cNvPr>
              <p:cNvSpPr>
                <a:spLocks/>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d-port</a:t>
                </a:r>
              </a:p>
            </p:txBody>
          </p:sp>
          <p:sp>
            <p:nvSpPr>
              <p:cNvPr id="132" name="Rectangle 25">
                <a:extLst>
                  <a:ext uri="{FF2B5EF4-FFF2-40B4-BE49-F238E27FC236}">
                    <a16:creationId xmlns:a16="http://schemas.microsoft.com/office/drawing/2014/main" id="{A75A9C67-B078-5B42-BE13-4697F8B0DC8B}"/>
                  </a:ext>
                </a:extLst>
              </p:cNvPr>
              <p:cNvSpPr>
                <a:spLocks/>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3" name="Rectangle 26">
                <a:extLst>
                  <a:ext uri="{FF2B5EF4-FFF2-40B4-BE49-F238E27FC236}">
                    <a16:creationId xmlns:a16="http://schemas.microsoft.com/office/drawing/2014/main" id="{B36098C4-C85C-8B4A-996C-DED76ACA5CBE}"/>
                  </a:ext>
                </a:extLst>
              </p:cNvPr>
              <p:cNvSpPr>
                <a:spLocks/>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Action</a:t>
                </a:r>
              </a:p>
            </p:txBody>
          </p:sp>
          <p:sp>
            <p:nvSpPr>
              <p:cNvPr id="134" name="Rectangle 13">
                <a:extLst>
                  <a:ext uri="{FF2B5EF4-FFF2-40B4-BE49-F238E27FC236}">
                    <a16:creationId xmlns:a16="http://schemas.microsoft.com/office/drawing/2014/main" id="{9ACCD522-4973-E94A-A564-912D7EA75D11}"/>
                  </a:ext>
                </a:extLst>
              </p:cNvPr>
              <p:cNvSpPr>
                <a:spLocks/>
              </p:cNvSpPr>
              <p:nvPr/>
            </p:nvSpPr>
            <p:spPr bwMode="auto">
              <a:xfrm>
                <a:off x="4231002" y="1846643"/>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5" name="Rectangle 14">
                <a:extLst>
                  <a:ext uri="{FF2B5EF4-FFF2-40B4-BE49-F238E27FC236}">
                    <a16:creationId xmlns:a16="http://schemas.microsoft.com/office/drawing/2014/main" id="{C010EC06-CCA9-5746-B975-07A7EC8C7B2D}"/>
                  </a:ext>
                </a:extLst>
              </p:cNvPr>
              <p:cNvSpPr>
                <a:spLocks/>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Pri</a:t>
                </a:r>
              </a:p>
            </p:txBody>
          </p:sp>
          <p:sp>
            <p:nvSpPr>
              <p:cNvPr id="136" name="Rectangle 19">
                <a:extLst>
                  <a:ext uri="{FF2B5EF4-FFF2-40B4-BE49-F238E27FC236}">
                    <a16:creationId xmlns:a16="http://schemas.microsoft.com/office/drawing/2014/main" id="{EA8ABC0D-754C-124F-B949-4FB39006D4D6}"/>
                  </a:ext>
                </a:extLst>
              </p:cNvPr>
              <p:cNvSpPr>
                <a:spLocks/>
              </p:cNvSpPr>
              <p:nvPr/>
            </p:nvSpPr>
            <p:spPr bwMode="auto">
              <a:xfrm>
                <a:off x="6890708" y="1853623"/>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7" name="Rectangle 20">
                <a:extLst>
                  <a:ext uri="{FF2B5EF4-FFF2-40B4-BE49-F238E27FC236}">
                    <a16:creationId xmlns:a16="http://schemas.microsoft.com/office/drawing/2014/main" id="{684B0FE5-4F76-9D48-80DA-D3BC54E669F0}"/>
                  </a:ext>
                </a:extLst>
              </p:cNvPr>
              <p:cNvSpPr>
                <a:spLocks/>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ToS</a:t>
                </a:r>
              </a:p>
            </p:txBody>
          </p:sp>
        </p:grpSp>
        <p:sp>
          <p:nvSpPr>
            <p:cNvPr id="138" name="Rectangle 35">
              <a:extLst>
                <a:ext uri="{FF2B5EF4-FFF2-40B4-BE49-F238E27FC236}">
                  <a16:creationId xmlns:a16="http://schemas.microsoft.com/office/drawing/2014/main" id="{A4C40E4D-D9CD-4E48-B9DD-6E97BD58DA5A}"/>
                </a:ext>
              </a:extLst>
            </p:cNvPr>
            <p:cNvSpPr>
              <a:spLocks/>
            </p:cNvSpPr>
            <p:nvPr/>
          </p:nvSpPr>
          <p:spPr bwMode="auto">
            <a:xfrm>
              <a:off x="8181445" y="2426615"/>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92" name="Rectangle 31">
              <a:extLst>
                <a:ext uri="{FF2B5EF4-FFF2-40B4-BE49-F238E27FC236}">
                  <a16:creationId xmlns:a16="http://schemas.microsoft.com/office/drawing/2014/main" id="{68AA5B20-D9AE-4C42-BAB2-D1AA2EB0CE4C}"/>
                </a:ext>
              </a:extLst>
            </p:cNvPr>
            <p:cNvSpPr>
              <a:spLocks/>
            </p:cNvSpPr>
            <p:nvPr/>
          </p:nvSpPr>
          <p:spPr bwMode="auto">
            <a:xfrm>
              <a:off x="4865811"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grpSp>
      <p:grpSp>
        <p:nvGrpSpPr>
          <p:cNvPr id="3" name="Group 2">
            <a:extLst>
              <a:ext uri="{FF2B5EF4-FFF2-40B4-BE49-F238E27FC236}">
                <a16:creationId xmlns:a16="http://schemas.microsoft.com/office/drawing/2014/main" id="{0EC63E77-7374-D949-887D-5F6F13097FB1}"/>
              </a:ext>
            </a:extLst>
          </p:cNvPr>
          <p:cNvGrpSpPr/>
          <p:nvPr/>
        </p:nvGrpSpPr>
        <p:grpSpPr>
          <a:xfrm>
            <a:off x="914400" y="3333754"/>
            <a:ext cx="8816534" cy="1376391"/>
            <a:chOff x="914400" y="3333754"/>
            <a:chExt cx="8816534" cy="1376391"/>
          </a:xfrm>
        </p:grpSpPr>
        <p:sp>
          <p:nvSpPr>
            <p:cNvPr id="140" name="Rectangle 3">
              <a:extLst>
                <a:ext uri="{FF2B5EF4-FFF2-40B4-BE49-F238E27FC236}">
                  <a16:creationId xmlns:a16="http://schemas.microsoft.com/office/drawing/2014/main" id="{EC64ED46-43A5-3B46-AF5D-5E39B460C12B}"/>
                </a:ext>
              </a:extLst>
            </p:cNvPr>
            <p:cNvSpPr>
              <a:spLocks/>
            </p:cNvSpPr>
            <p:nvPr/>
          </p:nvSpPr>
          <p:spPr bwMode="auto">
            <a:xfrm>
              <a:off x="920625"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1" name="Rectangle 27">
              <a:extLst>
                <a:ext uri="{FF2B5EF4-FFF2-40B4-BE49-F238E27FC236}">
                  <a16:creationId xmlns:a16="http://schemas.microsoft.com/office/drawing/2014/main" id="{045342D1-42C6-CF4C-97F9-990F4CEC9442}"/>
                </a:ext>
              </a:extLst>
            </p:cNvPr>
            <p:cNvSpPr>
              <a:spLocks/>
            </p:cNvSpPr>
            <p:nvPr/>
          </p:nvSpPr>
          <p:spPr bwMode="auto">
            <a:xfrm>
              <a:off x="1581025"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2" name="Rectangle 28">
              <a:extLst>
                <a:ext uri="{FF2B5EF4-FFF2-40B4-BE49-F238E27FC236}">
                  <a16:creationId xmlns:a16="http://schemas.microsoft.com/office/drawing/2014/main" id="{BEDBE7F8-8AB5-0B40-843B-8D55B05FDEF6}"/>
                </a:ext>
              </a:extLst>
            </p:cNvPr>
            <p:cNvSpPr>
              <a:spLocks/>
            </p:cNvSpPr>
            <p:nvPr/>
          </p:nvSpPr>
          <p:spPr bwMode="auto">
            <a:xfrm>
              <a:off x="2009650" y="4389470"/>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3" name="Rectangle 29">
              <a:extLst>
                <a:ext uri="{FF2B5EF4-FFF2-40B4-BE49-F238E27FC236}">
                  <a16:creationId xmlns:a16="http://schemas.microsoft.com/office/drawing/2014/main" id="{8B0EDE9C-C97A-1C4C-A183-024B87F43D58}"/>
                </a:ext>
              </a:extLst>
            </p:cNvPr>
            <p:cNvSpPr>
              <a:spLocks/>
            </p:cNvSpPr>
            <p:nvPr/>
          </p:nvSpPr>
          <p:spPr bwMode="auto">
            <a:xfrm>
              <a:off x="2901825" y="4389470"/>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4" name="Rectangle 30">
              <a:extLst>
                <a:ext uri="{FF2B5EF4-FFF2-40B4-BE49-F238E27FC236}">
                  <a16:creationId xmlns:a16="http://schemas.microsoft.com/office/drawing/2014/main" id="{D3A6A8C0-02B8-8E46-A0F9-02BF62540E99}"/>
                </a:ext>
              </a:extLst>
            </p:cNvPr>
            <p:cNvSpPr>
              <a:spLocks/>
            </p:cNvSpPr>
            <p:nvPr/>
          </p:nvSpPr>
          <p:spPr bwMode="auto">
            <a:xfrm>
              <a:off x="3563813"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5" name="Rectangle 31">
              <a:extLst>
                <a:ext uri="{FF2B5EF4-FFF2-40B4-BE49-F238E27FC236}">
                  <a16:creationId xmlns:a16="http://schemas.microsoft.com/office/drawing/2014/main" id="{44917D04-8F58-D245-B8A9-8DFD2DFA1EB7}"/>
                </a:ext>
              </a:extLst>
            </p:cNvPr>
            <p:cNvSpPr>
              <a:spLocks/>
            </p:cNvSpPr>
            <p:nvPr/>
          </p:nvSpPr>
          <p:spPr bwMode="auto">
            <a:xfrm>
              <a:off x="4224213"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6" name="Rectangle 32">
              <a:extLst>
                <a:ext uri="{FF2B5EF4-FFF2-40B4-BE49-F238E27FC236}">
                  <a16:creationId xmlns:a16="http://schemas.microsoft.com/office/drawing/2014/main" id="{BF1C0060-393A-FA4C-A742-EE387B349A8A}"/>
                </a:ext>
              </a:extLst>
            </p:cNvPr>
            <p:cNvSpPr>
              <a:spLocks/>
            </p:cNvSpPr>
            <p:nvPr/>
          </p:nvSpPr>
          <p:spPr bwMode="auto">
            <a:xfrm>
              <a:off x="5625146" y="4379333"/>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7" name="Rectangle 33">
              <a:extLst>
                <a:ext uri="{FF2B5EF4-FFF2-40B4-BE49-F238E27FC236}">
                  <a16:creationId xmlns:a16="http://schemas.microsoft.com/office/drawing/2014/main" id="{328175E3-6E77-524B-94A8-3B6ED932D62B}"/>
                </a:ext>
              </a:extLst>
            </p:cNvPr>
            <p:cNvSpPr>
              <a:spLocks/>
            </p:cNvSpPr>
            <p:nvPr/>
          </p:nvSpPr>
          <p:spPr bwMode="auto">
            <a:xfrm>
              <a:off x="6295071"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8" name="Rectangle 34">
              <a:extLst>
                <a:ext uri="{FF2B5EF4-FFF2-40B4-BE49-F238E27FC236}">
                  <a16:creationId xmlns:a16="http://schemas.microsoft.com/office/drawing/2014/main" id="{88F33C0F-0E51-724C-8D7B-CD85839436E8}"/>
                </a:ext>
              </a:extLst>
            </p:cNvPr>
            <p:cNvSpPr>
              <a:spLocks/>
            </p:cNvSpPr>
            <p:nvPr/>
          </p:nvSpPr>
          <p:spPr bwMode="auto">
            <a:xfrm>
              <a:off x="6955471" y="4389470"/>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9" name="Rectangle 35">
              <a:extLst>
                <a:ext uri="{FF2B5EF4-FFF2-40B4-BE49-F238E27FC236}">
                  <a16:creationId xmlns:a16="http://schemas.microsoft.com/office/drawing/2014/main" id="{0A8E27CA-5333-4645-BD13-5B5EC229046A}"/>
                </a:ext>
              </a:extLst>
            </p:cNvPr>
            <p:cNvSpPr>
              <a:spLocks/>
            </p:cNvSpPr>
            <p:nvPr/>
          </p:nvSpPr>
          <p:spPr bwMode="auto">
            <a:xfrm>
              <a:off x="7582557" y="438598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74" name="Rectangle 2">
              <a:extLst>
                <a:ext uri="{FF2B5EF4-FFF2-40B4-BE49-F238E27FC236}">
                  <a16:creationId xmlns:a16="http://schemas.microsoft.com/office/drawing/2014/main" id="{698219FB-1984-0F4C-9A2A-03629AC98BF2}"/>
                </a:ext>
              </a:extLst>
            </p:cNvPr>
            <p:cNvSpPr>
              <a:spLocks/>
            </p:cNvSpPr>
            <p:nvPr/>
          </p:nvSpPr>
          <p:spPr bwMode="auto">
            <a:xfrm>
              <a:off x="914400" y="3333754"/>
              <a:ext cx="105381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rPr>
                <a:t>Firewall:</a:t>
              </a:r>
            </a:p>
          </p:txBody>
        </p:sp>
        <p:sp>
          <p:nvSpPr>
            <p:cNvPr id="150" name="Rectangle 36">
              <a:extLst>
                <a:ext uri="{FF2B5EF4-FFF2-40B4-BE49-F238E27FC236}">
                  <a16:creationId xmlns:a16="http://schemas.microsoft.com/office/drawing/2014/main" id="{D1B78981-9892-764C-A139-D159220A4F84}"/>
                </a:ext>
              </a:extLst>
            </p:cNvPr>
            <p:cNvSpPr>
              <a:spLocks/>
            </p:cNvSpPr>
            <p:nvPr/>
          </p:nvSpPr>
          <p:spPr bwMode="auto">
            <a:xfrm>
              <a:off x="8973695" y="433199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drop</a:t>
              </a:r>
            </a:p>
          </p:txBody>
        </p:sp>
        <p:grpSp>
          <p:nvGrpSpPr>
            <p:cNvPr id="151" name="Group 150">
              <a:extLst>
                <a:ext uri="{FF2B5EF4-FFF2-40B4-BE49-F238E27FC236}">
                  <a16:creationId xmlns:a16="http://schemas.microsoft.com/office/drawing/2014/main" id="{ACB16601-CDCF-EB49-87B1-0F9B5416891A}"/>
                </a:ext>
              </a:extLst>
            </p:cNvPr>
            <p:cNvGrpSpPr/>
            <p:nvPr/>
          </p:nvGrpSpPr>
          <p:grpSpPr>
            <a:xfrm>
              <a:off x="914400" y="3811396"/>
              <a:ext cx="8816534" cy="537306"/>
              <a:chOff x="908298" y="1842896"/>
              <a:chExt cx="8816534" cy="537306"/>
            </a:xfrm>
          </p:grpSpPr>
          <p:sp>
            <p:nvSpPr>
              <p:cNvPr id="152" name="Rectangle 5">
                <a:extLst>
                  <a:ext uri="{FF2B5EF4-FFF2-40B4-BE49-F238E27FC236}">
                    <a16:creationId xmlns:a16="http://schemas.microsoft.com/office/drawing/2014/main" id="{0E533D79-E367-C849-961B-C3945C168035}"/>
                  </a:ext>
                </a:extLst>
              </p:cNvPr>
              <p:cNvSpPr>
                <a:spLocks/>
              </p:cNvSpPr>
              <p:nvPr/>
            </p:nvSpPr>
            <p:spPr bwMode="auto">
              <a:xfrm>
                <a:off x="916112"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3" name="Rectangle 6">
                <a:extLst>
                  <a:ext uri="{FF2B5EF4-FFF2-40B4-BE49-F238E27FC236}">
                    <a16:creationId xmlns:a16="http://schemas.microsoft.com/office/drawing/2014/main" id="{AFAD9CA5-19F2-F748-BF61-B6A9B0301102}"/>
                  </a:ext>
                </a:extLst>
              </p:cNvPr>
              <p:cNvSpPr>
                <a:spLocks/>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Switch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a:t>
                </a:r>
              </a:p>
            </p:txBody>
          </p:sp>
          <p:sp>
            <p:nvSpPr>
              <p:cNvPr id="154" name="Rectangle 7">
                <a:extLst>
                  <a:ext uri="{FF2B5EF4-FFF2-40B4-BE49-F238E27FC236}">
                    <a16:creationId xmlns:a16="http://schemas.microsoft.com/office/drawing/2014/main" id="{C5F12322-9535-4349-987B-2F327040A4C2}"/>
                  </a:ext>
                </a:extLst>
              </p:cNvPr>
              <p:cNvSpPr>
                <a:spLocks/>
              </p:cNvSpPr>
              <p:nvPr/>
            </p:nvSpPr>
            <p:spPr bwMode="auto">
              <a:xfrm>
                <a:off x="157694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5" name="Rectangle 8">
                <a:extLst>
                  <a:ext uri="{FF2B5EF4-FFF2-40B4-BE49-F238E27FC236}">
                    <a16:creationId xmlns:a16="http://schemas.microsoft.com/office/drawing/2014/main" id="{49608E33-C97C-B043-A95A-A1BBB8077E86}"/>
                  </a:ext>
                </a:extLst>
              </p:cNvPr>
              <p:cNvSpPr>
                <a:spLocks/>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156" name="Rectangle 9">
                <a:extLst>
                  <a:ext uri="{FF2B5EF4-FFF2-40B4-BE49-F238E27FC236}">
                    <a16:creationId xmlns:a16="http://schemas.microsoft.com/office/drawing/2014/main" id="{7F75A028-A9C2-7948-9E26-6B1AE16196FE}"/>
                  </a:ext>
                </a:extLst>
              </p:cNvPr>
              <p:cNvSpPr>
                <a:spLocks/>
              </p:cNvSpPr>
              <p:nvPr/>
            </p:nvSpPr>
            <p:spPr bwMode="auto">
              <a:xfrm>
                <a:off x="223889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7" name="Rectangle 10">
                <a:extLst>
                  <a:ext uri="{FF2B5EF4-FFF2-40B4-BE49-F238E27FC236}">
                    <a16:creationId xmlns:a16="http://schemas.microsoft.com/office/drawing/2014/main" id="{CE16304A-93D1-6147-A26A-8F61BF0E4A36}"/>
                  </a:ext>
                </a:extLst>
              </p:cNvPr>
              <p:cNvSpPr>
                <a:spLocks/>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158" name="Rectangle 11">
                <a:extLst>
                  <a:ext uri="{FF2B5EF4-FFF2-40B4-BE49-F238E27FC236}">
                    <a16:creationId xmlns:a16="http://schemas.microsoft.com/office/drawing/2014/main" id="{13D92DC5-ED91-A24B-B61B-591E6BC2E9CB}"/>
                  </a:ext>
                </a:extLst>
              </p:cNvPr>
              <p:cNvSpPr>
                <a:spLocks/>
              </p:cNvSpPr>
              <p:nvPr/>
            </p:nvSpPr>
            <p:spPr bwMode="auto">
              <a:xfrm>
                <a:off x="290865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9" name="Rectangle 12">
                <a:extLst>
                  <a:ext uri="{FF2B5EF4-FFF2-40B4-BE49-F238E27FC236}">
                    <a16:creationId xmlns:a16="http://schemas.microsoft.com/office/drawing/2014/main" id="{D225AECB-2FEB-A845-94A5-7B4FBAE5644A}"/>
                  </a:ext>
                </a:extLst>
              </p:cNvPr>
              <p:cNvSpPr>
                <a:spLocks/>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type</a:t>
                </a:r>
              </a:p>
            </p:txBody>
          </p:sp>
          <p:sp>
            <p:nvSpPr>
              <p:cNvPr id="160" name="Rectangle 13">
                <a:extLst>
                  <a:ext uri="{FF2B5EF4-FFF2-40B4-BE49-F238E27FC236}">
                    <a16:creationId xmlns:a16="http://schemas.microsoft.com/office/drawing/2014/main" id="{B8FABEAF-4710-C94D-A722-41CBD26D91CD}"/>
                  </a:ext>
                </a:extLst>
              </p:cNvPr>
              <p:cNvSpPr>
                <a:spLocks/>
              </p:cNvSpPr>
              <p:nvPr/>
            </p:nvSpPr>
            <p:spPr bwMode="auto">
              <a:xfrm>
                <a:off x="357060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61" name="Rectangle 14">
                <a:extLst>
                  <a:ext uri="{FF2B5EF4-FFF2-40B4-BE49-F238E27FC236}">
                    <a16:creationId xmlns:a16="http://schemas.microsoft.com/office/drawing/2014/main" id="{E862F81A-5430-B54C-88FA-2720AD423B4F}"/>
                  </a:ext>
                </a:extLst>
              </p:cNvPr>
              <p:cNvSpPr>
                <a:spLocks/>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ID</a:t>
                </a:r>
              </a:p>
            </p:txBody>
          </p:sp>
          <p:sp>
            <p:nvSpPr>
              <p:cNvPr id="162" name="Rectangle 15">
                <a:extLst>
                  <a:ext uri="{FF2B5EF4-FFF2-40B4-BE49-F238E27FC236}">
                    <a16:creationId xmlns:a16="http://schemas.microsoft.com/office/drawing/2014/main" id="{55C5912B-BB56-384D-B2A0-E0C58072DAC6}"/>
                  </a:ext>
                </a:extLst>
              </p:cNvPr>
              <p:cNvSpPr>
                <a:spLocks/>
              </p:cNvSpPr>
              <p:nvPr/>
            </p:nvSpPr>
            <p:spPr bwMode="auto">
              <a:xfrm>
                <a:off x="4898598"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63" name="Rectangle 16">
                <a:extLst>
                  <a:ext uri="{FF2B5EF4-FFF2-40B4-BE49-F238E27FC236}">
                    <a16:creationId xmlns:a16="http://schemas.microsoft.com/office/drawing/2014/main" id="{61DAE442-1FC5-5240-9A25-7B4F04066342}"/>
                  </a:ext>
                </a:extLst>
              </p:cNvPr>
              <p:cNvSpPr>
                <a:spLocks/>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177" name="Rectangle 17">
                <a:extLst>
                  <a:ext uri="{FF2B5EF4-FFF2-40B4-BE49-F238E27FC236}">
                    <a16:creationId xmlns:a16="http://schemas.microsoft.com/office/drawing/2014/main" id="{4A3CB54A-F07F-7A41-9388-2A250BA2135F}"/>
                  </a:ext>
                </a:extLst>
              </p:cNvPr>
              <p:cNvSpPr>
                <a:spLocks/>
              </p:cNvSpPr>
              <p:nvPr/>
            </p:nvSpPr>
            <p:spPr bwMode="auto">
              <a:xfrm>
                <a:off x="5568360"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78" name="Rectangle 18">
                <a:extLst>
                  <a:ext uri="{FF2B5EF4-FFF2-40B4-BE49-F238E27FC236}">
                    <a16:creationId xmlns:a16="http://schemas.microsoft.com/office/drawing/2014/main" id="{23123971-B3B7-B149-9E3D-BD20422EDC19}"/>
                  </a:ext>
                </a:extLst>
              </p:cNvPr>
              <p:cNvSpPr>
                <a:spLocks/>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179" name="Rectangle 19">
                <a:extLst>
                  <a:ext uri="{FF2B5EF4-FFF2-40B4-BE49-F238E27FC236}">
                    <a16:creationId xmlns:a16="http://schemas.microsoft.com/office/drawing/2014/main" id="{8FD42CC2-DBAA-0F44-8638-A99BEB72EDD1}"/>
                  </a:ext>
                </a:extLst>
              </p:cNvPr>
              <p:cNvSpPr>
                <a:spLocks/>
              </p:cNvSpPr>
              <p:nvPr/>
            </p:nvSpPr>
            <p:spPr bwMode="auto">
              <a:xfrm>
                <a:off x="6230308"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0" name="Rectangle 20">
                <a:extLst>
                  <a:ext uri="{FF2B5EF4-FFF2-40B4-BE49-F238E27FC236}">
                    <a16:creationId xmlns:a16="http://schemas.microsoft.com/office/drawing/2014/main" id="{F51FED94-423D-BA4D-9EC0-7F8CB0696B56}"/>
                  </a:ext>
                </a:extLst>
              </p:cNvPr>
              <p:cNvSpPr>
                <a:spLocks/>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Prot</a:t>
                </a:r>
              </a:p>
            </p:txBody>
          </p:sp>
          <p:sp>
            <p:nvSpPr>
              <p:cNvPr id="181" name="Rectangle 21">
                <a:extLst>
                  <a:ext uri="{FF2B5EF4-FFF2-40B4-BE49-F238E27FC236}">
                    <a16:creationId xmlns:a16="http://schemas.microsoft.com/office/drawing/2014/main" id="{8243500F-0AA7-4D4E-B990-CBDE3AFBFF76}"/>
                  </a:ext>
                </a:extLst>
              </p:cNvPr>
              <p:cNvSpPr>
                <a:spLocks/>
              </p:cNvSpPr>
              <p:nvPr/>
            </p:nvSpPr>
            <p:spPr bwMode="auto">
              <a:xfrm>
                <a:off x="7551454"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2" name="Rectangle 22">
                <a:extLst>
                  <a:ext uri="{FF2B5EF4-FFF2-40B4-BE49-F238E27FC236}">
                    <a16:creationId xmlns:a16="http://schemas.microsoft.com/office/drawing/2014/main" id="{414C5E2C-A745-6549-8B54-66D9E5680172}"/>
                  </a:ext>
                </a:extLst>
              </p:cNvPr>
              <p:cNvSpPr>
                <a:spLocks/>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s-port</a:t>
                </a:r>
              </a:p>
            </p:txBody>
          </p:sp>
          <p:sp>
            <p:nvSpPr>
              <p:cNvPr id="183" name="Rectangle 23">
                <a:extLst>
                  <a:ext uri="{FF2B5EF4-FFF2-40B4-BE49-F238E27FC236}">
                    <a16:creationId xmlns:a16="http://schemas.microsoft.com/office/drawing/2014/main" id="{6A103B89-F255-E74E-96A8-EAB4DACDB722}"/>
                  </a:ext>
                </a:extLst>
              </p:cNvPr>
              <p:cNvSpPr>
                <a:spLocks/>
              </p:cNvSpPr>
              <p:nvPr/>
            </p:nvSpPr>
            <p:spPr bwMode="auto">
              <a:xfrm>
                <a:off x="8221216"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4" name="Rectangle 24">
                <a:extLst>
                  <a:ext uri="{FF2B5EF4-FFF2-40B4-BE49-F238E27FC236}">
                    <a16:creationId xmlns:a16="http://schemas.microsoft.com/office/drawing/2014/main" id="{EDC37871-9763-FD41-B912-044E5F0F4E98}"/>
                  </a:ext>
                </a:extLst>
              </p:cNvPr>
              <p:cNvSpPr>
                <a:spLocks/>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d-port</a:t>
                </a:r>
              </a:p>
            </p:txBody>
          </p:sp>
          <p:sp>
            <p:nvSpPr>
              <p:cNvPr id="185" name="Rectangle 25">
                <a:extLst>
                  <a:ext uri="{FF2B5EF4-FFF2-40B4-BE49-F238E27FC236}">
                    <a16:creationId xmlns:a16="http://schemas.microsoft.com/office/drawing/2014/main" id="{B999BDEC-7C35-3F40-8C49-6C4E21AF89C5}"/>
                  </a:ext>
                </a:extLst>
              </p:cNvPr>
              <p:cNvSpPr>
                <a:spLocks/>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6" name="Rectangle 26">
                <a:extLst>
                  <a:ext uri="{FF2B5EF4-FFF2-40B4-BE49-F238E27FC236}">
                    <a16:creationId xmlns:a16="http://schemas.microsoft.com/office/drawing/2014/main" id="{7613D3D2-8994-B54F-9220-FB40A2B13F52}"/>
                  </a:ext>
                </a:extLst>
              </p:cNvPr>
              <p:cNvSpPr>
                <a:spLocks/>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Action</a:t>
                </a:r>
              </a:p>
            </p:txBody>
          </p:sp>
          <p:sp>
            <p:nvSpPr>
              <p:cNvPr id="187" name="Rectangle 13">
                <a:extLst>
                  <a:ext uri="{FF2B5EF4-FFF2-40B4-BE49-F238E27FC236}">
                    <a16:creationId xmlns:a16="http://schemas.microsoft.com/office/drawing/2014/main" id="{7DB39F4D-7A82-6749-9F6A-3EADBC5CBF76}"/>
                  </a:ext>
                </a:extLst>
              </p:cNvPr>
              <p:cNvSpPr>
                <a:spLocks/>
              </p:cNvSpPr>
              <p:nvPr/>
            </p:nvSpPr>
            <p:spPr bwMode="auto">
              <a:xfrm>
                <a:off x="4231002" y="1846643"/>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8" name="Rectangle 14">
                <a:extLst>
                  <a:ext uri="{FF2B5EF4-FFF2-40B4-BE49-F238E27FC236}">
                    <a16:creationId xmlns:a16="http://schemas.microsoft.com/office/drawing/2014/main" id="{44FBFA86-B4C2-6540-9FD6-5793AC6E949A}"/>
                  </a:ext>
                </a:extLst>
              </p:cNvPr>
              <p:cNvSpPr>
                <a:spLocks/>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Pri</a:t>
                </a:r>
              </a:p>
            </p:txBody>
          </p:sp>
          <p:sp>
            <p:nvSpPr>
              <p:cNvPr id="189" name="Rectangle 19">
                <a:extLst>
                  <a:ext uri="{FF2B5EF4-FFF2-40B4-BE49-F238E27FC236}">
                    <a16:creationId xmlns:a16="http://schemas.microsoft.com/office/drawing/2014/main" id="{DB4C9FEC-EF13-8048-AF42-E1A4C2B49B74}"/>
                  </a:ext>
                </a:extLst>
              </p:cNvPr>
              <p:cNvSpPr>
                <a:spLocks/>
              </p:cNvSpPr>
              <p:nvPr/>
            </p:nvSpPr>
            <p:spPr bwMode="auto">
              <a:xfrm>
                <a:off x="6890708" y="1853623"/>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90" name="Rectangle 20">
                <a:extLst>
                  <a:ext uri="{FF2B5EF4-FFF2-40B4-BE49-F238E27FC236}">
                    <a16:creationId xmlns:a16="http://schemas.microsoft.com/office/drawing/2014/main" id="{1DD07B1B-9157-D144-B0C2-99FD1698F34D}"/>
                  </a:ext>
                </a:extLst>
              </p:cNvPr>
              <p:cNvSpPr>
                <a:spLocks/>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ToS</a:t>
                </a:r>
              </a:p>
            </p:txBody>
          </p:sp>
        </p:grpSp>
        <p:sp>
          <p:nvSpPr>
            <p:cNvPr id="191" name="Rectangle 35">
              <a:extLst>
                <a:ext uri="{FF2B5EF4-FFF2-40B4-BE49-F238E27FC236}">
                  <a16:creationId xmlns:a16="http://schemas.microsoft.com/office/drawing/2014/main" id="{14434360-08B9-C145-8DE7-06A311851833}"/>
                </a:ext>
              </a:extLst>
            </p:cNvPr>
            <p:cNvSpPr>
              <a:spLocks/>
            </p:cNvSpPr>
            <p:nvPr/>
          </p:nvSpPr>
          <p:spPr bwMode="auto">
            <a:xfrm>
              <a:off x="8187547" y="4342363"/>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22</a:t>
              </a:r>
            </a:p>
          </p:txBody>
        </p:sp>
        <p:sp>
          <p:nvSpPr>
            <p:cNvPr id="193" name="Rectangle 32">
              <a:extLst>
                <a:ext uri="{FF2B5EF4-FFF2-40B4-BE49-F238E27FC236}">
                  <a16:creationId xmlns:a16="http://schemas.microsoft.com/office/drawing/2014/main" id="{B0EC3C66-AC13-324E-8D9B-02EB01198483}"/>
                </a:ext>
              </a:extLst>
            </p:cNvPr>
            <p:cNvSpPr>
              <a:spLocks/>
            </p:cNvSpPr>
            <p:nvPr/>
          </p:nvSpPr>
          <p:spPr bwMode="auto">
            <a:xfrm>
              <a:off x="4898315" y="4382264"/>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grpSp>
      <p:grpSp>
        <p:nvGrpSpPr>
          <p:cNvPr id="7" name="Group 6">
            <a:extLst>
              <a:ext uri="{FF2B5EF4-FFF2-40B4-BE49-F238E27FC236}">
                <a16:creationId xmlns:a16="http://schemas.microsoft.com/office/drawing/2014/main" id="{70D204D1-8DDC-A743-9FC3-3E5918DF3E22}"/>
              </a:ext>
            </a:extLst>
          </p:cNvPr>
          <p:cNvGrpSpPr/>
          <p:nvPr/>
        </p:nvGrpSpPr>
        <p:grpSpPr>
          <a:xfrm>
            <a:off x="914400" y="5202287"/>
            <a:ext cx="8816534" cy="910324"/>
            <a:chOff x="914400" y="5202287"/>
            <a:chExt cx="8816534" cy="910324"/>
          </a:xfrm>
        </p:grpSpPr>
        <p:grpSp>
          <p:nvGrpSpPr>
            <p:cNvPr id="194" name="Group 193">
              <a:extLst>
                <a:ext uri="{FF2B5EF4-FFF2-40B4-BE49-F238E27FC236}">
                  <a16:creationId xmlns:a16="http://schemas.microsoft.com/office/drawing/2014/main" id="{07921EF8-4B3F-E94A-B9DD-CF0D8E0B9DBB}"/>
                </a:ext>
              </a:extLst>
            </p:cNvPr>
            <p:cNvGrpSpPr/>
            <p:nvPr/>
          </p:nvGrpSpPr>
          <p:grpSpPr>
            <a:xfrm>
              <a:off x="914400" y="5202287"/>
              <a:ext cx="8816534" cy="537306"/>
              <a:chOff x="908298" y="1842896"/>
              <a:chExt cx="8816534" cy="537306"/>
            </a:xfrm>
          </p:grpSpPr>
          <p:sp>
            <p:nvSpPr>
              <p:cNvPr id="195" name="Rectangle 5">
                <a:extLst>
                  <a:ext uri="{FF2B5EF4-FFF2-40B4-BE49-F238E27FC236}">
                    <a16:creationId xmlns:a16="http://schemas.microsoft.com/office/drawing/2014/main" id="{0A5F6015-04EF-0B44-991D-9F343825DF60}"/>
                  </a:ext>
                </a:extLst>
              </p:cNvPr>
              <p:cNvSpPr>
                <a:spLocks/>
              </p:cNvSpPr>
              <p:nvPr/>
            </p:nvSpPr>
            <p:spPr bwMode="auto">
              <a:xfrm>
                <a:off x="916112"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96" name="Rectangle 6">
                <a:extLst>
                  <a:ext uri="{FF2B5EF4-FFF2-40B4-BE49-F238E27FC236}">
                    <a16:creationId xmlns:a16="http://schemas.microsoft.com/office/drawing/2014/main" id="{218413A2-3D7F-BB40-A021-75B3072AC17E}"/>
                  </a:ext>
                </a:extLst>
              </p:cNvPr>
              <p:cNvSpPr>
                <a:spLocks/>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Switch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a:t>
                </a:r>
              </a:p>
            </p:txBody>
          </p:sp>
          <p:sp>
            <p:nvSpPr>
              <p:cNvPr id="197" name="Rectangle 7">
                <a:extLst>
                  <a:ext uri="{FF2B5EF4-FFF2-40B4-BE49-F238E27FC236}">
                    <a16:creationId xmlns:a16="http://schemas.microsoft.com/office/drawing/2014/main" id="{34A22EBA-8429-314E-AE49-1623B70B5717}"/>
                  </a:ext>
                </a:extLst>
              </p:cNvPr>
              <p:cNvSpPr>
                <a:spLocks/>
              </p:cNvSpPr>
              <p:nvPr/>
            </p:nvSpPr>
            <p:spPr bwMode="auto">
              <a:xfrm>
                <a:off x="157694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98" name="Rectangle 8">
                <a:extLst>
                  <a:ext uri="{FF2B5EF4-FFF2-40B4-BE49-F238E27FC236}">
                    <a16:creationId xmlns:a16="http://schemas.microsoft.com/office/drawing/2014/main" id="{4DA92BC3-7BB5-B34B-A2E1-C2D17235BA33}"/>
                  </a:ext>
                </a:extLst>
              </p:cNvPr>
              <p:cNvSpPr>
                <a:spLocks/>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199" name="Rectangle 9">
                <a:extLst>
                  <a:ext uri="{FF2B5EF4-FFF2-40B4-BE49-F238E27FC236}">
                    <a16:creationId xmlns:a16="http://schemas.microsoft.com/office/drawing/2014/main" id="{17C7CA13-2C51-DC4F-80B3-9E5405746CD0}"/>
                  </a:ext>
                </a:extLst>
              </p:cNvPr>
              <p:cNvSpPr>
                <a:spLocks/>
              </p:cNvSpPr>
              <p:nvPr/>
            </p:nvSpPr>
            <p:spPr bwMode="auto">
              <a:xfrm>
                <a:off x="223889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57" name="Rectangle 10">
                <a:extLst>
                  <a:ext uri="{FF2B5EF4-FFF2-40B4-BE49-F238E27FC236}">
                    <a16:creationId xmlns:a16="http://schemas.microsoft.com/office/drawing/2014/main" id="{8FCB679B-2DE4-0C47-99E7-0AC048D01132}"/>
                  </a:ext>
                </a:extLst>
              </p:cNvPr>
              <p:cNvSpPr>
                <a:spLocks/>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258" name="Rectangle 11">
                <a:extLst>
                  <a:ext uri="{FF2B5EF4-FFF2-40B4-BE49-F238E27FC236}">
                    <a16:creationId xmlns:a16="http://schemas.microsoft.com/office/drawing/2014/main" id="{4D6953E0-158F-E94E-BDF0-75FBB13562F7}"/>
                  </a:ext>
                </a:extLst>
              </p:cNvPr>
              <p:cNvSpPr>
                <a:spLocks/>
              </p:cNvSpPr>
              <p:nvPr/>
            </p:nvSpPr>
            <p:spPr bwMode="auto">
              <a:xfrm>
                <a:off x="290865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59" name="Rectangle 12">
                <a:extLst>
                  <a:ext uri="{FF2B5EF4-FFF2-40B4-BE49-F238E27FC236}">
                    <a16:creationId xmlns:a16="http://schemas.microsoft.com/office/drawing/2014/main" id="{12985EE5-BB23-9B46-B2FD-D093AEE85768}"/>
                  </a:ext>
                </a:extLst>
              </p:cNvPr>
              <p:cNvSpPr>
                <a:spLocks/>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type</a:t>
                </a:r>
              </a:p>
            </p:txBody>
          </p:sp>
          <p:sp>
            <p:nvSpPr>
              <p:cNvPr id="260" name="Rectangle 13">
                <a:extLst>
                  <a:ext uri="{FF2B5EF4-FFF2-40B4-BE49-F238E27FC236}">
                    <a16:creationId xmlns:a16="http://schemas.microsoft.com/office/drawing/2014/main" id="{901A8102-2758-F446-9353-966176F4832D}"/>
                  </a:ext>
                </a:extLst>
              </p:cNvPr>
              <p:cNvSpPr>
                <a:spLocks/>
              </p:cNvSpPr>
              <p:nvPr/>
            </p:nvSpPr>
            <p:spPr bwMode="auto">
              <a:xfrm>
                <a:off x="357060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1" name="Rectangle 14">
                <a:extLst>
                  <a:ext uri="{FF2B5EF4-FFF2-40B4-BE49-F238E27FC236}">
                    <a16:creationId xmlns:a16="http://schemas.microsoft.com/office/drawing/2014/main" id="{50681195-E620-894B-A31E-991F36E4A1A7}"/>
                  </a:ext>
                </a:extLst>
              </p:cNvPr>
              <p:cNvSpPr>
                <a:spLocks/>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ID</a:t>
                </a:r>
              </a:p>
            </p:txBody>
          </p:sp>
          <p:sp>
            <p:nvSpPr>
              <p:cNvPr id="262" name="Rectangle 15">
                <a:extLst>
                  <a:ext uri="{FF2B5EF4-FFF2-40B4-BE49-F238E27FC236}">
                    <a16:creationId xmlns:a16="http://schemas.microsoft.com/office/drawing/2014/main" id="{96DB3AA6-CBFE-DB4E-AB1E-78303B3BFCF7}"/>
                  </a:ext>
                </a:extLst>
              </p:cNvPr>
              <p:cNvSpPr>
                <a:spLocks/>
              </p:cNvSpPr>
              <p:nvPr/>
            </p:nvSpPr>
            <p:spPr bwMode="auto">
              <a:xfrm>
                <a:off x="4898598"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3" name="Rectangle 16">
                <a:extLst>
                  <a:ext uri="{FF2B5EF4-FFF2-40B4-BE49-F238E27FC236}">
                    <a16:creationId xmlns:a16="http://schemas.microsoft.com/office/drawing/2014/main" id="{C4FE2E68-A8AC-7B49-959C-F71BE98C789B}"/>
                  </a:ext>
                </a:extLst>
              </p:cNvPr>
              <p:cNvSpPr>
                <a:spLocks/>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264" name="Rectangle 17">
                <a:extLst>
                  <a:ext uri="{FF2B5EF4-FFF2-40B4-BE49-F238E27FC236}">
                    <a16:creationId xmlns:a16="http://schemas.microsoft.com/office/drawing/2014/main" id="{9574B4F7-E691-C04D-B89C-CA191374ECFE}"/>
                  </a:ext>
                </a:extLst>
              </p:cNvPr>
              <p:cNvSpPr>
                <a:spLocks/>
              </p:cNvSpPr>
              <p:nvPr/>
            </p:nvSpPr>
            <p:spPr bwMode="auto">
              <a:xfrm>
                <a:off x="5568360"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5" name="Rectangle 18">
                <a:extLst>
                  <a:ext uri="{FF2B5EF4-FFF2-40B4-BE49-F238E27FC236}">
                    <a16:creationId xmlns:a16="http://schemas.microsoft.com/office/drawing/2014/main" id="{68BFEFFF-DB56-694D-90A4-51E3FEE7F819}"/>
                  </a:ext>
                </a:extLst>
              </p:cNvPr>
              <p:cNvSpPr>
                <a:spLocks/>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266" name="Rectangle 19">
                <a:extLst>
                  <a:ext uri="{FF2B5EF4-FFF2-40B4-BE49-F238E27FC236}">
                    <a16:creationId xmlns:a16="http://schemas.microsoft.com/office/drawing/2014/main" id="{0D921F8B-2B4A-7142-95C0-460B9891A54F}"/>
                  </a:ext>
                </a:extLst>
              </p:cNvPr>
              <p:cNvSpPr>
                <a:spLocks/>
              </p:cNvSpPr>
              <p:nvPr/>
            </p:nvSpPr>
            <p:spPr bwMode="auto">
              <a:xfrm>
                <a:off x="6230308"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7" name="Rectangle 20">
                <a:extLst>
                  <a:ext uri="{FF2B5EF4-FFF2-40B4-BE49-F238E27FC236}">
                    <a16:creationId xmlns:a16="http://schemas.microsoft.com/office/drawing/2014/main" id="{73B158BE-2D4C-BB4C-B9E2-72FB1C352807}"/>
                  </a:ext>
                </a:extLst>
              </p:cNvPr>
              <p:cNvSpPr>
                <a:spLocks/>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Prot</a:t>
                </a:r>
              </a:p>
            </p:txBody>
          </p:sp>
          <p:sp>
            <p:nvSpPr>
              <p:cNvPr id="268" name="Rectangle 21">
                <a:extLst>
                  <a:ext uri="{FF2B5EF4-FFF2-40B4-BE49-F238E27FC236}">
                    <a16:creationId xmlns:a16="http://schemas.microsoft.com/office/drawing/2014/main" id="{21BC995C-EA10-8A4A-86C9-09E9D18A5CFC}"/>
                  </a:ext>
                </a:extLst>
              </p:cNvPr>
              <p:cNvSpPr>
                <a:spLocks/>
              </p:cNvSpPr>
              <p:nvPr/>
            </p:nvSpPr>
            <p:spPr bwMode="auto">
              <a:xfrm>
                <a:off x="7551454"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9" name="Rectangle 22">
                <a:extLst>
                  <a:ext uri="{FF2B5EF4-FFF2-40B4-BE49-F238E27FC236}">
                    <a16:creationId xmlns:a16="http://schemas.microsoft.com/office/drawing/2014/main" id="{A7CF76F0-7B38-514E-8F35-21857DFF5967}"/>
                  </a:ext>
                </a:extLst>
              </p:cNvPr>
              <p:cNvSpPr>
                <a:spLocks/>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s-port</a:t>
                </a:r>
              </a:p>
            </p:txBody>
          </p:sp>
          <p:sp>
            <p:nvSpPr>
              <p:cNvPr id="270" name="Rectangle 23">
                <a:extLst>
                  <a:ext uri="{FF2B5EF4-FFF2-40B4-BE49-F238E27FC236}">
                    <a16:creationId xmlns:a16="http://schemas.microsoft.com/office/drawing/2014/main" id="{93987477-D8FA-DA45-8852-6C39439B8089}"/>
                  </a:ext>
                </a:extLst>
              </p:cNvPr>
              <p:cNvSpPr>
                <a:spLocks/>
              </p:cNvSpPr>
              <p:nvPr/>
            </p:nvSpPr>
            <p:spPr bwMode="auto">
              <a:xfrm>
                <a:off x="8221216"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1" name="Rectangle 24">
                <a:extLst>
                  <a:ext uri="{FF2B5EF4-FFF2-40B4-BE49-F238E27FC236}">
                    <a16:creationId xmlns:a16="http://schemas.microsoft.com/office/drawing/2014/main" id="{72A25E18-29FD-B54E-93AB-BFBD1F5E4C07}"/>
                  </a:ext>
                </a:extLst>
              </p:cNvPr>
              <p:cNvSpPr>
                <a:spLocks/>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d-port</a:t>
                </a:r>
              </a:p>
            </p:txBody>
          </p:sp>
          <p:sp>
            <p:nvSpPr>
              <p:cNvPr id="272" name="Rectangle 25">
                <a:extLst>
                  <a:ext uri="{FF2B5EF4-FFF2-40B4-BE49-F238E27FC236}">
                    <a16:creationId xmlns:a16="http://schemas.microsoft.com/office/drawing/2014/main" id="{ECF746A0-10FF-564E-B0C2-FDF04E94DBF2}"/>
                  </a:ext>
                </a:extLst>
              </p:cNvPr>
              <p:cNvSpPr>
                <a:spLocks/>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3" name="Rectangle 26">
                <a:extLst>
                  <a:ext uri="{FF2B5EF4-FFF2-40B4-BE49-F238E27FC236}">
                    <a16:creationId xmlns:a16="http://schemas.microsoft.com/office/drawing/2014/main" id="{FCC55685-57B0-C04F-89AF-A3B4CAC4C861}"/>
                  </a:ext>
                </a:extLst>
              </p:cNvPr>
              <p:cNvSpPr>
                <a:spLocks/>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Action</a:t>
                </a:r>
              </a:p>
            </p:txBody>
          </p:sp>
          <p:sp>
            <p:nvSpPr>
              <p:cNvPr id="274" name="Rectangle 13">
                <a:extLst>
                  <a:ext uri="{FF2B5EF4-FFF2-40B4-BE49-F238E27FC236}">
                    <a16:creationId xmlns:a16="http://schemas.microsoft.com/office/drawing/2014/main" id="{87CD17FF-C15F-BD4E-93F5-C59B4506232B}"/>
                  </a:ext>
                </a:extLst>
              </p:cNvPr>
              <p:cNvSpPr>
                <a:spLocks/>
              </p:cNvSpPr>
              <p:nvPr/>
            </p:nvSpPr>
            <p:spPr bwMode="auto">
              <a:xfrm>
                <a:off x="4231002" y="1846643"/>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5" name="Rectangle 14">
                <a:extLst>
                  <a:ext uri="{FF2B5EF4-FFF2-40B4-BE49-F238E27FC236}">
                    <a16:creationId xmlns:a16="http://schemas.microsoft.com/office/drawing/2014/main" id="{2238CFE9-E305-8F4D-8279-4F47300266CA}"/>
                  </a:ext>
                </a:extLst>
              </p:cNvPr>
              <p:cNvSpPr>
                <a:spLocks/>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Pri</a:t>
                </a:r>
              </a:p>
            </p:txBody>
          </p:sp>
          <p:sp>
            <p:nvSpPr>
              <p:cNvPr id="276" name="Rectangle 19">
                <a:extLst>
                  <a:ext uri="{FF2B5EF4-FFF2-40B4-BE49-F238E27FC236}">
                    <a16:creationId xmlns:a16="http://schemas.microsoft.com/office/drawing/2014/main" id="{487609AB-80CB-C641-A595-4C81B4D321EC}"/>
                  </a:ext>
                </a:extLst>
              </p:cNvPr>
              <p:cNvSpPr>
                <a:spLocks/>
              </p:cNvSpPr>
              <p:nvPr/>
            </p:nvSpPr>
            <p:spPr bwMode="auto">
              <a:xfrm>
                <a:off x="6890708" y="1853623"/>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7" name="Rectangle 20">
                <a:extLst>
                  <a:ext uri="{FF2B5EF4-FFF2-40B4-BE49-F238E27FC236}">
                    <a16:creationId xmlns:a16="http://schemas.microsoft.com/office/drawing/2014/main" id="{083990C2-30DC-B24D-89EC-C954EEAA5527}"/>
                  </a:ext>
                </a:extLst>
              </p:cNvPr>
              <p:cNvSpPr>
                <a:spLocks/>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ToS</a:t>
                </a:r>
              </a:p>
            </p:txBody>
          </p:sp>
        </p:grpSp>
        <p:sp>
          <p:nvSpPr>
            <p:cNvPr id="278" name="Rectangle 3">
              <a:extLst>
                <a:ext uri="{FF2B5EF4-FFF2-40B4-BE49-F238E27FC236}">
                  <a16:creationId xmlns:a16="http://schemas.microsoft.com/office/drawing/2014/main" id="{3D538A99-E373-2843-A395-0BCD8CEA89D4}"/>
                </a:ext>
              </a:extLst>
            </p:cNvPr>
            <p:cNvSpPr>
              <a:spLocks/>
            </p:cNvSpPr>
            <p:nvPr/>
          </p:nvSpPr>
          <p:spPr bwMode="auto">
            <a:xfrm>
              <a:off x="914400"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79" name="Rectangle 27">
              <a:extLst>
                <a:ext uri="{FF2B5EF4-FFF2-40B4-BE49-F238E27FC236}">
                  <a16:creationId xmlns:a16="http://schemas.microsoft.com/office/drawing/2014/main" id="{7592C1BA-488D-F341-B343-A07F6E1D11A3}"/>
                </a:ext>
              </a:extLst>
            </p:cNvPr>
            <p:cNvSpPr>
              <a:spLocks/>
            </p:cNvSpPr>
            <p:nvPr/>
          </p:nvSpPr>
          <p:spPr bwMode="auto">
            <a:xfrm>
              <a:off x="1574800"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0" name="Rectangle 28">
              <a:extLst>
                <a:ext uri="{FF2B5EF4-FFF2-40B4-BE49-F238E27FC236}">
                  <a16:creationId xmlns:a16="http://schemas.microsoft.com/office/drawing/2014/main" id="{EB6E85EC-CDDC-574B-BC87-267E65A4F156}"/>
                </a:ext>
              </a:extLst>
            </p:cNvPr>
            <p:cNvSpPr>
              <a:spLocks/>
            </p:cNvSpPr>
            <p:nvPr/>
          </p:nvSpPr>
          <p:spPr bwMode="auto">
            <a:xfrm>
              <a:off x="2003425" y="5791936"/>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1" name="Rectangle 29">
              <a:extLst>
                <a:ext uri="{FF2B5EF4-FFF2-40B4-BE49-F238E27FC236}">
                  <a16:creationId xmlns:a16="http://schemas.microsoft.com/office/drawing/2014/main" id="{2CE31FDA-E835-2C43-80A4-494731B46A64}"/>
                </a:ext>
              </a:extLst>
            </p:cNvPr>
            <p:cNvSpPr>
              <a:spLocks/>
            </p:cNvSpPr>
            <p:nvPr/>
          </p:nvSpPr>
          <p:spPr bwMode="auto">
            <a:xfrm>
              <a:off x="2895600" y="5791936"/>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2" name="Rectangle 30">
              <a:extLst>
                <a:ext uri="{FF2B5EF4-FFF2-40B4-BE49-F238E27FC236}">
                  <a16:creationId xmlns:a16="http://schemas.microsoft.com/office/drawing/2014/main" id="{637AED49-0E95-FB47-8B81-2E5FA378CE94}"/>
                </a:ext>
              </a:extLst>
            </p:cNvPr>
            <p:cNvSpPr>
              <a:spLocks/>
            </p:cNvSpPr>
            <p:nvPr/>
          </p:nvSpPr>
          <p:spPr bwMode="auto">
            <a:xfrm>
              <a:off x="3557588"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3" name="Rectangle 31">
              <a:extLst>
                <a:ext uri="{FF2B5EF4-FFF2-40B4-BE49-F238E27FC236}">
                  <a16:creationId xmlns:a16="http://schemas.microsoft.com/office/drawing/2014/main" id="{E29B6916-0DE6-8F40-B29F-353E3767D79D}"/>
                </a:ext>
              </a:extLst>
            </p:cNvPr>
            <p:cNvSpPr>
              <a:spLocks/>
            </p:cNvSpPr>
            <p:nvPr/>
          </p:nvSpPr>
          <p:spPr bwMode="auto">
            <a:xfrm>
              <a:off x="4217988"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4" name="Rectangle 32">
              <a:extLst>
                <a:ext uri="{FF2B5EF4-FFF2-40B4-BE49-F238E27FC236}">
                  <a16:creationId xmlns:a16="http://schemas.microsoft.com/office/drawing/2014/main" id="{9FBE9C2F-CFA2-9F4D-9EEA-B603925D89D6}"/>
                </a:ext>
              </a:extLst>
            </p:cNvPr>
            <p:cNvSpPr>
              <a:spLocks/>
            </p:cNvSpPr>
            <p:nvPr/>
          </p:nvSpPr>
          <p:spPr bwMode="auto">
            <a:xfrm>
              <a:off x="5618921" y="5781799"/>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5" name="Rectangle 33">
              <a:extLst>
                <a:ext uri="{FF2B5EF4-FFF2-40B4-BE49-F238E27FC236}">
                  <a16:creationId xmlns:a16="http://schemas.microsoft.com/office/drawing/2014/main" id="{8F7452E9-7359-A848-8C21-AD6F9EF2B2D1}"/>
                </a:ext>
              </a:extLst>
            </p:cNvPr>
            <p:cNvSpPr>
              <a:spLocks/>
            </p:cNvSpPr>
            <p:nvPr/>
          </p:nvSpPr>
          <p:spPr bwMode="auto">
            <a:xfrm>
              <a:off x="6288846"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6" name="Rectangle 34">
              <a:extLst>
                <a:ext uri="{FF2B5EF4-FFF2-40B4-BE49-F238E27FC236}">
                  <a16:creationId xmlns:a16="http://schemas.microsoft.com/office/drawing/2014/main" id="{C7FC204D-475E-B44A-907D-705ACD7336D8}"/>
                </a:ext>
              </a:extLst>
            </p:cNvPr>
            <p:cNvSpPr>
              <a:spLocks/>
            </p:cNvSpPr>
            <p:nvPr/>
          </p:nvSpPr>
          <p:spPr bwMode="auto">
            <a:xfrm>
              <a:off x="6949246" y="5791936"/>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7" name="Rectangle 35">
              <a:extLst>
                <a:ext uri="{FF2B5EF4-FFF2-40B4-BE49-F238E27FC236}">
                  <a16:creationId xmlns:a16="http://schemas.microsoft.com/office/drawing/2014/main" id="{4B9C886A-4915-D245-93DB-9F1DA8798E60}"/>
                </a:ext>
              </a:extLst>
            </p:cNvPr>
            <p:cNvSpPr>
              <a:spLocks/>
            </p:cNvSpPr>
            <p:nvPr/>
          </p:nvSpPr>
          <p:spPr bwMode="auto">
            <a:xfrm>
              <a:off x="7576332" y="578844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8" name="Rectangle 36">
              <a:extLst>
                <a:ext uri="{FF2B5EF4-FFF2-40B4-BE49-F238E27FC236}">
                  <a16:creationId xmlns:a16="http://schemas.microsoft.com/office/drawing/2014/main" id="{BB727D3E-2308-E141-AE05-DE74EB48D318}"/>
                </a:ext>
              </a:extLst>
            </p:cNvPr>
            <p:cNvSpPr>
              <a:spLocks/>
            </p:cNvSpPr>
            <p:nvPr/>
          </p:nvSpPr>
          <p:spPr bwMode="auto">
            <a:xfrm>
              <a:off x="8967470" y="5734462"/>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drop</a:t>
              </a:r>
            </a:p>
          </p:txBody>
        </p:sp>
        <p:sp>
          <p:nvSpPr>
            <p:cNvPr id="289" name="Rectangle 35">
              <a:extLst>
                <a:ext uri="{FF2B5EF4-FFF2-40B4-BE49-F238E27FC236}">
                  <a16:creationId xmlns:a16="http://schemas.microsoft.com/office/drawing/2014/main" id="{3F333C50-5FDD-3A4C-9EC2-303F354A0CFE}"/>
                </a:ext>
              </a:extLst>
            </p:cNvPr>
            <p:cNvSpPr>
              <a:spLocks/>
            </p:cNvSpPr>
            <p:nvPr/>
          </p:nvSpPr>
          <p:spPr bwMode="auto">
            <a:xfrm>
              <a:off x="8181322" y="5791129"/>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90" name="Rectangle 32">
              <a:extLst>
                <a:ext uri="{FF2B5EF4-FFF2-40B4-BE49-F238E27FC236}">
                  <a16:creationId xmlns:a16="http://schemas.microsoft.com/office/drawing/2014/main" id="{5B8DF240-DF5F-684C-BD17-FF8BBD2A857A}"/>
                </a:ext>
              </a:extLst>
            </p:cNvPr>
            <p:cNvSpPr>
              <a:spLocks/>
            </p:cNvSpPr>
            <p:nvPr/>
          </p:nvSpPr>
          <p:spPr bwMode="auto">
            <a:xfrm>
              <a:off x="4834217" y="5750006"/>
              <a:ext cx="79108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128.119.1.1</a:t>
              </a:r>
            </a:p>
          </p:txBody>
        </p:sp>
      </p:grpSp>
      <p:sp>
        <p:nvSpPr>
          <p:cNvPr id="139" name="Slide Number Placeholder 3">
            <a:extLst>
              <a:ext uri="{FF2B5EF4-FFF2-40B4-BE49-F238E27FC236}">
                <a16:creationId xmlns:a16="http://schemas.microsoft.com/office/drawing/2014/main" id="{EFB5062F-EFE8-6D43-B7D3-4E78EAF54E50}"/>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65</a:t>
            </a:fld>
            <a:endParaRPr lang="en-US" dirty="0"/>
          </a:p>
        </p:txBody>
      </p:sp>
    </p:spTree>
    <p:extLst>
      <p:ext uri="{BB962C8B-B14F-4D97-AF65-F5344CB8AC3E}">
        <p14:creationId xmlns:p14="http://schemas.microsoft.com/office/powerpoint/2010/main" val="11421295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par>
                          <p:cTn id="8" fill="hold">
                            <p:stCondLst>
                              <p:cond delay="500"/>
                            </p:stCondLst>
                            <p:childTnLst>
                              <p:par>
                                <p:cTn id="9" presetID="9" presetClass="entr" presetSubtype="0" fill="hold" grpId="0" nodeType="afterEffect">
                                  <p:stCondLst>
                                    <p:cond delay="1000"/>
                                  </p:stCondLst>
                                  <p:childTnLst>
                                    <p:set>
                                      <p:cBhvr>
                                        <p:cTn id="10" dur="1" fill="hold">
                                          <p:stCondLst>
                                            <p:cond delay="0"/>
                                          </p:stCondLst>
                                        </p:cTn>
                                        <p:tgtEl>
                                          <p:spTgt spid="89"/>
                                        </p:tgtEl>
                                        <p:attrNameLst>
                                          <p:attrName>style.visibility</p:attrName>
                                        </p:attrNameLst>
                                      </p:cBhvr>
                                      <p:to>
                                        <p:strVal val="visible"/>
                                      </p:to>
                                    </p:set>
                                    <p:animEffect transition="in" filter="dissolve">
                                      <p:cBhvr>
                                        <p:cTn id="11" dur="500"/>
                                        <p:tgtEl>
                                          <p:spTgt spid="89"/>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dissolve">
                                      <p:cBhvr>
                                        <p:cTn id="16" dur="500"/>
                                        <p:tgtEl>
                                          <p:spTgt spid="3"/>
                                        </p:tgtEl>
                                      </p:cBhvr>
                                    </p:animEffect>
                                  </p:childTnLst>
                                </p:cTn>
                              </p:par>
                            </p:childTnLst>
                          </p:cTn>
                        </p:par>
                        <p:par>
                          <p:cTn id="17" fill="hold">
                            <p:stCondLst>
                              <p:cond delay="500"/>
                            </p:stCondLst>
                            <p:childTnLst>
                              <p:par>
                                <p:cTn id="18" presetID="9" presetClass="entr" presetSubtype="0" fill="hold" grpId="0" nodeType="afterEffect">
                                  <p:stCondLst>
                                    <p:cond delay="1000"/>
                                  </p:stCondLst>
                                  <p:childTnLst>
                                    <p:set>
                                      <p:cBhvr>
                                        <p:cTn id="19" dur="1" fill="hold">
                                          <p:stCondLst>
                                            <p:cond delay="0"/>
                                          </p:stCondLst>
                                        </p:cTn>
                                        <p:tgtEl>
                                          <p:spTgt spid="175"/>
                                        </p:tgtEl>
                                        <p:attrNameLst>
                                          <p:attrName>style.visibility</p:attrName>
                                        </p:attrNameLst>
                                      </p:cBhvr>
                                      <p:to>
                                        <p:strVal val="visible"/>
                                      </p:to>
                                    </p:set>
                                    <p:animEffect transition="in" filter="dissolve">
                                      <p:cBhvr>
                                        <p:cTn id="20" dur="500"/>
                                        <p:tgtEl>
                                          <p:spTgt spid="175"/>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7"/>
                                        </p:tgtEl>
                                        <p:attrNameLst>
                                          <p:attrName>style.visibility</p:attrName>
                                        </p:attrNameLst>
                                      </p:cBhvr>
                                      <p:to>
                                        <p:strVal val="visible"/>
                                      </p:to>
                                    </p:set>
                                    <p:animEffect transition="in" filter="dissolve">
                                      <p:cBhvr>
                                        <p:cTn id="25" dur="500"/>
                                        <p:tgtEl>
                                          <p:spTgt spid="7"/>
                                        </p:tgtEl>
                                      </p:cBhvr>
                                    </p:animEffect>
                                  </p:childTnLst>
                                </p:cTn>
                              </p:par>
                            </p:childTnLst>
                          </p:cTn>
                        </p:par>
                        <p:par>
                          <p:cTn id="26" fill="hold">
                            <p:stCondLst>
                              <p:cond delay="500"/>
                            </p:stCondLst>
                            <p:childTnLst>
                              <p:par>
                                <p:cTn id="27" presetID="9" presetClass="entr" presetSubtype="0" fill="hold" grpId="0" nodeType="afterEffect">
                                  <p:stCondLst>
                                    <p:cond delay="1000"/>
                                  </p:stCondLst>
                                  <p:childTnLst>
                                    <p:set>
                                      <p:cBhvr>
                                        <p:cTn id="28" dur="1" fill="hold">
                                          <p:stCondLst>
                                            <p:cond delay="0"/>
                                          </p:stCondLst>
                                        </p:cTn>
                                        <p:tgtEl>
                                          <p:spTgt spid="210"/>
                                        </p:tgtEl>
                                        <p:attrNameLst>
                                          <p:attrName>style.visibility</p:attrName>
                                        </p:attrNameLst>
                                      </p:cBhvr>
                                      <p:to>
                                        <p:strVal val="visible"/>
                                      </p:to>
                                    </p:set>
                                    <p:animEffect transition="in" filter="dissolve">
                                      <p:cBhvr>
                                        <p:cTn id="29" dur="500"/>
                                        <p:tgtEl>
                                          <p:spTgt spid="2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p:bldP spid="175" grpId="0"/>
      <p:bldP spid="210" grpId="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examples</a:t>
            </a:r>
          </a:p>
        </p:txBody>
      </p:sp>
      <p:sp>
        <p:nvSpPr>
          <p:cNvPr id="54" name="Rectangle 2">
            <a:extLst>
              <a:ext uri="{FF2B5EF4-FFF2-40B4-BE49-F238E27FC236}">
                <a16:creationId xmlns:a16="http://schemas.microsoft.com/office/drawing/2014/main" id="{E453A9EB-8E25-5848-9167-008BB1389040}"/>
              </a:ext>
            </a:extLst>
          </p:cNvPr>
          <p:cNvSpPr>
            <a:spLocks/>
          </p:cNvSpPr>
          <p:nvPr/>
        </p:nvSpPr>
        <p:spPr bwMode="auto">
          <a:xfrm>
            <a:off x="914400" y="1558262"/>
            <a:ext cx="472616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rPr>
              <a:t>Layer 2 destination-based forwarding:</a:t>
            </a:r>
          </a:p>
        </p:txBody>
      </p:sp>
      <p:sp>
        <p:nvSpPr>
          <p:cNvPr id="89" name="Rectangle 2">
            <a:extLst>
              <a:ext uri="{FF2B5EF4-FFF2-40B4-BE49-F238E27FC236}">
                <a16:creationId xmlns:a16="http://schemas.microsoft.com/office/drawing/2014/main" id="{526E2F5F-20F8-C742-A735-6EA6D01366B2}"/>
              </a:ext>
            </a:extLst>
          </p:cNvPr>
          <p:cNvSpPr>
            <a:spLocks/>
          </p:cNvSpPr>
          <p:nvPr/>
        </p:nvSpPr>
        <p:spPr bwMode="auto">
          <a:xfrm>
            <a:off x="914400" y="3287099"/>
            <a:ext cx="9342781" cy="615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layer 2 frames with destination  MAC address 22:A7:23:11:E1:02 should be forwarded to output port 3 </a:t>
            </a:r>
          </a:p>
        </p:txBody>
      </p:sp>
      <p:grpSp>
        <p:nvGrpSpPr>
          <p:cNvPr id="119" name="Group 118">
            <a:extLst>
              <a:ext uri="{FF2B5EF4-FFF2-40B4-BE49-F238E27FC236}">
                <a16:creationId xmlns:a16="http://schemas.microsoft.com/office/drawing/2014/main" id="{04FE93C3-7F2B-9B41-BCB9-79CBD116C450}"/>
              </a:ext>
            </a:extLst>
          </p:cNvPr>
          <p:cNvGrpSpPr/>
          <p:nvPr/>
        </p:nvGrpSpPr>
        <p:grpSpPr>
          <a:xfrm>
            <a:off x="914400" y="2912790"/>
            <a:ext cx="8729763" cy="396694"/>
            <a:chOff x="685800" y="2252402"/>
            <a:chExt cx="8729763" cy="396694"/>
          </a:xfrm>
        </p:grpSpPr>
        <p:sp>
          <p:nvSpPr>
            <p:cNvPr id="120" name="Rectangle 3">
              <a:extLst>
                <a:ext uri="{FF2B5EF4-FFF2-40B4-BE49-F238E27FC236}">
                  <a16:creationId xmlns:a16="http://schemas.microsoft.com/office/drawing/2014/main" id="{9848C67A-904B-374D-BC21-BF6414ADCD81}"/>
                </a:ext>
              </a:extLst>
            </p:cNvPr>
            <p:cNvSpPr>
              <a:spLocks/>
            </p:cNvSpPr>
            <p:nvPr/>
          </p:nvSpPr>
          <p:spPr bwMode="auto">
            <a:xfrm>
              <a:off x="685800"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1" name="Rectangle 28">
              <a:extLst>
                <a:ext uri="{FF2B5EF4-FFF2-40B4-BE49-F238E27FC236}">
                  <a16:creationId xmlns:a16="http://schemas.microsoft.com/office/drawing/2014/main" id="{1810A5C8-98D3-6947-919D-475505571C07}"/>
                </a:ext>
              </a:extLst>
            </p:cNvPr>
            <p:cNvSpPr>
              <a:spLocks/>
            </p:cNvSpPr>
            <p:nvPr/>
          </p:nvSpPr>
          <p:spPr bwMode="auto">
            <a:xfrm>
              <a:off x="1116937" y="2301413"/>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2" name="Rectangle 29">
              <a:extLst>
                <a:ext uri="{FF2B5EF4-FFF2-40B4-BE49-F238E27FC236}">
                  <a16:creationId xmlns:a16="http://schemas.microsoft.com/office/drawing/2014/main" id="{E6EDAC02-F7BE-1041-A899-04B5F0BF2A64}"/>
                </a:ext>
              </a:extLst>
            </p:cNvPr>
            <p:cNvSpPr>
              <a:spLocks/>
            </p:cNvSpPr>
            <p:nvPr/>
          </p:nvSpPr>
          <p:spPr bwMode="auto">
            <a:xfrm>
              <a:off x="2667000" y="2312988"/>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3" name="Rectangle 30">
              <a:extLst>
                <a:ext uri="{FF2B5EF4-FFF2-40B4-BE49-F238E27FC236}">
                  <a16:creationId xmlns:a16="http://schemas.microsoft.com/office/drawing/2014/main" id="{9C071D85-304A-F84A-8D62-00CD69704AA4}"/>
                </a:ext>
              </a:extLst>
            </p:cNvPr>
            <p:cNvSpPr>
              <a:spLocks/>
            </p:cNvSpPr>
            <p:nvPr/>
          </p:nvSpPr>
          <p:spPr bwMode="auto">
            <a:xfrm>
              <a:off x="3328988"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4" name="Rectangle 31">
              <a:extLst>
                <a:ext uri="{FF2B5EF4-FFF2-40B4-BE49-F238E27FC236}">
                  <a16:creationId xmlns:a16="http://schemas.microsoft.com/office/drawing/2014/main" id="{C8E35E78-B4F2-8344-B6B9-D93EC0D91F9E}"/>
                </a:ext>
              </a:extLst>
            </p:cNvPr>
            <p:cNvSpPr>
              <a:spLocks/>
            </p:cNvSpPr>
            <p:nvPr/>
          </p:nvSpPr>
          <p:spPr bwMode="auto">
            <a:xfrm>
              <a:off x="3989388"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5" name="Rectangle 32">
              <a:extLst>
                <a:ext uri="{FF2B5EF4-FFF2-40B4-BE49-F238E27FC236}">
                  <a16:creationId xmlns:a16="http://schemas.microsoft.com/office/drawing/2014/main" id="{230156F2-085F-284F-932F-D7A6B1363EDB}"/>
                </a:ext>
              </a:extLst>
            </p:cNvPr>
            <p:cNvSpPr>
              <a:spLocks/>
            </p:cNvSpPr>
            <p:nvPr/>
          </p:nvSpPr>
          <p:spPr bwMode="auto">
            <a:xfrm>
              <a:off x="4649788"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6" name="Rectangle 33">
              <a:extLst>
                <a:ext uri="{FF2B5EF4-FFF2-40B4-BE49-F238E27FC236}">
                  <a16:creationId xmlns:a16="http://schemas.microsoft.com/office/drawing/2014/main" id="{12D0F3E6-62DD-9D49-9D39-FAEED543FDC3}"/>
                </a:ext>
              </a:extLst>
            </p:cNvPr>
            <p:cNvSpPr>
              <a:spLocks/>
            </p:cNvSpPr>
            <p:nvPr/>
          </p:nvSpPr>
          <p:spPr bwMode="auto">
            <a:xfrm>
              <a:off x="5319713"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7" name="Rectangle 34">
              <a:extLst>
                <a:ext uri="{FF2B5EF4-FFF2-40B4-BE49-F238E27FC236}">
                  <a16:creationId xmlns:a16="http://schemas.microsoft.com/office/drawing/2014/main" id="{2F0EBD6C-DF0D-2A4A-8B89-D88AEB9E622B}"/>
                </a:ext>
              </a:extLst>
            </p:cNvPr>
            <p:cNvSpPr>
              <a:spLocks/>
            </p:cNvSpPr>
            <p:nvPr/>
          </p:nvSpPr>
          <p:spPr bwMode="auto">
            <a:xfrm>
              <a:off x="5980113" y="2312988"/>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8" name="Rectangle 35">
              <a:extLst>
                <a:ext uri="{FF2B5EF4-FFF2-40B4-BE49-F238E27FC236}">
                  <a16:creationId xmlns:a16="http://schemas.microsoft.com/office/drawing/2014/main" id="{7DD7A14C-0B13-C44E-9261-ED78E7DD4F9B}"/>
                </a:ext>
              </a:extLst>
            </p:cNvPr>
            <p:cNvSpPr>
              <a:spLocks/>
            </p:cNvSpPr>
            <p:nvPr/>
          </p:nvSpPr>
          <p:spPr bwMode="auto">
            <a:xfrm>
              <a:off x="6642100"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9" name="Rectangle 36">
              <a:extLst>
                <a:ext uri="{FF2B5EF4-FFF2-40B4-BE49-F238E27FC236}">
                  <a16:creationId xmlns:a16="http://schemas.microsoft.com/office/drawing/2014/main" id="{39C785D8-4D11-5C4B-BB42-BF0057389419}"/>
                </a:ext>
              </a:extLst>
            </p:cNvPr>
            <p:cNvSpPr>
              <a:spLocks/>
            </p:cNvSpPr>
            <p:nvPr/>
          </p:nvSpPr>
          <p:spPr bwMode="auto">
            <a:xfrm>
              <a:off x="8755163" y="2255115"/>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port3</a:t>
              </a:r>
            </a:p>
          </p:txBody>
        </p:sp>
        <p:sp>
          <p:nvSpPr>
            <p:cNvPr id="130" name="Rectangle 28">
              <a:extLst>
                <a:ext uri="{FF2B5EF4-FFF2-40B4-BE49-F238E27FC236}">
                  <a16:creationId xmlns:a16="http://schemas.microsoft.com/office/drawing/2014/main" id="{C0A96BD1-4DBB-2540-A915-F9C880AA7346}"/>
                </a:ext>
              </a:extLst>
            </p:cNvPr>
            <p:cNvSpPr>
              <a:spLocks/>
            </p:cNvSpPr>
            <p:nvPr/>
          </p:nvSpPr>
          <p:spPr bwMode="auto">
            <a:xfrm>
              <a:off x="2026856" y="2252402"/>
              <a:ext cx="658813" cy="311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1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22:A7:23:</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1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11:E1:02</a:t>
              </a:r>
            </a:p>
          </p:txBody>
        </p:sp>
        <p:sp>
          <p:nvSpPr>
            <p:cNvPr id="94" name="Rectangle 35">
              <a:extLst>
                <a:ext uri="{FF2B5EF4-FFF2-40B4-BE49-F238E27FC236}">
                  <a16:creationId xmlns:a16="http://schemas.microsoft.com/office/drawing/2014/main" id="{C9472763-3FD2-D54F-B3D2-5ABDCEA0BC84}"/>
                </a:ext>
              </a:extLst>
            </p:cNvPr>
            <p:cNvSpPr>
              <a:spLocks/>
            </p:cNvSpPr>
            <p:nvPr/>
          </p:nvSpPr>
          <p:spPr bwMode="auto">
            <a:xfrm>
              <a:off x="7303786" y="2326492"/>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95" name="Rectangle 35">
              <a:extLst>
                <a:ext uri="{FF2B5EF4-FFF2-40B4-BE49-F238E27FC236}">
                  <a16:creationId xmlns:a16="http://schemas.microsoft.com/office/drawing/2014/main" id="{CFB47157-C52E-C14D-A603-BA63E0CDD7E6}"/>
                </a:ext>
              </a:extLst>
            </p:cNvPr>
            <p:cNvSpPr>
              <a:spLocks/>
            </p:cNvSpPr>
            <p:nvPr/>
          </p:nvSpPr>
          <p:spPr bwMode="auto">
            <a:xfrm>
              <a:off x="7965472" y="2328421"/>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grpSp>
      <p:grpSp>
        <p:nvGrpSpPr>
          <p:cNvPr id="42" name="Group 41">
            <a:extLst>
              <a:ext uri="{FF2B5EF4-FFF2-40B4-BE49-F238E27FC236}">
                <a16:creationId xmlns:a16="http://schemas.microsoft.com/office/drawing/2014/main" id="{11944F50-A95F-6E42-BB21-C47A46D5A227}"/>
              </a:ext>
            </a:extLst>
          </p:cNvPr>
          <p:cNvGrpSpPr/>
          <p:nvPr/>
        </p:nvGrpSpPr>
        <p:grpSpPr>
          <a:xfrm>
            <a:off x="914400" y="2179365"/>
            <a:ext cx="8816534" cy="537306"/>
            <a:chOff x="908298" y="1842896"/>
            <a:chExt cx="8816534" cy="537306"/>
          </a:xfrm>
        </p:grpSpPr>
        <p:sp>
          <p:nvSpPr>
            <p:cNvPr id="44" name="Rectangle 5">
              <a:extLst>
                <a:ext uri="{FF2B5EF4-FFF2-40B4-BE49-F238E27FC236}">
                  <a16:creationId xmlns:a16="http://schemas.microsoft.com/office/drawing/2014/main" id="{AF12B3AE-F53B-B04D-B369-C6FD02BF38BB}"/>
                </a:ext>
              </a:extLst>
            </p:cNvPr>
            <p:cNvSpPr>
              <a:spLocks/>
            </p:cNvSpPr>
            <p:nvPr/>
          </p:nvSpPr>
          <p:spPr bwMode="auto">
            <a:xfrm>
              <a:off x="916112"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45" name="Rectangle 6">
              <a:extLst>
                <a:ext uri="{FF2B5EF4-FFF2-40B4-BE49-F238E27FC236}">
                  <a16:creationId xmlns:a16="http://schemas.microsoft.com/office/drawing/2014/main" id="{69F0497B-35F0-444B-8F9E-AB98291B9A2A}"/>
                </a:ext>
              </a:extLst>
            </p:cNvPr>
            <p:cNvSpPr>
              <a:spLocks/>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Switch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a:t>
              </a:r>
            </a:p>
          </p:txBody>
        </p:sp>
        <p:sp>
          <p:nvSpPr>
            <p:cNvPr id="46" name="Rectangle 7">
              <a:extLst>
                <a:ext uri="{FF2B5EF4-FFF2-40B4-BE49-F238E27FC236}">
                  <a16:creationId xmlns:a16="http://schemas.microsoft.com/office/drawing/2014/main" id="{7964A668-1818-0D47-B45D-9AA2C7F3AB62}"/>
                </a:ext>
              </a:extLst>
            </p:cNvPr>
            <p:cNvSpPr>
              <a:spLocks/>
            </p:cNvSpPr>
            <p:nvPr/>
          </p:nvSpPr>
          <p:spPr bwMode="auto">
            <a:xfrm>
              <a:off x="157694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47" name="Rectangle 8">
              <a:extLst>
                <a:ext uri="{FF2B5EF4-FFF2-40B4-BE49-F238E27FC236}">
                  <a16:creationId xmlns:a16="http://schemas.microsoft.com/office/drawing/2014/main" id="{727FF474-27BC-164F-B477-01CE6A894C88}"/>
                </a:ext>
              </a:extLst>
            </p:cNvPr>
            <p:cNvSpPr>
              <a:spLocks/>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48" name="Rectangle 9">
              <a:extLst>
                <a:ext uri="{FF2B5EF4-FFF2-40B4-BE49-F238E27FC236}">
                  <a16:creationId xmlns:a16="http://schemas.microsoft.com/office/drawing/2014/main" id="{B7F43826-3825-A947-B8FB-82966322A6AD}"/>
                </a:ext>
              </a:extLst>
            </p:cNvPr>
            <p:cNvSpPr>
              <a:spLocks/>
            </p:cNvSpPr>
            <p:nvPr/>
          </p:nvSpPr>
          <p:spPr bwMode="auto">
            <a:xfrm>
              <a:off x="223889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49" name="Rectangle 10">
              <a:extLst>
                <a:ext uri="{FF2B5EF4-FFF2-40B4-BE49-F238E27FC236}">
                  <a16:creationId xmlns:a16="http://schemas.microsoft.com/office/drawing/2014/main" id="{DCDEA4E6-C9C4-AD4E-91A3-0CB3EF7D5B3B}"/>
                </a:ext>
              </a:extLst>
            </p:cNvPr>
            <p:cNvSpPr>
              <a:spLocks/>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50" name="Rectangle 11">
              <a:extLst>
                <a:ext uri="{FF2B5EF4-FFF2-40B4-BE49-F238E27FC236}">
                  <a16:creationId xmlns:a16="http://schemas.microsoft.com/office/drawing/2014/main" id="{E3C8548B-EA9C-8246-9987-869920B43441}"/>
                </a:ext>
              </a:extLst>
            </p:cNvPr>
            <p:cNvSpPr>
              <a:spLocks/>
            </p:cNvSpPr>
            <p:nvPr/>
          </p:nvSpPr>
          <p:spPr bwMode="auto">
            <a:xfrm>
              <a:off x="290865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51" name="Rectangle 12">
              <a:extLst>
                <a:ext uri="{FF2B5EF4-FFF2-40B4-BE49-F238E27FC236}">
                  <a16:creationId xmlns:a16="http://schemas.microsoft.com/office/drawing/2014/main" id="{BAFA967D-7543-2240-A606-AF4E1373CA40}"/>
                </a:ext>
              </a:extLst>
            </p:cNvPr>
            <p:cNvSpPr>
              <a:spLocks/>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type</a:t>
              </a:r>
            </a:p>
          </p:txBody>
        </p:sp>
        <p:sp>
          <p:nvSpPr>
            <p:cNvPr id="52" name="Rectangle 13">
              <a:extLst>
                <a:ext uri="{FF2B5EF4-FFF2-40B4-BE49-F238E27FC236}">
                  <a16:creationId xmlns:a16="http://schemas.microsoft.com/office/drawing/2014/main" id="{E982406B-480F-B647-A253-CEDCA6DEEE53}"/>
                </a:ext>
              </a:extLst>
            </p:cNvPr>
            <p:cNvSpPr>
              <a:spLocks/>
            </p:cNvSpPr>
            <p:nvPr/>
          </p:nvSpPr>
          <p:spPr bwMode="auto">
            <a:xfrm>
              <a:off x="357060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53" name="Rectangle 14">
              <a:extLst>
                <a:ext uri="{FF2B5EF4-FFF2-40B4-BE49-F238E27FC236}">
                  <a16:creationId xmlns:a16="http://schemas.microsoft.com/office/drawing/2014/main" id="{A8C8B869-BAA0-254C-971E-66810221A281}"/>
                </a:ext>
              </a:extLst>
            </p:cNvPr>
            <p:cNvSpPr>
              <a:spLocks/>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ID</a:t>
              </a:r>
            </a:p>
          </p:txBody>
        </p:sp>
        <p:sp>
          <p:nvSpPr>
            <p:cNvPr id="55" name="Rectangle 15">
              <a:extLst>
                <a:ext uri="{FF2B5EF4-FFF2-40B4-BE49-F238E27FC236}">
                  <a16:creationId xmlns:a16="http://schemas.microsoft.com/office/drawing/2014/main" id="{40952A83-9312-2444-A939-42CFB355F767}"/>
                </a:ext>
              </a:extLst>
            </p:cNvPr>
            <p:cNvSpPr>
              <a:spLocks/>
            </p:cNvSpPr>
            <p:nvPr/>
          </p:nvSpPr>
          <p:spPr bwMode="auto">
            <a:xfrm>
              <a:off x="4898598"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56" name="Rectangle 16">
              <a:extLst>
                <a:ext uri="{FF2B5EF4-FFF2-40B4-BE49-F238E27FC236}">
                  <a16:creationId xmlns:a16="http://schemas.microsoft.com/office/drawing/2014/main" id="{788FFD0C-F9CE-1043-A77D-719BAF579E49}"/>
                </a:ext>
              </a:extLst>
            </p:cNvPr>
            <p:cNvSpPr>
              <a:spLocks/>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79" name="Rectangle 17">
              <a:extLst>
                <a:ext uri="{FF2B5EF4-FFF2-40B4-BE49-F238E27FC236}">
                  <a16:creationId xmlns:a16="http://schemas.microsoft.com/office/drawing/2014/main" id="{E02188A9-49E0-7846-9A31-DACB21CB7A0C}"/>
                </a:ext>
              </a:extLst>
            </p:cNvPr>
            <p:cNvSpPr>
              <a:spLocks/>
            </p:cNvSpPr>
            <p:nvPr/>
          </p:nvSpPr>
          <p:spPr bwMode="auto">
            <a:xfrm>
              <a:off x="5568360"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0" name="Rectangle 18">
              <a:extLst>
                <a:ext uri="{FF2B5EF4-FFF2-40B4-BE49-F238E27FC236}">
                  <a16:creationId xmlns:a16="http://schemas.microsoft.com/office/drawing/2014/main" id="{EC5453A4-CEFD-2E4F-9BB4-2C94BF0A2A3E}"/>
                </a:ext>
              </a:extLst>
            </p:cNvPr>
            <p:cNvSpPr>
              <a:spLocks/>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81" name="Rectangle 19">
              <a:extLst>
                <a:ext uri="{FF2B5EF4-FFF2-40B4-BE49-F238E27FC236}">
                  <a16:creationId xmlns:a16="http://schemas.microsoft.com/office/drawing/2014/main" id="{F6B65A36-E79D-A04F-94D9-ADD42417EF6F}"/>
                </a:ext>
              </a:extLst>
            </p:cNvPr>
            <p:cNvSpPr>
              <a:spLocks/>
            </p:cNvSpPr>
            <p:nvPr/>
          </p:nvSpPr>
          <p:spPr bwMode="auto">
            <a:xfrm>
              <a:off x="6230308"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2" name="Rectangle 20">
              <a:extLst>
                <a:ext uri="{FF2B5EF4-FFF2-40B4-BE49-F238E27FC236}">
                  <a16:creationId xmlns:a16="http://schemas.microsoft.com/office/drawing/2014/main" id="{45A2D278-3694-A643-BC10-3E42EF81FD0E}"/>
                </a:ext>
              </a:extLst>
            </p:cNvPr>
            <p:cNvSpPr>
              <a:spLocks/>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Prot</a:t>
              </a:r>
            </a:p>
          </p:txBody>
        </p:sp>
        <p:sp>
          <p:nvSpPr>
            <p:cNvPr id="83" name="Rectangle 21">
              <a:extLst>
                <a:ext uri="{FF2B5EF4-FFF2-40B4-BE49-F238E27FC236}">
                  <a16:creationId xmlns:a16="http://schemas.microsoft.com/office/drawing/2014/main" id="{7911A9BF-9CED-214D-BDDE-8C4985506C6D}"/>
                </a:ext>
              </a:extLst>
            </p:cNvPr>
            <p:cNvSpPr>
              <a:spLocks/>
            </p:cNvSpPr>
            <p:nvPr/>
          </p:nvSpPr>
          <p:spPr bwMode="auto">
            <a:xfrm>
              <a:off x="7551454"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4" name="Rectangle 22">
              <a:extLst>
                <a:ext uri="{FF2B5EF4-FFF2-40B4-BE49-F238E27FC236}">
                  <a16:creationId xmlns:a16="http://schemas.microsoft.com/office/drawing/2014/main" id="{B82E42AD-7D55-744C-91C8-E2A3E311DF95}"/>
                </a:ext>
              </a:extLst>
            </p:cNvPr>
            <p:cNvSpPr>
              <a:spLocks/>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s-port</a:t>
              </a:r>
            </a:p>
          </p:txBody>
        </p:sp>
        <p:sp>
          <p:nvSpPr>
            <p:cNvPr id="85" name="Rectangle 23">
              <a:extLst>
                <a:ext uri="{FF2B5EF4-FFF2-40B4-BE49-F238E27FC236}">
                  <a16:creationId xmlns:a16="http://schemas.microsoft.com/office/drawing/2014/main" id="{3861A8ED-7C63-D641-9F09-48D34FC5A47A}"/>
                </a:ext>
              </a:extLst>
            </p:cNvPr>
            <p:cNvSpPr>
              <a:spLocks/>
            </p:cNvSpPr>
            <p:nvPr/>
          </p:nvSpPr>
          <p:spPr bwMode="auto">
            <a:xfrm>
              <a:off x="8221216"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6" name="Rectangle 24">
              <a:extLst>
                <a:ext uri="{FF2B5EF4-FFF2-40B4-BE49-F238E27FC236}">
                  <a16:creationId xmlns:a16="http://schemas.microsoft.com/office/drawing/2014/main" id="{E47377AD-5F9D-BC4E-9DAF-21D04B773388}"/>
                </a:ext>
              </a:extLst>
            </p:cNvPr>
            <p:cNvSpPr>
              <a:spLocks/>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d-port</a:t>
              </a:r>
            </a:p>
          </p:txBody>
        </p:sp>
        <p:sp>
          <p:nvSpPr>
            <p:cNvPr id="87" name="Rectangle 25">
              <a:extLst>
                <a:ext uri="{FF2B5EF4-FFF2-40B4-BE49-F238E27FC236}">
                  <a16:creationId xmlns:a16="http://schemas.microsoft.com/office/drawing/2014/main" id="{E942D801-9778-DE47-A09D-B70F081CA4B5}"/>
                </a:ext>
              </a:extLst>
            </p:cNvPr>
            <p:cNvSpPr>
              <a:spLocks/>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8" name="Rectangle 26">
              <a:extLst>
                <a:ext uri="{FF2B5EF4-FFF2-40B4-BE49-F238E27FC236}">
                  <a16:creationId xmlns:a16="http://schemas.microsoft.com/office/drawing/2014/main" id="{3A864B19-6D0D-824B-808D-384BAC2FE4E2}"/>
                </a:ext>
              </a:extLst>
            </p:cNvPr>
            <p:cNvSpPr>
              <a:spLocks/>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Action</a:t>
              </a:r>
            </a:p>
          </p:txBody>
        </p:sp>
        <p:sp>
          <p:nvSpPr>
            <p:cNvPr id="90" name="Rectangle 13">
              <a:extLst>
                <a:ext uri="{FF2B5EF4-FFF2-40B4-BE49-F238E27FC236}">
                  <a16:creationId xmlns:a16="http://schemas.microsoft.com/office/drawing/2014/main" id="{A246A8FA-D66F-CE41-9DCF-E02116316AD3}"/>
                </a:ext>
              </a:extLst>
            </p:cNvPr>
            <p:cNvSpPr>
              <a:spLocks/>
            </p:cNvSpPr>
            <p:nvPr/>
          </p:nvSpPr>
          <p:spPr bwMode="auto">
            <a:xfrm>
              <a:off x="4231002" y="1846643"/>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91" name="Rectangle 14">
              <a:extLst>
                <a:ext uri="{FF2B5EF4-FFF2-40B4-BE49-F238E27FC236}">
                  <a16:creationId xmlns:a16="http://schemas.microsoft.com/office/drawing/2014/main" id="{15D994AB-28E0-304B-BDD3-1F13A3C407A7}"/>
                </a:ext>
              </a:extLst>
            </p:cNvPr>
            <p:cNvSpPr>
              <a:spLocks/>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Pri</a:t>
              </a:r>
            </a:p>
          </p:txBody>
        </p:sp>
        <p:sp>
          <p:nvSpPr>
            <p:cNvPr id="92" name="Rectangle 19">
              <a:extLst>
                <a:ext uri="{FF2B5EF4-FFF2-40B4-BE49-F238E27FC236}">
                  <a16:creationId xmlns:a16="http://schemas.microsoft.com/office/drawing/2014/main" id="{AD1E2BB7-3E66-8C4B-8D44-59EBDBB6DA15}"/>
                </a:ext>
              </a:extLst>
            </p:cNvPr>
            <p:cNvSpPr>
              <a:spLocks/>
            </p:cNvSpPr>
            <p:nvPr/>
          </p:nvSpPr>
          <p:spPr bwMode="auto">
            <a:xfrm>
              <a:off x="6890708" y="1853623"/>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93" name="Rectangle 20">
              <a:extLst>
                <a:ext uri="{FF2B5EF4-FFF2-40B4-BE49-F238E27FC236}">
                  <a16:creationId xmlns:a16="http://schemas.microsoft.com/office/drawing/2014/main" id="{A8A17371-179F-ED44-8EE0-0533B08A4740}"/>
                </a:ext>
              </a:extLst>
            </p:cNvPr>
            <p:cNvSpPr>
              <a:spLocks/>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ToS</a:t>
              </a:r>
            </a:p>
          </p:txBody>
        </p:sp>
      </p:grpSp>
      <p:sp>
        <p:nvSpPr>
          <p:cNvPr id="57" name="Slide Number Placeholder 3">
            <a:extLst>
              <a:ext uri="{FF2B5EF4-FFF2-40B4-BE49-F238E27FC236}">
                <a16:creationId xmlns:a16="http://schemas.microsoft.com/office/drawing/2014/main" id="{2A3B0BEC-456F-A94A-98CC-4D78DDF619A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66</a:t>
            </a:fld>
            <a:endParaRPr lang="en-US" dirty="0"/>
          </a:p>
        </p:txBody>
      </p:sp>
    </p:spTree>
    <p:extLst>
      <p:ext uri="{BB962C8B-B14F-4D97-AF65-F5344CB8AC3E}">
        <p14:creationId xmlns:p14="http://schemas.microsoft.com/office/powerpoint/2010/main" val="17305072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1000"/>
                                  </p:stCondLst>
                                  <p:childTnLst>
                                    <p:set>
                                      <p:cBhvr>
                                        <p:cTn id="6" dur="1" fill="hold">
                                          <p:stCondLst>
                                            <p:cond delay="0"/>
                                          </p:stCondLst>
                                        </p:cTn>
                                        <p:tgtEl>
                                          <p:spTgt spid="89"/>
                                        </p:tgtEl>
                                        <p:attrNameLst>
                                          <p:attrName>style.visibility</p:attrName>
                                        </p:attrNameLst>
                                      </p:cBhvr>
                                      <p:to>
                                        <p:strVal val="visible"/>
                                      </p:to>
                                    </p:set>
                                    <p:animEffect transition="in" filter="dissolve">
                                      <p:cBhvr>
                                        <p:cTn id="7" dur="500"/>
                                        <p:tgtEl>
                                          <p:spTgt spid="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26467"/>
            <a:ext cx="10515600" cy="515585"/>
          </a:xfrm>
        </p:spPr>
        <p:txBody>
          <a:bodyPr>
            <a:normAutofit/>
          </a:bodyPr>
          <a:lstStyle/>
          <a:p>
            <a:pPr>
              <a:buClr>
                <a:srgbClr val="000090"/>
              </a:buClr>
              <a:buSzPct val="100000"/>
            </a:pPr>
            <a:r>
              <a:rPr lang="en-US" altLang="en-US" dirty="0">
                <a:solidFill>
                  <a:srgbClr val="C00000"/>
                </a:solidFill>
                <a:latin typeface="Calibri" panose="020F0502020204030204" pitchFamily="34" charset="0"/>
              </a:rPr>
              <a:t>match+action: </a:t>
            </a:r>
            <a:r>
              <a:rPr lang="en-US" altLang="en-US" dirty="0">
                <a:latin typeface="Calibri" panose="020F0502020204030204" pitchFamily="34" charset="0"/>
              </a:rPr>
              <a:t>abstraction</a:t>
            </a:r>
            <a:r>
              <a:rPr lang="en-US" altLang="en-US" dirty="0">
                <a:solidFill>
                  <a:srgbClr val="C00000"/>
                </a:solidFill>
                <a:latin typeface="Calibri" panose="020F0502020204030204" pitchFamily="34" charset="0"/>
              </a:rPr>
              <a:t> </a:t>
            </a:r>
            <a:r>
              <a:rPr lang="en-US" altLang="en-US" dirty="0">
                <a:latin typeface="Calibri" panose="020F0502020204030204" pitchFamily="34" charset="0"/>
              </a:rPr>
              <a:t>unifies different kinds of devices</a:t>
            </a:r>
            <a:endParaRPr lang="en-US" altLang="en-US" dirty="0"/>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abstraction</a:t>
            </a:r>
          </a:p>
        </p:txBody>
      </p:sp>
      <p:sp>
        <p:nvSpPr>
          <p:cNvPr id="34" name="Content Placeholder 2">
            <a:extLst>
              <a:ext uri="{FF2B5EF4-FFF2-40B4-BE49-F238E27FC236}">
                <a16:creationId xmlns:a16="http://schemas.microsoft.com/office/drawing/2014/main" id="{BCD4464B-013F-784B-B542-C675A1CF87D0}"/>
              </a:ext>
            </a:extLst>
          </p:cNvPr>
          <p:cNvSpPr txBox="1">
            <a:spLocks/>
          </p:cNvSpPr>
          <p:nvPr/>
        </p:nvSpPr>
        <p:spPr>
          <a:xfrm>
            <a:off x="1447800" y="2185507"/>
            <a:ext cx="4489173" cy="39369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charset="0"/>
                <a:ea typeface="+mn-ea"/>
                <a:cs typeface="+mn-cs"/>
              </a:rPr>
              <a:t>Router</a:t>
            </a:r>
          </a:p>
          <a:p>
            <a:pPr marL="677863" marR="0" lvl="1" indent="-215900" algn="l" defTabSz="914400" rtl="0" eaLnBrk="1" fontAlgn="auto" latinLnBrk="0" hangingPunct="1">
              <a:lnSpc>
                <a:spcPct val="90000"/>
              </a:lnSpc>
              <a:spcBef>
                <a:spcPts val="0"/>
              </a:spcBef>
              <a:spcAft>
                <a:spcPts val="0"/>
              </a:spcAft>
              <a:buClr>
                <a:srgbClr val="000090"/>
              </a:buClr>
              <a:buSzPct val="101000"/>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match: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longest destination IP prefix</a:t>
            </a:r>
          </a:p>
          <a:p>
            <a:pPr marL="677863" marR="0" lvl="1" indent="-215900" algn="l" defTabSz="914400" rtl="0" eaLnBrk="1" fontAlgn="auto" latinLnBrk="0" hangingPunct="1">
              <a:lnSpc>
                <a:spcPct val="90000"/>
              </a:lnSpc>
              <a:spcBef>
                <a:spcPts val="0"/>
              </a:spcBef>
              <a:spcAft>
                <a:spcPts val="0"/>
              </a:spcAft>
              <a:buClr>
                <a:srgbClr val="000090"/>
              </a:buClr>
              <a:buSzPct val="101000"/>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action: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forward out a link</a:t>
            </a:r>
          </a:p>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charset="0"/>
                <a:ea typeface="+mn-ea"/>
                <a:cs typeface="+mn-cs"/>
              </a:rPr>
              <a:t>Switch</a:t>
            </a:r>
            <a:endParaRPr kumimoji="0" lang="en-US" sz="2800" b="0" i="0" u="none" strike="noStrike" kern="1200" cap="none" spc="0" normalizeH="0" baseline="0" noProof="0" dirty="0">
              <a:ln>
                <a:noFill/>
              </a:ln>
              <a:solidFill>
                <a:srgbClr val="C00000"/>
              </a:solidFill>
              <a:effectLst/>
              <a:uLnTx/>
              <a:uFillTx/>
              <a:latin typeface="Calibri" charset="0"/>
              <a:ea typeface="+mn-ea"/>
              <a:cs typeface="+mn-cs"/>
            </a:endParaRPr>
          </a:p>
          <a:p>
            <a:pPr marL="677863" marR="0" lvl="1" indent="-215900" algn="l" defTabSz="914400" rtl="0" eaLnBrk="1" fontAlgn="auto" latinLnBrk="0" hangingPunct="1">
              <a:lnSpc>
                <a:spcPct val="90000"/>
              </a:lnSpc>
              <a:spcBef>
                <a:spcPts val="0"/>
              </a:spcBef>
              <a:spcAft>
                <a:spcPts val="0"/>
              </a:spcAft>
              <a:buClr>
                <a:srgbClr val="000090"/>
              </a:buClr>
              <a:buSzPct val="100000"/>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match: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destination MAC address</a:t>
            </a:r>
          </a:p>
          <a:p>
            <a:pPr marL="677863" marR="0" lvl="1" indent="-215900" algn="l" defTabSz="914400" rtl="0" eaLnBrk="1" fontAlgn="auto" latinLnBrk="0" hangingPunct="1">
              <a:lnSpc>
                <a:spcPct val="90000"/>
              </a:lnSpc>
              <a:spcBef>
                <a:spcPts val="0"/>
              </a:spcBef>
              <a:spcAft>
                <a:spcPts val="0"/>
              </a:spcAft>
              <a:buClr>
                <a:srgbClr val="000090"/>
              </a:buClr>
              <a:buSzPct val="100000"/>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action: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forward or flood</a:t>
            </a:r>
          </a:p>
        </p:txBody>
      </p:sp>
      <p:sp>
        <p:nvSpPr>
          <p:cNvPr id="35" name="Content Placeholder 4">
            <a:extLst>
              <a:ext uri="{FF2B5EF4-FFF2-40B4-BE49-F238E27FC236}">
                <a16:creationId xmlns:a16="http://schemas.microsoft.com/office/drawing/2014/main" id="{667D824B-6CCF-664C-BE00-1958B9E23803}"/>
              </a:ext>
            </a:extLst>
          </p:cNvPr>
          <p:cNvSpPr txBox="1">
            <a:spLocks/>
          </p:cNvSpPr>
          <p:nvPr/>
        </p:nvSpPr>
        <p:spPr>
          <a:xfrm>
            <a:off x="6563139" y="2192892"/>
            <a:ext cx="4727714"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charset="0"/>
                <a:ea typeface="+mn-ea"/>
                <a:cs typeface="+mn-cs"/>
              </a:rPr>
              <a:t>Firewall</a:t>
            </a:r>
          </a:p>
          <a:p>
            <a:pPr marL="508000" marR="0" lvl="1" indent="-219075"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match</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 IP addresses and TCP/UDP port numbers</a:t>
            </a:r>
          </a:p>
          <a:p>
            <a:pPr marL="508000" marR="0" lvl="1" indent="-219075"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action: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permit or deny </a:t>
            </a:r>
          </a:p>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endParaRPr kumimoji="0" lang="en-US" sz="3200" b="0" i="0" u="none" strike="noStrike" kern="1200" cap="none" spc="0" normalizeH="0" baseline="0" noProof="0" dirty="0">
              <a:ln>
                <a:noFill/>
              </a:ln>
              <a:solidFill>
                <a:srgbClr val="C00000"/>
              </a:solidFill>
              <a:effectLst/>
              <a:uLnTx/>
              <a:uFillTx/>
              <a:latin typeface="Calibri" charset="0"/>
              <a:ea typeface="+mn-ea"/>
              <a:cs typeface="+mn-cs"/>
            </a:endParaRPr>
          </a:p>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charset="0"/>
                <a:ea typeface="+mn-ea"/>
                <a:cs typeface="+mn-cs"/>
              </a:rPr>
              <a:t>NAT</a:t>
            </a:r>
          </a:p>
          <a:p>
            <a:pPr marL="519113" marR="0" lvl="1" indent="-230188"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match: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IP address and port</a:t>
            </a:r>
          </a:p>
          <a:p>
            <a:pPr marL="519113" marR="0" lvl="1" indent="-230188"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action: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rewrite address and port</a:t>
            </a:r>
          </a:p>
          <a:p>
            <a:pPr marL="0" marR="0" lvl="0" indent="-222250" algn="l" defTabSz="914400" rtl="0" eaLnBrk="1" fontAlgn="auto" latinLnBrk="0" hangingPunct="1">
              <a:lnSpc>
                <a:spcPct val="90000"/>
              </a:lnSpc>
              <a:spcBef>
                <a:spcPts val="0"/>
              </a:spcBef>
              <a:spcAft>
                <a:spcPts val="0"/>
              </a:spcAft>
              <a:buClr>
                <a:srgbClr val="0000A3"/>
              </a:buClr>
              <a:buSzTx/>
              <a:buFont typeface="Wingdings" charset="0"/>
              <a:buChar char="§"/>
              <a:tabLst/>
              <a:defRPr/>
            </a:pPr>
            <a:endParaRPr kumimoji="0" lang="en-US" sz="3200" b="0" i="0" u="none" strike="noStrike" kern="1200" cap="none" spc="0" normalizeH="0" baseline="0" noProof="0" dirty="0">
              <a:ln>
                <a:noFill/>
              </a:ln>
              <a:solidFill>
                <a:prstClr val="black"/>
              </a:solidFill>
              <a:effectLst/>
              <a:uLnTx/>
              <a:uFillTx/>
              <a:latin typeface="Calibri" charset="0"/>
              <a:ea typeface="+mn-ea"/>
              <a:cs typeface="+mn-cs"/>
            </a:endParaRPr>
          </a:p>
        </p:txBody>
      </p:sp>
      <p:sp>
        <p:nvSpPr>
          <p:cNvPr id="6" name="Slide Number Placeholder 3">
            <a:extLst>
              <a:ext uri="{FF2B5EF4-FFF2-40B4-BE49-F238E27FC236}">
                <a16:creationId xmlns:a16="http://schemas.microsoft.com/office/drawing/2014/main" id="{0E1B560F-4B2A-0640-8667-837D2163E16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67</a:t>
            </a:fld>
            <a:endParaRPr lang="en-US" dirty="0"/>
          </a:p>
        </p:txBody>
      </p:sp>
    </p:spTree>
    <p:extLst>
      <p:ext uri="{BB962C8B-B14F-4D97-AF65-F5344CB8AC3E}">
        <p14:creationId xmlns:p14="http://schemas.microsoft.com/office/powerpoint/2010/main" val="6790985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4">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4">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4">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4">
                                            <p:txEl>
                                              <p:pRg st="3" end="3"/>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34">
                                            <p:txEl>
                                              <p:pRg st="4" end="4"/>
                                            </p:txEl>
                                          </p:spTgt>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4">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5">
                                            <p:txEl>
                                              <p:pRg st="0" end="0"/>
                                            </p:txEl>
                                          </p:spTgt>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35">
                                            <p:txEl>
                                              <p:pRg st="1" end="1"/>
                                            </p:txEl>
                                          </p:spTgt>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35">
                                            <p:txEl>
                                              <p:pRg st="2" end="2"/>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35">
                                            <p:txEl>
                                              <p:pRg st="4" end="4"/>
                                            </p:txEl>
                                          </p:spTgt>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35">
                                            <p:txEl>
                                              <p:pRg st="5" end="5"/>
                                            </p:txEl>
                                          </p:spTgt>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35">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build="p"/>
      <p:bldP spid="35" grpId="0" build="p"/>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example</a:t>
            </a:r>
          </a:p>
        </p:txBody>
      </p:sp>
      <p:cxnSp>
        <p:nvCxnSpPr>
          <p:cNvPr id="196" name="Straight Connector 13">
            <a:extLst>
              <a:ext uri="{FF2B5EF4-FFF2-40B4-BE49-F238E27FC236}">
                <a16:creationId xmlns:a16="http://schemas.microsoft.com/office/drawing/2014/main" id="{CB40D880-161F-974F-A9EE-DC429D8528F7}"/>
              </a:ext>
            </a:extLst>
          </p:cNvPr>
          <p:cNvCxnSpPr>
            <a:cxnSpLocks noChangeShapeType="1"/>
          </p:cNvCxnSpPr>
          <p:nvPr/>
        </p:nvCxnSpPr>
        <p:spPr bwMode="auto">
          <a:xfrm>
            <a:off x="4145096" y="2562225"/>
            <a:ext cx="2157412" cy="184626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7" name="Straight Connector 11">
            <a:extLst>
              <a:ext uri="{FF2B5EF4-FFF2-40B4-BE49-F238E27FC236}">
                <a16:creationId xmlns:a16="http://schemas.microsoft.com/office/drawing/2014/main" id="{F369C91E-6275-2C49-8D03-6AFE694C55A5}"/>
              </a:ext>
            </a:extLst>
          </p:cNvPr>
          <p:cNvCxnSpPr>
            <a:cxnSpLocks noChangeShapeType="1"/>
          </p:cNvCxnSpPr>
          <p:nvPr/>
        </p:nvCxnSpPr>
        <p:spPr bwMode="auto">
          <a:xfrm>
            <a:off x="4424496" y="4497388"/>
            <a:ext cx="204628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8" name="Straight Connector 6">
            <a:extLst>
              <a:ext uri="{FF2B5EF4-FFF2-40B4-BE49-F238E27FC236}">
                <a16:creationId xmlns:a16="http://schemas.microsoft.com/office/drawing/2014/main" id="{8130AC3F-4D6F-7145-8F66-CD05FE33E6E4}"/>
              </a:ext>
            </a:extLst>
          </p:cNvPr>
          <p:cNvCxnSpPr>
            <a:cxnSpLocks noChangeShapeType="1"/>
          </p:cNvCxnSpPr>
          <p:nvPr/>
        </p:nvCxnSpPr>
        <p:spPr bwMode="auto">
          <a:xfrm>
            <a:off x="4226058" y="2690813"/>
            <a:ext cx="0" cy="157480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9" name="Straight Connector 64">
            <a:extLst>
              <a:ext uri="{FF2B5EF4-FFF2-40B4-BE49-F238E27FC236}">
                <a16:creationId xmlns:a16="http://schemas.microsoft.com/office/drawing/2014/main" id="{D53BF40B-1E44-474A-A1E4-88E387FB21E7}"/>
              </a:ext>
            </a:extLst>
          </p:cNvPr>
          <p:cNvCxnSpPr>
            <a:cxnSpLocks noChangeShapeType="1"/>
          </p:cNvCxnSpPr>
          <p:nvPr/>
        </p:nvCxnSpPr>
        <p:spPr bwMode="auto">
          <a:xfrm flipH="1">
            <a:off x="4346708" y="3154363"/>
            <a:ext cx="1477963" cy="1311275"/>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0" name="Straight Connector 199">
            <a:extLst>
              <a:ext uri="{FF2B5EF4-FFF2-40B4-BE49-F238E27FC236}">
                <a16:creationId xmlns:a16="http://schemas.microsoft.com/office/drawing/2014/main" id="{F4B29DE4-2EEB-D84D-9D70-6BD80FD57EAC}"/>
              </a:ext>
            </a:extLst>
          </p:cNvPr>
          <p:cNvCxnSpPr/>
          <p:nvPr/>
        </p:nvCxnSpPr>
        <p:spPr>
          <a:xfrm flipH="1" flipV="1">
            <a:off x="4294321" y="4567238"/>
            <a:ext cx="6350" cy="657225"/>
          </a:xfrm>
          <a:prstGeom prst="line">
            <a:avLst/>
          </a:prstGeom>
          <a:noFill/>
          <a:ln w="25400" cap="flat" cmpd="sng" algn="ctr">
            <a:solidFill>
              <a:srgbClr val="000000"/>
            </a:solidFill>
            <a:prstDash val="solid"/>
          </a:ln>
          <a:effectLst/>
        </p:spPr>
      </p:cxnSp>
      <p:cxnSp>
        <p:nvCxnSpPr>
          <p:cNvPr id="201" name="Straight Connector 200">
            <a:extLst>
              <a:ext uri="{FF2B5EF4-FFF2-40B4-BE49-F238E27FC236}">
                <a16:creationId xmlns:a16="http://schemas.microsoft.com/office/drawing/2014/main" id="{D4FF8069-D6E8-734F-B1D2-6BE329F879C7}"/>
              </a:ext>
            </a:extLst>
          </p:cNvPr>
          <p:cNvCxnSpPr/>
          <p:nvPr/>
        </p:nvCxnSpPr>
        <p:spPr>
          <a:xfrm>
            <a:off x="3338646" y="4524375"/>
            <a:ext cx="531812" cy="0"/>
          </a:xfrm>
          <a:prstGeom prst="line">
            <a:avLst/>
          </a:prstGeom>
          <a:noFill/>
          <a:ln w="25400" cap="flat" cmpd="sng" algn="ctr">
            <a:solidFill>
              <a:srgbClr val="000000"/>
            </a:solidFill>
            <a:prstDash val="solid"/>
          </a:ln>
          <a:effectLst/>
        </p:spPr>
      </p:cxnSp>
      <p:grpSp>
        <p:nvGrpSpPr>
          <p:cNvPr id="202" name="Group 44">
            <a:extLst>
              <a:ext uri="{FF2B5EF4-FFF2-40B4-BE49-F238E27FC236}">
                <a16:creationId xmlns:a16="http://schemas.microsoft.com/office/drawing/2014/main" id="{9C4002D9-DF30-D144-9386-64ED23FED52F}"/>
              </a:ext>
            </a:extLst>
          </p:cNvPr>
          <p:cNvGrpSpPr>
            <a:grpSpLocks/>
          </p:cNvGrpSpPr>
          <p:nvPr/>
        </p:nvGrpSpPr>
        <p:grpSpPr bwMode="auto">
          <a:xfrm>
            <a:off x="2740158" y="4043363"/>
            <a:ext cx="757238" cy="628650"/>
            <a:chOff x="-44" y="1473"/>
            <a:chExt cx="981" cy="1105"/>
          </a:xfrm>
        </p:grpSpPr>
        <p:pic>
          <p:nvPicPr>
            <p:cNvPr id="203" name="Picture 45" descr="desktop_computer_stylized_medium">
              <a:extLst>
                <a:ext uri="{FF2B5EF4-FFF2-40B4-BE49-F238E27FC236}">
                  <a16:creationId xmlns:a16="http://schemas.microsoft.com/office/drawing/2014/main" id="{A8DDFC57-A653-E643-878F-2786E68F6B8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46">
              <a:extLst>
                <a:ext uri="{FF2B5EF4-FFF2-40B4-BE49-F238E27FC236}">
                  <a16:creationId xmlns:a16="http://schemas.microsoft.com/office/drawing/2014/main" id="{3015E4EC-FEA9-5542-ACE6-63401E8006E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05" name="Group 44">
            <a:extLst>
              <a:ext uri="{FF2B5EF4-FFF2-40B4-BE49-F238E27FC236}">
                <a16:creationId xmlns:a16="http://schemas.microsoft.com/office/drawing/2014/main" id="{F77FDB30-E2C1-8043-AA3D-41C5428CD580}"/>
              </a:ext>
            </a:extLst>
          </p:cNvPr>
          <p:cNvGrpSpPr>
            <a:grpSpLocks/>
          </p:cNvGrpSpPr>
          <p:nvPr/>
        </p:nvGrpSpPr>
        <p:grpSpPr bwMode="auto">
          <a:xfrm>
            <a:off x="3803783" y="4892675"/>
            <a:ext cx="757238" cy="628650"/>
            <a:chOff x="188" y="1473"/>
            <a:chExt cx="981" cy="1105"/>
          </a:xfrm>
        </p:grpSpPr>
        <p:pic>
          <p:nvPicPr>
            <p:cNvPr id="206" name="Picture 45" descr="desktop_computer_stylized_medium">
              <a:extLst>
                <a:ext uri="{FF2B5EF4-FFF2-40B4-BE49-F238E27FC236}">
                  <a16:creationId xmlns:a16="http://schemas.microsoft.com/office/drawing/2014/main" id="{1052E4EA-6FEA-844A-A25A-AF2C0B49F01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188"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 name="Freeform 46">
              <a:extLst>
                <a:ext uri="{FF2B5EF4-FFF2-40B4-BE49-F238E27FC236}">
                  <a16:creationId xmlns:a16="http://schemas.microsoft.com/office/drawing/2014/main" id="{539D824A-2830-1A42-AF13-8ADCB10DACF5}"/>
                </a:ext>
              </a:extLst>
            </p:cNvPr>
            <p:cNvSpPr>
              <a:spLocks/>
            </p:cNvSpPr>
            <p:nvPr/>
          </p:nvSpPr>
          <p:spPr bwMode="auto">
            <a:xfrm flipH="1">
              <a:off x="598" y="1587"/>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08" name="TextBox 9">
            <a:extLst>
              <a:ext uri="{FF2B5EF4-FFF2-40B4-BE49-F238E27FC236}">
                <a16:creationId xmlns:a16="http://schemas.microsoft.com/office/drawing/2014/main" id="{6EDEBC7E-1ACA-5B44-9D83-8900509C0FBC}"/>
              </a:ext>
            </a:extLst>
          </p:cNvPr>
          <p:cNvSpPr txBox="1">
            <a:spLocks noChangeArrowheads="1"/>
          </p:cNvSpPr>
          <p:nvPr/>
        </p:nvSpPr>
        <p:spPr bwMode="auto">
          <a:xfrm>
            <a:off x="2145917" y="4216884"/>
            <a:ext cx="833437" cy="738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h1</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10.1.0.1</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09" name="TextBox 58">
            <a:extLst>
              <a:ext uri="{FF2B5EF4-FFF2-40B4-BE49-F238E27FC236}">
                <a16:creationId xmlns:a16="http://schemas.microsoft.com/office/drawing/2014/main" id="{E1178F66-20DC-9147-A60A-B4A736E861E4}"/>
              </a:ext>
            </a:extLst>
          </p:cNvPr>
          <p:cNvSpPr txBox="1">
            <a:spLocks noChangeArrowheads="1"/>
          </p:cNvSpPr>
          <p:nvPr/>
        </p:nvSpPr>
        <p:spPr bwMode="auto">
          <a:xfrm>
            <a:off x="3903312" y="5453407"/>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10.1.0.2</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cxnSp>
        <p:nvCxnSpPr>
          <p:cNvPr id="210" name="Straight Connector 209">
            <a:extLst>
              <a:ext uri="{FF2B5EF4-FFF2-40B4-BE49-F238E27FC236}">
                <a16:creationId xmlns:a16="http://schemas.microsoft.com/office/drawing/2014/main" id="{A1F07088-AD69-CB45-9BB2-8DB8C9FEDA25}"/>
              </a:ext>
            </a:extLst>
          </p:cNvPr>
          <p:cNvCxnSpPr/>
          <p:nvPr/>
        </p:nvCxnSpPr>
        <p:spPr>
          <a:xfrm flipV="1">
            <a:off x="5992946" y="4568825"/>
            <a:ext cx="306387" cy="490538"/>
          </a:xfrm>
          <a:prstGeom prst="line">
            <a:avLst/>
          </a:prstGeom>
          <a:noFill/>
          <a:ln w="25400" cap="flat" cmpd="sng" algn="ctr">
            <a:solidFill>
              <a:srgbClr val="000000"/>
            </a:solidFill>
            <a:prstDash val="solid"/>
          </a:ln>
          <a:effectLst/>
        </p:spPr>
      </p:cxnSp>
      <p:cxnSp>
        <p:nvCxnSpPr>
          <p:cNvPr id="211" name="Straight Connector 210">
            <a:extLst>
              <a:ext uri="{FF2B5EF4-FFF2-40B4-BE49-F238E27FC236}">
                <a16:creationId xmlns:a16="http://schemas.microsoft.com/office/drawing/2014/main" id="{76CB3FF4-5E87-DD4D-9275-FA1D2385BBC2}"/>
              </a:ext>
            </a:extLst>
          </p:cNvPr>
          <p:cNvCxnSpPr/>
          <p:nvPr/>
        </p:nvCxnSpPr>
        <p:spPr>
          <a:xfrm>
            <a:off x="6747008" y="4448175"/>
            <a:ext cx="531813" cy="0"/>
          </a:xfrm>
          <a:prstGeom prst="line">
            <a:avLst/>
          </a:prstGeom>
          <a:noFill/>
          <a:ln w="25400" cap="flat" cmpd="sng" algn="ctr">
            <a:solidFill>
              <a:srgbClr val="000000"/>
            </a:solidFill>
            <a:prstDash val="solid"/>
          </a:ln>
          <a:effectLst/>
        </p:spPr>
      </p:cxnSp>
      <p:grpSp>
        <p:nvGrpSpPr>
          <p:cNvPr id="212" name="Group 44">
            <a:extLst>
              <a:ext uri="{FF2B5EF4-FFF2-40B4-BE49-F238E27FC236}">
                <a16:creationId xmlns:a16="http://schemas.microsoft.com/office/drawing/2014/main" id="{AF067C68-E87B-E64B-9EA0-8C576193E2D5}"/>
              </a:ext>
            </a:extLst>
          </p:cNvPr>
          <p:cNvGrpSpPr>
            <a:grpSpLocks/>
          </p:cNvGrpSpPr>
          <p:nvPr/>
        </p:nvGrpSpPr>
        <p:grpSpPr bwMode="auto">
          <a:xfrm>
            <a:off x="6953383" y="4221163"/>
            <a:ext cx="757238" cy="628650"/>
            <a:chOff x="-44" y="1473"/>
            <a:chExt cx="981" cy="1105"/>
          </a:xfrm>
        </p:grpSpPr>
        <p:pic>
          <p:nvPicPr>
            <p:cNvPr id="213" name="Picture 45" descr="desktop_computer_stylized_medium">
              <a:extLst>
                <a:ext uri="{FF2B5EF4-FFF2-40B4-BE49-F238E27FC236}">
                  <a16:creationId xmlns:a16="http://schemas.microsoft.com/office/drawing/2014/main" id="{58222FD7-FAC0-9048-861D-C7FB905DAB3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 name="Freeform 46">
              <a:extLst>
                <a:ext uri="{FF2B5EF4-FFF2-40B4-BE49-F238E27FC236}">
                  <a16:creationId xmlns:a16="http://schemas.microsoft.com/office/drawing/2014/main" id="{4F99949B-902B-5C48-B8F4-C60B9A1C94B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15" name="Group 44">
            <a:extLst>
              <a:ext uri="{FF2B5EF4-FFF2-40B4-BE49-F238E27FC236}">
                <a16:creationId xmlns:a16="http://schemas.microsoft.com/office/drawing/2014/main" id="{BB96A80F-DF20-D84A-83F9-B02CA294C3CB}"/>
              </a:ext>
            </a:extLst>
          </p:cNvPr>
          <p:cNvGrpSpPr>
            <a:grpSpLocks/>
          </p:cNvGrpSpPr>
          <p:nvPr/>
        </p:nvGrpSpPr>
        <p:grpSpPr bwMode="auto">
          <a:xfrm>
            <a:off x="5475421" y="4835525"/>
            <a:ext cx="757237" cy="628650"/>
            <a:chOff x="-44" y="1473"/>
            <a:chExt cx="981" cy="1105"/>
          </a:xfrm>
        </p:grpSpPr>
        <p:pic>
          <p:nvPicPr>
            <p:cNvPr id="216" name="Picture 45" descr="desktop_computer_stylized_medium">
              <a:extLst>
                <a:ext uri="{FF2B5EF4-FFF2-40B4-BE49-F238E27FC236}">
                  <a16:creationId xmlns:a16="http://schemas.microsoft.com/office/drawing/2014/main" id="{33CD0307-64FA-664C-937F-8AEF1F76732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7" name="Freeform 46">
              <a:extLst>
                <a:ext uri="{FF2B5EF4-FFF2-40B4-BE49-F238E27FC236}">
                  <a16:creationId xmlns:a16="http://schemas.microsoft.com/office/drawing/2014/main" id="{7E09CDE0-C828-BD49-ABFC-D01B3B77796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8" name="TextBox 70">
            <a:extLst>
              <a:ext uri="{FF2B5EF4-FFF2-40B4-BE49-F238E27FC236}">
                <a16:creationId xmlns:a16="http://schemas.microsoft.com/office/drawing/2014/main" id="{F1E4672C-055C-0040-BA1C-1B569384F2BF}"/>
              </a:ext>
            </a:extLst>
          </p:cNvPr>
          <p:cNvSpPr txBox="1">
            <a:spLocks noChangeArrowheads="1"/>
          </p:cNvSpPr>
          <p:nvPr/>
        </p:nvSpPr>
        <p:spPr bwMode="auto">
          <a:xfrm>
            <a:off x="7645947" y="4249738"/>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h4</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10.2.0.4</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19" name="TextBox 71">
            <a:extLst>
              <a:ext uri="{FF2B5EF4-FFF2-40B4-BE49-F238E27FC236}">
                <a16:creationId xmlns:a16="http://schemas.microsoft.com/office/drawing/2014/main" id="{7D1D7A82-2B90-124D-8B70-788F9A13A785}"/>
              </a:ext>
            </a:extLst>
          </p:cNvPr>
          <p:cNvSpPr txBox="1">
            <a:spLocks noChangeArrowheads="1"/>
          </p:cNvSpPr>
          <p:nvPr/>
        </p:nvSpPr>
        <p:spPr bwMode="auto">
          <a:xfrm>
            <a:off x="5524907" y="5349807"/>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10.2.0.3</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cxnSp>
        <p:nvCxnSpPr>
          <p:cNvPr id="220" name="Straight Connector 219">
            <a:extLst>
              <a:ext uri="{FF2B5EF4-FFF2-40B4-BE49-F238E27FC236}">
                <a16:creationId xmlns:a16="http://schemas.microsoft.com/office/drawing/2014/main" id="{A2B5B59C-D9F3-FA4D-8B80-E6E965F14CB4}"/>
              </a:ext>
            </a:extLst>
          </p:cNvPr>
          <p:cNvCxnSpPr/>
          <p:nvPr/>
        </p:nvCxnSpPr>
        <p:spPr>
          <a:xfrm>
            <a:off x="3349758" y="2681288"/>
            <a:ext cx="706438" cy="0"/>
          </a:xfrm>
          <a:prstGeom prst="line">
            <a:avLst/>
          </a:prstGeom>
          <a:noFill/>
          <a:ln w="25400" cap="flat" cmpd="sng" algn="ctr">
            <a:solidFill>
              <a:srgbClr val="000000"/>
            </a:solidFill>
            <a:prstDash val="solid"/>
          </a:ln>
          <a:effectLst/>
        </p:spPr>
      </p:cxnSp>
      <p:cxnSp>
        <p:nvCxnSpPr>
          <p:cNvPr id="221" name="Straight Connector 220">
            <a:extLst>
              <a:ext uri="{FF2B5EF4-FFF2-40B4-BE49-F238E27FC236}">
                <a16:creationId xmlns:a16="http://schemas.microsoft.com/office/drawing/2014/main" id="{46ED07FB-874E-784B-B948-DE3F22F518D9}"/>
              </a:ext>
            </a:extLst>
          </p:cNvPr>
          <p:cNvCxnSpPr/>
          <p:nvPr/>
        </p:nvCxnSpPr>
        <p:spPr>
          <a:xfrm flipV="1">
            <a:off x="4327658" y="2014538"/>
            <a:ext cx="0" cy="474662"/>
          </a:xfrm>
          <a:prstGeom prst="line">
            <a:avLst/>
          </a:prstGeom>
          <a:noFill/>
          <a:ln w="25400" cap="flat" cmpd="sng" algn="ctr">
            <a:solidFill>
              <a:srgbClr val="000000"/>
            </a:solidFill>
            <a:prstDash val="solid"/>
          </a:ln>
          <a:effectLst/>
        </p:spPr>
      </p:cxnSp>
      <p:grpSp>
        <p:nvGrpSpPr>
          <p:cNvPr id="222" name="Group 44">
            <a:extLst>
              <a:ext uri="{FF2B5EF4-FFF2-40B4-BE49-F238E27FC236}">
                <a16:creationId xmlns:a16="http://schemas.microsoft.com/office/drawing/2014/main" id="{7AD81740-508B-C947-8F31-2442A83D9910}"/>
              </a:ext>
            </a:extLst>
          </p:cNvPr>
          <p:cNvGrpSpPr>
            <a:grpSpLocks/>
          </p:cNvGrpSpPr>
          <p:nvPr/>
        </p:nvGrpSpPr>
        <p:grpSpPr bwMode="auto">
          <a:xfrm>
            <a:off x="3846646" y="1622425"/>
            <a:ext cx="757237" cy="628650"/>
            <a:chOff x="-44" y="1473"/>
            <a:chExt cx="981" cy="1105"/>
          </a:xfrm>
        </p:grpSpPr>
        <p:pic>
          <p:nvPicPr>
            <p:cNvPr id="223" name="Picture 45" descr="desktop_computer_stylized_medium">
              <a:extLst>
                <a:ext uri="{FF2B5EF4-FFF2-40B4-BE49-F238E27FC236}">
                  <a16:creationId xmlns:a16="http://schemas.microsoft.com/office/drawing/2014/main" id="{2C016883-9484-5C4D-B14D-EA3364FB62E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4" name="Freeform 46">
              <a:extLst>
                <a:ext uri="{FF2B5EF4-FFF2-40B4-BE49-F238E27FC236}">
                  <a16:creationId xmlns:a16="http://schemas.microsoft.com/office/drawing/2014/main" id="{F5C81A08-61C3-3E43-A943-49A53106C87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25" name="Group 44">
            <a:extLst>
              <a:ext uri="{FF2B5EF4-FFF2-40B4-BE49-F238E27FC236}">
                <a16:creationId xmlns:a16="http://schemas.microsoft.com/office/drawing/2014/main" id="{8C13A896-FAF2-1944-9E6A-653D596FBABE}"/>
              </a:ext>
            </a:extLst>
          </p:cNvPr>
          <p:cNvGrpSpPr>
            <a:grpSpLocks/>
          </p:cNvGrpSpPr>
          <p:nvPr/>
        </p:nvGrpSpPr>
        <p:grpSpPr bwMode="auto">
          <a:xfrm>
            <a:off x="2792546" y="2561879"/>
            <a:ext cx="757237" cy="628650"/>
            <a:chOff x="-44" y="1473"/>
            <a:chExt cx="981" cy="1105"/>
          </a:xfrm>
        </p:grpSpPr>
        <p:pic>
          <p:nvPicPr>
            <p:cNvPr id="226" name="Picture 45" descr="desktop_computer_stylized_medium">
              <a:extLst>
                <a:ext uri="{FF2B5EF4-FFF2-40B4-BE49-F238E27FC236}">
                  <a16:creationId xmlns:a16="http://schemas.microsoft.com/office/drawing/2014/main" id="{170E5B83-C729-6B4F-8607-FA40D26285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7" name="Freeform 46">
              <a:extLst>
                <a:ext uri="{FF2B5EF4-FFF2-40B4-BE49-F238E27FC236}">
                  <a16:creationId xmlns:a16="http://schemas.microsoft.com/office/drawing/2014/main" id="{DA39ACBD-A915-6D4A-817E-BF1203C22A6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28" name="TextBox 83">
            <a:extLst>
              <a:ext uri="{FF2B5EF4-FFF2-40B4-BE49-F238E27FC236}">
                <a16:creationId xmlns:a16="http://schemas.microsoft.com/office/drawing/2014/main" id="{30CFD95A-683A-934C-A7FE-C30EB256820F}"/>
              </a:ext>
            </a:extLst>
          </p:cNvPr>
          <p:cNvSpPr txBox="1">
            <a:spLocks noChangeArrowheads="1"/>
          </p:cNvSpPr>
          <p:nvPr/>
        </p:nvSpPr>
        <p:spPr bwMode="auto">
          <a:xfrm>
            <a:off x="2881446" y="3065116"/>
            <a:ext cx="8334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10.3.0.5</a:t>
            </a:r>
          </a:p>
        </p:txBody>
      </p:sp>
      <p:sp>
        <p:nvSpPr>
          <p:cNvPr id="229" name="TextBox 92">
            <a:extLst>
              <a:ext uri="{FF2B5EF4-FFF2-40B4-BE49-F238E27FC236}">
                <a16:creationId xmlns:a16="http://schemas.microsoft.com/office/drawing/2014/main" id="{988CB387-3820-3A4C-A283-BDC5D16D3F54}"/>
              </a:ext>
            </a:extLst>
          </p:cNvPr>
          <p:cNvSpPr txBox="1">
            <a:spLocks noChangeArrowheads="1"/>
          </p:cNvSpPr>
          <p:nvPr/>
        </p:nvSpPr>
        <p:spPr bwMode="auto">
          <a:xfrm>
            <a:off x="4289558" y="3949700"/>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s1</a:t>
            </a:r>
          </a:p>
        </p:txBody>
      </p:sp>
      <p:sp>
        <p:nvSpPr>
          <p:cNvPr id="230" name="TextBox 93">
            <a:extLst>
              <a:ext uri="{FF2B5EF4-FFF2-40B4-BE49-F238E27FC236}">
                <a16:creationId xmlns:a16="http://schemas.microsoft.com/office/drawing/2014/main" id="{CBFD7310-8113-634E-8357-DF51674B59F8}"/>
              </a:ext>
            </a:extLst>
          </p:cNvPr>
          <p:cNvSpPr txBox="1">
            <a:spLocks noChangeArrowheads="1"/>
          </p:cNvSpPr>
          <p:nvPr/>
        </p:nvSpPr>
        <p:spPr bwMode="auto">
          <a:xfrm>
            <a:off x="6450146" y="3976688"/>
            <a:ext cx="42862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s2</a:t>
            </a:r>
          </a:p>
        </p:txBody>
      </p:sp>
      <p:sp>
        <p:nvSpPr>
          <p:cNvPr id="231" name="TextBox 94">
            <a:extLst>
              <a:ext uri="{FF2B5EF4-FFF2-40B4-BE49-F238E27FC236}">
                <a16:creationId xmlns:a16="http://schemas.microsoft.com/office/drawing/2014/main" id="{3350DC8E-7B2E-2744-9A7F-5D80CDC27DFD}"/>
              </a:ext>
            </a:extLst>
          </p:cNvPr>
          <p:cNvSpPr txBox="1">
            <a:spLocks noChangeArrowheads="1"/>
          </p:cNvSpPr>
          <p:nvPr/>
        </p:nvSpPr>
        <p:spPr bwMode="auto">
          <a:xfrm>
            <a:off x="4507046" y="2168525"/>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s3</a:t>
            </a:r>
          </a:p>
        </p:txBody>
      </p:sp>
      <p:cxnSp>
        <p:nvCxnSpPr>
          <p:cNvPr id="232" name="Straight Connector 99">
            <a:extLst>
              <a:ext uri="{FF2B5EF4-FFF2-40B4-BE49-F238E27FC236}">
                <a16:creationId xmlns:a16="http://schemas.microsoft.com/office/drawing/2014/main" id="{D82A6EC4-C796-AD40-976D-1FD13F41BA9C}"/>
              </a:ext>
            </a:extLst>
          </p:cNvPr>
          <p:cNvCxnSpPr>
            <a:cxnSpLocks noChangeShapeType="1"/>
          </p:cNvCxnSpPr>
          <p:nvPr/>
        </p:nvCxnSpPr>
        <p:spPr bwMode="auto">
          <a:xfrm>
            <a:off x="4346708" y="2871788"/>
            <a:ext cx="1392238" cy="219075"/>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3" name="Straight Connector 102">
            <a:extLst>
              <a:ext uri="{FF2B5EF4-FFF2-40B4-BE49-F238E27FC236}">
                <a16:creationId xmlns:a16="http://schemas.microsoft.com/office/drawing/2014/main" id="{168D649A-E996-4E4B-9CE2-4CE19077F1E3}"/>
              </a:ext>
            </a:extLst>
          </p:cNvPr>
          <p:cNvCxnSpPr>
            <a:cxnSpLocks noChangeShapeType="1"/>
          </p:cNvCxnSpPr>
          <p:nvPr/>
        </p:nvCxnSpPr>
        <p:spPr bwMode="auto">
          <a:xfrm>
            <a:off x="5824671" y="3154363"/>
            <a:ext cx="533400" cy="976312"/>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34" name="TextBox 108">
            <a:extLst>
              <a:ext uri="{FF2B5EF4-FFF2-40B4-BE49-F238E27FC236}">
                <a16:creationId xmlns:a16="http://schemas.microsoft.com/office/drawing/2014/main" id="{C24D254F-852A-5041-BE42-3D1E0FD07260}"/>
              </a:ext>
            </a:extLst>
          </p:cNvPr>
          <p:cNvSpPr txBox="1">
            <a:spLocks noChangeArrowheads="1"/>
          </p:cNvSpPr>
          <p:nvPr/>
        </p:nvSpPr>
        <p:spPr bwMode="auto">
          <a:xfrm>
            <a:off x="4118108" y="2173288"/>
            <a:ext cx="271463"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35" name="TextBox 109">
            <a:extLst>
              <a:ext uri="{FF2B5EF4-FFF2-40B4-BE49-F238E27FC236}">
                <a16:creationId xmlns:a16="http://schemas.microsoft.com/office/drawing/2014/main" id="{1B4722FF-BC4E-B24E-AAF9-4CFBDCD18BEC}"/>
              </a:ext>
            </a:extLst>
          </p:cNvPr>
          <p:cNvSpPr txBox="1">
            <a:spLocks noChangeArrowheads="1"/>
          </p:cNvSpPr>
          <p:nvPr/>
        </p:nvSpPr>
        <p:spPr bwMode="auto">
          <a:xfrm>
            <a:off x="3649796" y="2419350"/>
            <a:ext cx="27305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36" name="TextBox 110">
            <a:extLst>
              <a:ext uri="{FF2B5EF4-FFF2-40B4-BE49-F238E27FC236}">
                <a16:creationId xmlns:a16="http://schemas.microsoft.com/office/drawing/2014/main" id="{99E43DED-25B4-764C-B475-987E9899AFD7}"/>
              </a:ext>
            </a:extLst>
          </p:cNvPr>
          <p:cNvSpPr txBox="1">
            <a:spLocks noChangeArrowheads="1"/>
          </p:cNvSpPr>
          <p:nvPr/>
        </p:nvSpPr>
        <p:spPr bwMode="auto">
          <a:xfrm>
            <a:off x="4018096" y="2790894"/>
            <a:ext cx="269875"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37" name="TextBox 111">
            <a:extLst>
              <a:ext uri="{FF2B5EF4-FFF2-40B4-BE49-F238E27FC236}">
                <a16:creationId xmlns:a16="http://schemas.microsoft.com/office/drawing/2014/main" id="{60CD7B1B-6C0C-414A-A6F4-2C724B1110A4}"/>
              </a:ext>
            </a:extLst>
          </p:cNvPr>
          <p:cNvSpPr txBox="1">
            <a:spLocks noChangeArrowheads="1"/>
          </p:cNvSpPr>
          <p:nvPr/>
        </p:nvSpPr>
        <p:spPr bwMode="auto">
          <a:xfrm>
            <a:off x="4495933" y="2687638"/>
            <a:ext cx="274638"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38" name="TextBox 112">
            <a:extLst>
              <a:ext uri="{FF2B5EF4-FFF2-40B4-BE49-F238E27FC236}">
                <a16:creationId xmlns:a16="http://schemas.microsoft.com/office/drawing/2014/main" id="{36B76F06-8CE7-0E41-A3A1-18B5E468B219}"/>
              </a:ext>
            </a:extLst>
          </p:cNvPr>
          <p:cNvSpPr txBox="1">
            <a:spLocks noChangeArrowheads="1"/>
          </p:cNvSpPr>
          <p:nvPr/>
        </p:nvSpPr>
        <p:spPr bwMode="auto">
          <a:xfrm>
            <a:off x="4021271" y="4006850"/>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39" name="TextBox 113">
            <a:extLst>
              <a:ext uri="{FF2B5EF4-FFF2-40B4-BE49-F238E27FC236}">
                <a16:creationId xmlns:a16="http://schemas.microsoft.com/office/drawing/2014/main" id="{B38FAB30-55A3-AD46-B047-E929AAD429AA}"/>
              </a:ext>
            </a:extLst>
          </p:cNvPr>
          <p:cNvSpPr txBox="1">
            <a:spLocks noChangeArrowheads="1"/>
          </p:cNvSpPr>
          <p:nvPr/>
        </p:nvSpPr>
        <p:spPr bwMode="auto">
          <a:xfrm>
            <a:off x="3664083" y="4276725"/>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40" name="TextBox 114">
            <a:extLst>
              <a:ext uri="{FF2B5EF4-FFF2-40B4-BE49-F238E27FC236}">
                <a16:creationId xmlns:a16="http://schemas.microsoft.com/office/drawing/2014/main" id="{6209C114-B4AA-A244-982D-EBB94D82C5DC}"/>
              </a:ext>
            </a:extLst>
          </p:cNvPr>
          <p:cNvSpPr txBox="1">
            <a:spLocks noChangeArrowheads="1"/>
          </p:cNvSpPr>
          <p:nvPr/>
        </p:nvSpPr>
        <p:spPr bwMode="auto">
          <a:xfrm>
            <a:off x="4046671" y="4624388"/>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41" name="TextBox 115">
            <a:extLst>
              <a:ext uri="{FF2B5EF4-FFF2-40B4-BE49-F238E27FC236}">
                <a16:creationId xmlns:a16="http://schemas.microsoft.com/office/drawing/2014/main" id="{3C3609FE-6138-874F-A89C-6F8C711D3FFB}"/>
              </a:ext>
            </a:extLst>
          </p:cNvPr>
          <p:cNvSpPr txBox="1">
            <a:spLocks noChangeArrowheads="1"/>
          </p:cNvSpPr>
          <p:nvPr/>
        </p:nvSpPr>
        <p:spPr bwMode="auto">
          <a:xfrm>
            <a:off x="4554671" y="4437063"/>
            <a:ext cx="2730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42" name="TextBox 117">
            <a:extLst>
              <a:ext uri="{FF2B5EF4-FFF2-40B4-BE49-F238E27FC236}">
                <a16:creationId xmlns:a16="http://schemas.microsoft.com/office/drawing/2014/main" id="{9D634780-9369-0148-8A46-086906AB78C7}"/>
              </a:ext>
            </a:extLst>
          </p:cNvPr>
          <p:cNvSpPr txBox="1">
            <a:spLocks noChangeArrowheads="1"/>
          </p:cNvSpPr>
          <p:nvPr/>
        </p:nvSpPr>
        <p:spPr bwMode="auto">
          <a:xfrm>
            <a:off x="5811971" y="4089400"/>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43" name="TextBox 118">
            <a:extLst>
              <a:ext uri="{FF2B5EF4-FFF2-40B4-BE49-F238E27FC236}">
                <a16:creationId xmlns:a16="http://schemas.microsoft.com/office/drawing/2014/main" id="{6F9BC31D-23BD-554C-A935-0C3ED713F031}"/>
              </a:ext>
            </a:extLst>
          </p:cNvPr>
          <p:cNvSpPr txBox="1">
            <a:spLocks noChangeArrowheads="1"/>
          </p:cNvSpPr>
          <p:nvPr/>
        </p:nvSpPr>
        <p:spPr bwMode="auto">
          <a:xfrm>
            <a:off x="5783396" y="4437063"/>
            <a:ext cx="27463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44" name="TextBox 119">
            <a:extLst>
              <a:ext uri="{FF2B5EF4-FFF2-40B4-BE49-F238E27FC236}">
                <a16:creationId xmlns:a16="http://schemas.microsoft.com/office/drawing/2014/main" id="{E42C8FB7-C2F4-7E49-AD30-C67257B593FF}"/>
              </a:ext>
            </a:extLst>
          </p:cNvPr>
          <p:cNvSpPr txBox="1">
            <a:spLocks noChangeArrowheads="1"/>
          </p:cNvSpPr>
          <p:nvPr/>
        </p:nvSpPr>
        <p:spPr bwMode="auto">
          <a:xfrm>
            <a:off x="6150108" y="4641850"/>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45" name="TextBox 120">
            <a:extLst>
              <a:ext uri="{FF2B5EF4-FFF2-40B4-BE49-F238E27FC236}">
                <a16:creationId xmlns:a16="http://schemas.microsoft.com/office/drawing/2014/main" id="{89A9F45F-6E86-9A4C-AF52-070A9E3AE5EA}"/>
              </a:ext>
            </a:extLst>
          </p:cNvPr>
          <p:cNvSpPr txBox="1">
            <a:spLocks noChangeArrowheads="1"/>
          </p:cNvSpPr>
          <p:nvPr/>
        </p:nvSpPr>
        <p:spPr bwMode="auto">
          <a:xfrm>
            <a:off x="6708908" y="4394200"/>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46" name="TextBox 150">
            <a:extLst>
              <a:ext uri="{FF2B5EF4-FFF2-40B4-BE49-F238E27FC236}">
                <a16:creationId xmlns:a16="http://schemas.microsoft.com/office/drawing/2014/main" id="{54FFEFDD-84AB-484A-93F2-66AB84A2BB4D}"/>
              </a:ext>
            </a:extLst>
          </p:cNvPr>
          <p:cNvSpPr txBox="1">
            <a:spLocks noChangeArrowheads="1"/>
          </p:cNvSpPr>
          <p:nvPr/>
        </p:nvSpPr>
        <p:spPr bwMode="auto">
          <a:xfrm>
            <a:off x="4469291" y="1666393"/>
            <a:ext cx="83502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h6</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10.3.0.6</a:t>
            </a:r>
          </a:p>
        </p:txBody>
      </p:sp>
      <p:grpSp>
        <p:nvGrpSpPr>
          <p:cNvPr id="277" name="Group 88">
            <a:extLst>
              <a:ext uri="{FF2B5EF4-FFF2-40B4-BE49-F238E27FC236}">
                <a16:creationId xmlns:a16="http://schemas.microsoft.com/office/drawing/2014/main" id="{7A022A32-83B1-5748-9221-800D0CFB34B0}"/>
              </a:ext>
            </a:extLst>
          </p:cNvPr>
          <p:cNvGrpSpPr>
            <a:grpSpLocks/>
          </p:cNvGrpSpPr>
          <p:nvPr/>
        </p:nvGrpSpPr>
        <p:grpSpPr bwMode="auto">
          <a:xfrm>
            <a:off x="5400808" y="1862138"/>
            <a:ext cx="1270000" cy="1482725"/>
            <a:chOff x="5418667" y="1587500"/>
            <a:chExt cx="1270000" cy="1481667"/>
          </a:xfrm>
        </p:grpSpPr>
        <p:grpSp>
          <p:nvGrpSpPr>
            <p:cNvPr id="278" name="Group 79">
              <a:extLst>
                <a:ext uri="{FF2B5EF4-FFF2-40B4-BE49-F238E27FC236}">
                  <a16:creationId xmlns:a16="http://schemas.microsoft.com/office/drawing/2014/main" id="{ACD5087A-4126-5D4A-B13B-F67F7506AA54}"/>
                </a:ext>
              </a:extLst>
            </p:cNvPr>
            <p:cNvGrpSpPr>
              <a:grpSpLocks/>
            </p:cNvGrpSpPr>
            <p:nvPr/>
          </p:nvGrpSpPr>
          <p:grpSpPr bwMode="auto">
            <a:xfrm>
              <a:off x="5440087" y="1742411"/>
              <a:ext cx="1047344" cy="1163369"/>
              <a:chOff x="5440087" y="1742411"/>
              <a:chExt cx="1047344" cy="1163369"/>
            </a:xfrm>
          </p:grpSpPr>
          <p:grpSp>
            <p:nvGrpSpPr>
              <p:cNvPr id="280" name="Group 950">
                <a:extLst>
                  <a:ext uri="{FF2B5EF4-FFF2-40B4-BE49-F238E27FC236}">
                    <a16:creationId xmlns:a16="http://schemas.microsoft.com/office/drawing/2014/main" id="{21D68A0A-9909-D449-98B0-19D7C2FB7520}"/>
                  </a:ext>
                </a:extLst>
              </p:cNvPr>
              <p:cNvGrpSpPr>
                <a:grpSpLocks/>
              </p:cNvGrpSpPr>
              <p:nvPr/>
            </p:nvGrpSpPr>
            <p:grpSpPr bwMode="auto">
              <a:xfrm>
                <a:off x="5838397" y="2273382"/>
                <a:ext cx="350328" cy="632398"/>
                <a:chOff x="4140" y="429"/>
                <a:chExt cx="1425" cy="2396"/>
              </a:xfrm>
            </p:grpSpPr>
            <p:sp>
              <p:nvSpPr>
                <p:cNvPr id="283" name="Freeform 951">
                  <a:extLst>
                    <a:ext uri="{FF2B5EF4-FFF2-40B4-BE49-F238E27FC236}">
                      <a16:creationId xmlns:a16="http://schemas.microsoft.com/office/drawing/2014/main" id="{E3817A04-160B-F442-A0EE-4B30F2EE8117}"/>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4" name="Rectangle 952">
                  <a:extLst>
                    <a:ext uri="{FF2B5EF4-FFF2-40B4-BE49-F238E27FC236}">
                      <a16:creationId xmlns:a16="http://schemas.microsoft.com/office/drawing/2014/main" id="{75B67217-BB62-6248-BD4E-EB9548DDB450}"/>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85" name="Freeform 953">
                  <a:extLst>
                    <a:ext uri="{FF2B5EF4-FFF2-40B4-BE49-F238E27FC236}">
                      <a16:creationId xmlns:a16="http://schemas.microsoft.com/office/drawing/2014/main" id="{B318F2C8-1650-8646-8E8D-A78555EC0C3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Freeform 954">
                  <a:extLst>
                    <a:ext uri="{FF2B5EF4-FFF2-40B4-BE49-F238E27FC236}">
                      <a16:creationId xmlns:a16="http://schemas.microsoft.com/office/drawing/2014/main" id="{04D05301-60BD-FC40-AAA2-F4F7C27891A0}"/>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Rectangle 955">
                  <a:extLst>
                    <a:ext uri="{FF2B5EF4-FFF2-40B4-BE49-F238E27FC236}">
                      <a16:creationId xmlns:a16="http://schemas.microsoft.com/office/drawing/2014/main" id="{5F062A6D-743A-264D-ADB0-C83039EDB340}"/>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88" name="Group 956">
                  <a:extLst>
                    <a:ext uri="{FF2B5EF4-FFF2-40B4-BE49-F238E27FC236}">
                      <a16:creationId xmlns:a16="http://schemas.microsoft.com/office/drawing/2014/main" id="{01C45509-1B2B-1042-BA84-D6FBBFF916E4}"/>
                    </a:ext>
                  </a:extLst>
                </p:cNvPr>
                <p:cNvGrpSpPr>
                  <a:grpSpLocks/>
                </p:cNvGrpSpPr>
                <p:nvPr/>
              </p:nvGrpSpPr>
              <p:grpSpPr bwMode="auto">
                <a:xfrm>
                  <a:off x="4749" y="668"/>
                  <a:ext cx="581" cy="145"/>
                  <a:chOff x="614" y="2568"/>
                  <a:chExt cx="725" cy="139"/>
                </a:xfrm>
              </p:grpSpPr>
              <p:sp>
                <p:nvSpPr>
                  <p:cNvPr id="313" name="AutoShape 957">
                    <a:extLst>
                      <a:ext uri="{FF2B5EF4-FFF2-40B4-BE49-F238E27FC236}">
                        <a16:creationId xmlns:a16="http://schemas.microsoft.com/office/drawing/2014/main" id="{40C9778F-DE66-5643-8444-7EE1E943F1B9}"/>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4" name="AutoShape 958">
                    <a:extLst>
                      <a:ext uri="{FF2B5EF4-FFF2-40B4-BE49-F238E27FC236}">
                        <a16:creationId xmlns:a16="http://schemas.microsoft.com/office/drawing/2014/main" id="{DE3E5FFB-586E-B643-94E3-85EB4EF099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89" name="Rectangle 959">
                  <a:extLst>
                    <a:ext uri="{FF2B5EF4-FFF2-40B4-BE49-F238E27FC236}">
                      <a16:creationId xmlns:a16="http://schemas.microsoft.com/office/drawing/2014/main" id="{BB2BBE5E-0794-4041-A8BF-B91E39290513}"/>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90" name="Group 960">
                  <a:extLst>
                    <a:ext uri="{FF2B5EF4-FFF2-40B4-BE49-F238E27FC236}">
                      <a16:creationId xmlns:a16="http://schemas.microsoft.com/office/drawing/2014/main" id="{B8615C7E-DC00-DB42-BA0E-E1F2758776B3}"/>
                    </a:ext>
                  </a:extLst>
                </p:cNvPr>
                <p:cNvGrpSpPr>
                  <a:grpSpLocks/>
                </p:cNvGrpSpPr>
                <p:nvPr/>
              </p:nvGrpSpPr>
              <p:grpSpPr bwMode="auto">
                <a:xfrm>
                  <a:off x="4747" y="994"/>
                  <a:ext cx="581" cy="134"/>
                  <a:chOff x="614" y="2568"/>
                  <a:chExt cx="725" cy="139"/>
                </a:xfrm>
              </p:grpSpPr>
              <p:sp>
                <p:nvSpPr>
                  <p:cNvPr id="311" name="AutoShape 961">
                    <a:extLst>
                      <a:ext uri="{FF2B5EF4-FFF2-40B4-BE49-F238E27FC236}">
                        <a16:creationId xmlns:a16="http://schemas.microsoft.com/office/drawing/2014/main" id="{20E97585-07E0-EC4F-B0F9-D086838F40A6}"/>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2" name="AutoShape 962">
                    <a:extLst>
                      <a:ext uri="{FF2B5EF4-FFF2-40B4-BE49-F238E27FC236}">
                        <a16:creationId xmlns:a16="http://schemas.microsoft.com/office/drawing/2014/main" id="{CAF5CAE1-8538-2C48-BED8-4AC05996DC5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1" name="Rectangle 963">
                  <a:extLst>
                    <a:ext uri="{FF2B5EF4-FFF2-40B4-BE49-F238E27FC236}">
                      <a16:creationId xmlns:a16="http://schemas.microsoft.com/office/drawing/2014/main" id="{BFEA0CA2-91FF-F147-B072-1BC64CA43860}"/>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2" name="Rectangle 964">
                  <a:extLst>
                    <a:ext uri="{FF2B5EF4-FFF2-40B4-BE49-F238E27FC236}">
                      <a16:creationId xmlns:a16="http://schemas.microsoft.com/office/drawing/2014/main" id="{B7438767-CF8A-7D4E-88D7-06755770E895}"/>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93" name="Group 965">
                  <a:extLst>
                    <a:ext uri="{FF2B5EF4-FFF2-40B4-BE49-F238E27FC236}">
                      <a16:creationId xmlns:a16="http://schemas.microsoft.com/office/drawing/2014/main" id="{BD89BE1D-D5A1-2A4F-9BB3-493820B2D276}"/>
                    </a:ext>
                  </a:extLst>
                </p:cNvPr>
                <p:cNvGrpSpPr>
                  <a:grpSpLocks/>
                </p:cNvGrpSpPr>
                <p:nvPr/>
              </p:nvGrpSpPr>
              <p:grpSpPr bwMode="auto">
                <a:xfrm>
                  <a:off x="4735" y="1627"/>
                  <a:ext cx="582" cy="151"/>
                  <a:chOff x="614" y="2568"/>
                  <a:chExt cx="725" cy="139"/>
                </a:xfrm>
              </p:grpSpPr>
              <p:sp>
                <p:nvSpPr>
                  <p:cNvPr id="309" name="AutoShape 966">
                    <a:extLst>
                      <a:ext uri="{FF2B5EF4-FFF2-40B4-BE49-F238E27FC236}">
                        <a16:creationId xmlns:a16="http://schemas.microsoft.com/office/drawing/2014/main" id="{E07E9E59-7E69-DA4E-9F03-F1D01DBAFCB9}"/>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0" name="AutoShape 967">
                    <a:extLst>
                      <a:ext uri="{FF2B5EF4-FFF2-40B4-BE49-F238E27FC236}">
                        <a16:creationId xmlns:a16="http://schemas.microsoft.com/office/drawing/2014/main" id="{702690BB-83DF-924B-9306-E5AFED91E52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4" name="Freeform 968">
                  <a:extLst>
                    <a:ext uri="{FF2B5EF4-FFF2-40B4-BE49-F238E27FC236}">
                      <a16:creationId xmlns:a16="http://schemas.microsoft.com/office/drawing/2014/main" id="{F6B6C90F-430A-CF4B-A1D7-1A585BAB71E4}"/>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5" name="Group 969">
                  <a:extLst>
                    <a:ext uri="{FF2B5EF4-FFF2-40B4-BE49-F238E27FC236}">
                      <a16:creationId xmlns:a16="http://schemas.microsoft.com/office/drawing/2014/main" id="{9E5BB1CA-4B03-2141-B082-B8A4706C69D5}"/>
                    </a:ext>
                  </a:extLst>
                </p:cNvPr>
                <p:cNvGrpSpPr>
                  <a:grpSpLocks/>
                </p:cNvGrpSpPr>
                <p:nvPr/>
              </p:nvGrpSpPr>
              <p:grpSpPr bwMode="auto">
                <a:xfrm>
                  <a:off x="4739" y="1327"/>
                  <a:ext cx="582" cy="139"/>
                  <a:chOff x="614" y="2568"/>
                  <a:chExt cx="725" cy="139"/>
                </a:xfrm>
              </p:grpSpPr>
              <p:sp>
                <p:nvSpPr>
                  <p:cNvPr id="307" name="AutoShape 970">
                    <a:extLst>
                      <a:ext uri="{FF2B5EF4-FFF2-40B4-BE49-F238E27FC236}">
                        <a16:creationId xmlns:a16="http://schemas.microsoft.com/office/drawing/2014/main" id="{60980303-8EC9-E149-A193-9468A5527025}"/>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8" name="AutoShape 971">
                    <a:extLst>
                      <a:ext uri="{FF2B5EF4-FFF2-40B4-BE49-F238E27FC236}">
                        <a16:creationId xmlns:a16="http://schemas.microsoft.com/office/drawing/2014/main" id="{4EF45611-F585-3043-B711-6A89BC6FE852}"/>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6" name="Rectangle 972">
                  <a:extLst>
                    <a:ext uri="{FF2B5EF4-FFF2-40B4-BE49-F238E27FC236}">
                      <a16:creationId xmlns:a16="http://schemas.microsoft.com/office/drawing/2014/main" id="{811326F7-41C5-AD43-ADD1-11B55C255C64}"/>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7" name="Freeform 973">
                  <a:extLst>
                    <a:ext uri="{FF2B5EF4-FFF2-40B4-BE49-F238E27FC236}">
                      <a16:creationId xmlns:a16="http://schemas.microsoft.com/office/drawing/2014/main" id="{FDE366E8-CF59-6744-8C4C-B0AFB24ACA9E}"/>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8" name="Freeform 974">
                  <a:extLst>
                    <a:ext uri="{FF2B5EF4-FFF2-40B4-BE49-F238E27FC236}">
                      <a16:creationId xmlns:a16="http://schemas.microsoft.com/office/drawing/2014/main" id="{318356AC-8F6D-AE46-AB46-5BA687C30CD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Oval 975">
                  <a:extLst>
                    <a:ext uri="{FF2B5EF4-FFF2-40B4-BE49-F238E27FC236}">
                      <a16:creationId xmlns:a16="http://schemas.microsoft.com/office/drawing/2014/main" id="{0F0566BD-6029-5E4D-9EA5-AC7E5621759A}"/>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0" name="Freeform 976">
                  <a:extLst>
                    <a:ext uri="{FF2B5EF4-FFF2-40B4-BE49-F238E27FC236}">
                      <a16:creationId xmlns:a16="http://schemas.microsoft.com/office/drawing/2014/main" id="{A97DBA45-4DC8-8A4C-9ECC-96AF3FCE8533}"/>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1" name="AutoShape 977">
                  <a:extLst>
                    <a:ext uri="{FF2B5EF4-FFF2-40B4-BE49-F238E27FC236}">
                      <a16:creationId xmlns:a16="http://schemas.microsoft.com/office/drawing/2014/main" id="{4336E3DA-6FFE-F148-8C56-516CE08065D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2" name="AutoShape 978">
                  <a:extLst>
                    <a:ext uri="{FF2B5EF4-FFF2-40B4-BE49-F238E27FC236}">
                      <a16:creationId xmlns:a16="http://schemas.microsoft.com/office/drawing/2014/main" id="{183F8629-55AE-0443-BA0A-86080DC2EFC7}"/>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3" name="Oval 979">
                  <a:extLst>
                    <a:ext uri="{FF2B5EF4-FFF2-40B4-BE49-F238E27FC236}">
                      <a16:creationId xmlns:a16="http://schemas.microsoft.com/office/drawing/2014/main" id="{3A012DD8-A7AE-C943-9266-026D3315C7A6}"/>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4" name="Oval 980">
                  <a:extLst>
                    <a:ext uri="{FF2B5EF4-FFF2-40B4-BE49-F238E27FC236}">
                      <a16:creationId xmlns:a16="http://schemas.microsoft.com/office/drawing/2014/main" id="{B244DD55-7B74-A349-8352-6789B4DF5D9A}"/>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5" name="Oval 981">
                  <a:extLst>
                    <a:ext uri="{FF2B5EF4-FFF2-40B4-BE49-F238E27FC236}">
                      <a16:creationId xmlns:a16="http://schemas.microsoft.com/office/drawing/2014/main" id="{5B459985-0D9B-A149-AA5D-EFFF804C9DD9}"/>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6" name="Rectangle 982">
                  <a:extLst>
                    <a:ext uri="{FF2B5EF4-FFF2-40B4-BE49-F238E27FC236}">
                      <a16:creationId xmlns:a16="http://schemas.microsoft.com/office/drawing/2014/main" id="{6E63AA7A-EC16-C34C-A965-939803E03BCD}"/>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pic>
            <p:nvPicPr>
              <p:cNvPr id="281" name="Picture 4">
                <a:extLst>
                  <a:ext uri="{FF2B5EF4-FFF2-40B4-BE49-F238E27FC236}">
                    <a16:creationId xmlns:a16="http://schemas.microsoft.com/office/drawing/2014/main" id="{62AAA559-6FDE-8C46-AE96-98BB6F5A9A2B}"/>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5440087" y="1742411"/>
                <a:ext cx="1039824" cy="3097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2" name="TextBox 149">
                <a:extLst>
                  <a:ext uri="{FF2B5EF4-FFF2-40B4-BE49-F238E27FC236}">
                    <a16:creationId xmlns:a16="http://schemas.microsoft.com/office/drawing/2014/main" id="{16C0F16C-BEC5-5E41-93D1-E1A0A7E8865E}"/>
                  </a:ext>
                </a:extLst>
              </p:cNvPr>
              <p:cNvSpPr txBox="1">
                <a:spLocks noChangeArrowheads="1"/>
              </p:cNvSpPr>
              <p:nvPr/>
            </p:nvSpPr>
            <p:spPr bwMode="auto">
              <a:xfrm>
                <a:off x="5558972" y="1947149"/>
                <a:ext cx="928459"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controller</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79" name="Rectangle 82">
              <a:extLst>
                <a:ext uri="{FF2B5EF4-FFF2-40B4-BE49-F238E27FC236}">
                  <a16:creationId xmlns:a16="http://schemas.microsoft.com/office/drawing/2014/main" id="{CF46B557-5EBD-604D-BCB4-EA70ED1CD3DA}"/>
                </a:ext>
              </a:extLst>
            </p:cNvPr>
            <p:cNvSpPr>
              <a:spLocks noChangeArrowheads="1"/>
            </p:cNvSpPr>
            <p:nvPr/>
          </p:nvSpPr>
          <p:spPr bwMode="auto">
            <a:xfrm>
              <a:off x="5418667" y="1587500"/>
              <a:ext cx="1270000" cy="1481667"/>
            </a:xfrm>
            <a:prstGeom prst="rect">
              <a:avLst/>
            </a:prstGeom>
            <a:solidFill>
              <a:srgbClr val="FFFFFF">
                <a:alpha val="65881"/>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15" name="TextBox 211">
            <a:extLst>
              <a:ext uri="{FF2B5EF4-FFF2-40B4-BE49-F238E27FC236}">
                <a16:creationId xmlns:a16="http://schemas.microsoft.com/office/drawing/2014/main" id="{2C6761C7-32A3-C042-BA94-67A59C155A65}"/>
              </a:ext>
            </a:extLst>
          </p:cNvPr>
          <p:cNvSpPr txBox="1">
            <a:spLocks noChangeArrowheads="1"/>
          </p:cNvSpPr>
          <p:nvPr/>
        </p:nvSpPr>
        <p:spPr bwMode="auto">
          <a:xfrm>
            <a:off x="7200353" y="1519586"/>
            <a:ext cx="4619940" cy="21113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Orchestrated tables can create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network-wide</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behavior, e.g.,:</a:t>
            </a:r>
          </a:p>
          <a:p>
            <a:pPr marL="342900" marR="0" lvl="0" indent="-225425" algn="l" defTabSz="914400" rtl="0" eaLnBrk="1" fontAlgn="auto" latinLnBrk="0" hangingPunct="1">
              <a:lnSpc>
                <a:spcPct val="90000"/>
              </a:lnSpc>
              <a:spcBef>
                <a:spcPts val="600"/>
              </a:spcBef>
              <a:spcAft>
                <a:spcPts val="0"/>
              </a:spcAft>
              <a:buClr>
                <a:srgbClr val="0000A8"/>
              </a:buClr>
              <a:buSzTx/>
              <a:buFont typeface="Wingdings" pitchFamily="2" charset="2"/>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datagrams from hosts h5 and h6 should be sent to h3 or h4, via s1 and from there to s2</a:t>
            </a:r>
          </a:p>
        </p:txBody>
      </p:sp>
      <p:grpSp>
        <p:nvGrpSpPr>
          <p:cNvPr id="316" name="Group 315">
            <a:extLst>
              <a:ext uri="{FF2B5EF4-FFF2-40B4-BE49-F238E27FC236}">
                <a16:creationId xmlns:a16="http://schemas.microsoft.com/office/drawing/2014/main" id="{6EE604CB-0D3E-814A-B971-2B4918559EB2}"/>
              </a:ext>
            </a:extLst>
          </p:cNvPr>
          <p:cNvGrpSpPr/>
          <p:nvPr/>
        </p:nvGrpSpPr>
        <p:grpSpPr>
          <a:xfrm>
            <a:off x="3869633" y="4253948"/>
            <a:ext cx="728870" cy="410817"/>
            <a:chOff x="7493876" y="2774731"/>
            <a:chExt cx="1481958" cy="894622"/>
          </a:xfrm>
          <a:effectLst>
            <a:outerShdw blurRad="50800" dist="38100" dir="18900000" algn="bl" rotWithShape="0">
              <a:prstClr val="black">
                <a:alpha val="40000"/>
              </a:prstClr>
            </a:outerShdw>
          </a:effectLst>
        </p:grpSpPr>
        <p:sp>
          <p:nvSpPr>
            <p:cNvPr id="317" name="Freeform 316">
              <a:extLst>
                <a:ext uri="{FF2B5EF4-FFF2-40B4-BE49-F238E27FC236}">
                  <a16:creationId xmlns:a16="http://schemas.microsoft.com/office/drawing/2014/main" id="{30015DB5-42CE-3B49-B677-CF914B2962F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8" name="Oval 317">
              <a:extLst>
                <a:ext uri="{FF2B5EF4-FFF2-40B4-BE49-F238E27FC236}">
                  <a16:creationId xmlns:a16="http://schemas.microsoft.com/office/drawing/2014/main" id="{0F714CDA-7480-CE49-9945-95ABAA2E9D8D}"/>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9" name="Group 318">
              <a:extLst>
                <a:ext uri="{FF2B5EF4-FFF2-40B4-BE49-F238E27FC236}">
                  <a16:creationId xmlns:a16="http://schemas.microsoft.com/office/drawing/2014/main" id="{05112A5B-7C85-7C47-BF58-1F0109C893DC}"/>
                </a:ext>
              </a:extLst>
            </p:cNvPr>
            <p:cNvGrpSpPr/>
            <p:nvPr/>
          </p:nvGrpSpPr>
          <p:grpSpPr>
            <a:xfrm>
              <a:off x="7713663" y="2848339"/>
              <a:ext cx="1042107" cy="425543"/>
              <a:chOff x="7786941" y="2884917"/>
              <a:chExt cx="897649" cy="353919"/>
            </a:xfrm>
          </p:grpSpPr>
          <p:sp>
            <p:nvSpPr>
              <p:cNvPr id="320" name="Freeform 319">
                <a:extLst>
                  <a:ext uri="{FF2B5EF4-FFF2-40B4-BE49-F238E27FC236}">
                    <a16:creationId xmlns:a16="http://schemas.microsoft.com/office/drawing/2014/main" id="{B0580F03-39BF-EE40-ABDC-67419070C5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1" name="Freeform 320">
                <a:extLst>
                  <a:ext uri="{FF2B5EF4-FFF2-40B4-BE49-F238E27FC236}">
                    <a16:creationId xmlns:a16="http://schemas.microsoft.com/office/drawing/2014/main" id="{D0CD04B6-CF21-2848-8636-E0C8F73AE58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2" name="Freeform 321">
                <a:extLst>
                  <a:ext uri="{FF2B5EF4-FFF2-40B4-BE49-F238E27FC236}">
                    <a16:creationId xmlns:a16="http://schemas.microsoft.com/office/drawing/2014/main" id="{C8EBF80C-793A-E445-AB5E-B9C855B18BB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3" name="Freeform 322">
                <a:extLst>
                  <a:ext uri="{FF2B5EF4-FFF2-40B4-BE49-F238E27FC236}">
                    <a16:creationId xmlns:a16="http://schemas.microsoft.com/office/drawing/2014/main" id="{A3FCEE1A-B49A-114B-9106-CCEA7768BDD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24" name="Group 323">
            <a:extLst>
              <a:ext uri="{FF2B5EF4-FFF2-40B4-BE49-F238E27FC236}">
                <a16:creationId xmlns:a16="http://schemas.microsoft.com/office/drawing/2014/main" id="{F942E581-FE04-B94F-B911-CD294FD5BAAC}"/>
              </a:ext>
            </a:extLst>
          </p:cNvPr>
          <p:cNvGrpSpPr/>
          <p:nvPr/>
        </p:nvGrpSpPr>
        <p:grpSpPr>
          <a:xfrm>
            <a:off x="6009859" y="4287078"/>
            <a:ext cx="728870" cy="410817"/>
            <a:chOff x="7493876" y="2774731"/>
            <a:chExt cx="1481958" cy="894622"/>
          </a:xfrm>
          <a:effectLst>
            <a:outerShdw blurRad="50800" dist="38100" dir="18900000" algn="bl" rotWithShape="0">
              <a:prstClr val="black">
                <a:alpha val="40000"/>
              </a:prstClr>
            </a:outerShdw>
          </a:effectLst>
        </p:grpSpPr>
        <p:sp>
          <p:nvSpPr>
            <p:cNvPr id="325" name="Freeform 324">
              <a:extLst>
                <a:ext uri="{FF2B5EF4-FFF2-40B4-BE49-F238E27FC236}">
                  <a16:creationId xmlns:a16="http://schemas.microsoft.com/office/drawing/2014/main" id="{E316B434-3A3A-794B-A8AC-B213546A080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6" name="Oval 325">
              <a:extLst>
                <a:ext uri="{FF2B5EF4-FFF2-40B4-BE49-F238E27FC236}">
                  <a16:creationId xmlns:a16="http://schemas.microsoft.com/office/drawing/2014/main" id="{DBF0F5B5-9197-4C41-96FE-459AF7F44E9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7" name="Group 326">
              <a:extLst>
                <a:ext uri="{FF2B5EF4-FFF2-40B4-BE49-F238E27FC236}">
                  <a16:creationId xmlns:a16="http://schemas.microsoft.com/office/drawing/2014/main" id="{351381FF-0860-E449-A0D9-10CEFAE36387}"/>
                </a:ext>
              </a:extLst>
            </p:cNvPr>
            <p:cNvGrpSpPr/>
            <p:nvPr/>
          </p:nvGrpSpPr>
          <p:grpSpPr>
            <a:xfrm>
              <a:off x="7713663" y="2848339"/>
              <a:ext cx="1042107" cy="425543"/>
              <a:chOff x="7786941" y="2884917"/>
              <a:chExt cx="897649" cy="353919"/>
            </a:xfrm>
          </p:grpSpPr>
          <p:sp>
            <p:nvSpPr>
              <p:cNvPr id="328" name="Freeform 327">
                <a:extLst>
                  <a:ext uri="{FF2B5EF4-FFF2-40B4-BE49-F238E27FC236}">
                    <a16:creationId xmlns:a16="http://schemas.microsoft.com/office/drawing/2014/main" id="{E939FD15-8AAB-2040-B15A-82A5312077C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9" name="Freeform 328">
                <a:extLst>
                  <a:ext uri="{FF2B5EF4-FFF2-40B4-BE49-F238E27FC236}">
                    <a16:creationId xmlns:a16="http://schemas.microsoft.com/office/drawing/2014/main" id="{4CEF3864-F6D0-4748-B241-5D20F1F4618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0" name="Freeform 329">
                <a:extLst>
                  <a:ext uri="{FF2B5EF4-FFF2-40B4-BE49-F238E27FC236}">
                    <a16:creationId xmlns:a16="http://schemas.microsoft.com/office/drawing/2014/main" id="{2067769B-1AC4-6144-B2B6-0F5E7F9575E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1" name="Freeform 330">
                <a:extLst>
                  <a:ext uri="{FF2B5EF4-FFF2-40B4-BE49-F238E27FC236}">
                    <a16:creationId xmlns:a16="http://schemas.microsoft.com/office/drawing/2014/main" id="{A069C59A-BBBE-4744-872F-D132ECB519A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32" name="Group 331">
            <a:extLst>
              <a:ext uri="{FF2B5EF4-FFF2-40B4-BE49-F238E27FC236}">
                <a16:creationId xmlns:a16="http://schemas.microsoft.com/office/drawing/2014/main" id="{C1A356A8-2504-814E-A2DE-E564D8802FDE}"/>
              </a:ext>
            </a:extLst>
          </p:cNvPr>
          <p:cNvGrpSpPr/>
          <p:nvPr/>
        </p:nvGrpSpPr>
        <p:grpSpPr>
          <a:xfrm>
            <a:off x="3882885" y="2411896"/>
            <a:ext cx="728870" cy="410817"/>
            <a:chOff x="7493876" y="2774731"/>
            <a:chExt cx="1481958" cy="894622"/>
          </a:xfrm>
          <a:effectLst>
            <a:outerShdw blurRad="50800" dist="38100" dir="18900000" algn="bl" rotWithShape="0">
              <a:prstClr val="black">
                <a:alpha val="40000"/>
              </a:prstClr>
            </a:outerShdw>
          </a:effectLst>
        </p:grpSpPr>
        <p:sp>
          <p:nvSpPr>
            <p:cNvPr id="333" name="Freeform 332">
              <a:extLst>
                <a:ext uri="{FF2B5EF4-FFF2-40B4-BE49-F238E27FC236}">
                  <a16:creationId xmlns:a16="http://schemas.microsoft.com/office/drawing/2014/main" id="{9C6FB5E6-48B8-8744-98B5-2E6227887CA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34" name="Oval 333">
              <a:extLst>
                <a:ext uri="{FF2B5EF4-FFF2-40B4-BE49-F238E27FC236}">
                  <a16:creationId xmlns:a16="http://schemas.microsoft.com/office/drawing/2014/main" id="{3AAAA7B0-2B9F-2043-9D13-B05031238FDD}"/>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35" name="Group 334">
              <a:extLst>
                <a:ext uri="{FF2B5EF4-FFF2-40B4-BE49-F238E27FC236}">
                  <a16:creationId xmlns:a16="http://schemas.microsoft.com/office/drawing/2014/main" id="{A3B779A6-781E-8643-ADF4-AE8E6B550A4E}"/>
                </a:ext>
              </a:extLst>
            </p:cNvPr>
            <p:cNvGrpSpPr/>
            <p:nvPr/>
          </p:nvGrpSpPr>
          <p:grpSpPr>
            <a:xfrm>
              <a:off x="7713663" y="2848339"/>
              <a:ext cx="1042107" cy="425543"/>
              <a:chOff x="7786941" y="2884917"/>
              <a:chExt cx="897649" cy="353919"/>
            </a:xfrm>
          </p:grpSpPr>
          <p:sp>
            <p:nvSpPr>
              <p:cNvPr id="336" name="Freeform 335">
                <a:extLst>
                  <a:ext uri="{FF2B5EF4-FFF2-40B4-BE49-F238E27FC236}">
                    <a16:creationId xmlns:a16="http://schemas.microsoft.com/office/drawing/2014/main" id="{C44F672B-8C14-F049-AA11-1EDEE67D2DB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7" name="Freeform 336">
                <a:extLst>
                  <a:ext uri="{FF2B5EF4-FFF2-40B4-BE49-F238E27FC236}">
                    <a16:creationId xmlns:a16="http://schemas.microsoft.com/office/drawing/2014/main" id="{A182D874-EC68-5549-AA31-DA7DAE9044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8" name="Freeform 337">
                <a:extLst>
                  <a:ext uri="{FF2B5EF4-FFF2-40B4-BE49-F238E27FC236}">
                    <a16:creationId xmlns:a16="http://schemas.microsoft.com/office/drawing/2014/main" id="{0910EAAF-C06C-F64B-860C-6D1C1680B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9" name="Freeform 338">
                <a:extLst>
                  <a:ext uri="{FF2B5EF4-FFF2-40B4-BE49-F238E27FC236}">
                    <a16:creationId xmlns:a16="http://schemas.microsoft.com/office/drawing/2014/main" id="{7BAE19D5-843D-C349-BC33-83E69DC2B9D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 name="Group 3">
            <a:extLst>
              <a:ext uri="{FF2B5EF4-FFF2-40B4-BE49-F238E27FC236}">
                <a16:creationId xmlns:a16="http://schemas.microsoft.com/office/drawing/2014/main" id="{E7B75379-DB27-554B-9DBE-69FBF7DF9531}"/>
              </a:ext>
            </a:extLst>
          </p:cNvPr>
          <p:cNvGrpSpPr/>
          <p:nvPr/>
        </p:nvGrpSpPr>
        <p:grpSpPr>
          <a:xfrm>
            <a:off x="3414532" y="2789499"/>
            <a:ext cx="3842795" cy="2465405"/>
            <a:chOff x="3414532" y="2693870"/>
            <a:chExt cx="3842795" cy="2595759"/>
          </a:xfrm>
        </p:grpSpPr>
        <p:sp>
          <p:nvSpPr>
            <p:cNvPr id="2" name="Freeform 1">
              <a:extLst>
                <a:ext uri="{FF2B5EF4-FFF2-40B4-BE49-F238E27FC236}">
                  <a16:creationId xmlns:a16="http://schemas.microsoft.com/office/drawing/2014/main" id="{613A01DD-904D-064B-8DE2-4E17062C74CD}"/>
                </a:ext>
              </a:extLst>
            </p:cNvPr>
            <p:cNvSpPr/>
            <p:nvPr/>
          </p:nvSpPr>
          <p:spPr>
            <a:xfrm>
              <a:off x="3414532" y="2693870"/>
              <a:ext cx="3842795" cy="2040239"/>
            </a:xfrm>
            <a:custGeom>
              <a:avLst/>
              <a:gdLst>
                <a:gd name="connsiteX0" fmla="*/ 0 w 3715473"/>
                <a:gd name="connsiteY0" fmla="*/ 0 h 1794076"/>
                <a:gd name="connsiteX1" fmla="*/ 625033 w 3715473"/>
                <a:gd name="connsiteY1" fmla="*/ 0 h 1794076"/>
                <a:gd name="connsiteX2" fmla="*/ 625033 w 3715473"/>
                <a:gd name="connsiteY2" fmla="*/ 1794076 h 1794076"/>
                <a:gd name="connsiteX3" fmla="*/ 3715473 w 3715473"/>
                <a:gd name="connsiteY3" fmla="*/ 1782501 h 1794076"/>
                <a:gd name="connsiteX0" fmla="*/ 0 w 3715473"/>
                <a:gd name="connsiteY0" fmla="*/ 0 h 1794076"/>
                <a:gd name="connsiteX1" fmla="*/ 625033 w 3715473"/>
                <a:gd name="connsiteY1" fmla="*/ 0 h 1794076"/>
                <a:gd name="connsiteX2" fmla="*/ 625033 w 3715473"/>
                <a:gd name="connsiteY2" fmla="*/ 1794076 h 1794076"/>
                <a:gd name="connsiteX3" fmla="*/ 3715473 w 3715473"/>
                <a:gd name="connsiteY3" fmla="*/ 1782501 h 1794076"/>
                <a:gd name="connsiteX0" fmla="*/ 0 w 3715473"/>
                <a:gd name="connsiteY0" fmla="*/ 0 h 1846891"/>
                <a:gd name="connsiteX1" fmla="*/ 625033 w 3715473"/>
                <a:gd name="connsiteY1" fmla="*/ 0 h 1846891"/>
                <a:gd name="connsiteX2" fmla="*/ 625033 w 3715473"/>
                <a:gd name="connsiteY2" fmla="*/ 1794076 h 1846891"/>
                <a:gd name="connsiteX3" fmla="*/ 3715473 w 3715473"/>
                <a:gd name="connsiteY3" fmla="*/ 1782501 h 1846891"/>
                <a:gd name="connsiteX0" fmla="*/ 0 w 3715473"/>
                <a:gd name="connsiteY0" fmla="*/ 132894 h 1979785"/>
                <a:gd name="connsiteX1" fmla="*/ 625033 w 3715473"/>
                <a:gd name="connsiteY1" fmla="*/ 132894 h 1979785"/>
                <a:gd name="connsiteX2" fmla="*/ 625033 w 3715473"/>
                <a:gd name="connsiteY2" fmla="*/ 1926970 h 1979785"/>
                <a:gd name="connsiteX3" fmla="*/ 3715473 w 3715473"/>
                <a:gd name="connsiteY3" fmla="*/ 1915395 h 1979785"/>
                <a:gd name="connsiteX0" fmla="*/ 0 w 3738623"/>
                <a:gd name="connsiteY0" fmla="*/ 132894 h 1998367"/>
                <a:gd name="connsiteX1" fmla="*/ 625033 w 3738623"/>
                <a:gd name="connsiteY1" fmla="*/ 132894 h 1998367"/>
                <a:gd name="connsiteX2" fmla="*/ 625033 w 3738623"/>
                <a:gd name="connsiteY2" fmla="*/ 1926970 h 1998367"/>
                <a:gd name="connsiteX3" fmla="*/ 3738623 w 3738623"/>
                <a:gd name="connsiteY3" fmla="*/ 1973268 h 1998367"/>
                <a:gd name="connsiteX0" fmla="*/ 0 w 3842795"/>
                <a:gd name="connsiteY0" fmla="*/ 57604 h 2050398"/>
                <a:gd name="connsiteX1" fmla="*/ 729205 w 3842795"/>
                <a:gd name="connsiteY1" fmla="*/ 184925 h 2050398"/>
                <a:gd name="connsiteX2" fmla="*/ 729205 w 3842795"/>
                <a:gd name="connsiteY2" fmla="*/ 1979001 h 2050398"/>
                <a:gd name="connsiteX3" fmla="*/ 3842795 w 3842795"/>
                <a:gd name="connsiteY3" fmla="*/ 2025299 h 2050398"/>
                <a:gd name="connsiteX0" fmla="*/ 0 w 3842795"/>
                <a:gd name="connsiteY0" fmla="*/ 4716 h 1997510"/>
                <a:gd name="connsiteX1" fmla="*/ 729205 w 3842795"/>
                <a:gd name="connsiteY1" fmla="*/ 132037 h 1997510"/>
                <a:gd name="connsiteX2" fmla="*/ 729205 w 3842795"/>
                <a:gd name="connsiteY2" fmla="*/ 1926113 h 1997510"/>
                <a:gd name="connsiteX3" fmla="*/ 3842795 w 3842795"/>
                <a:gd name="connsiteY3" fmla="*/ 1972411 h 1997510"/>
                <a:gd name="connsiteX0" fmla="*/ 0 w 3842795"/>
                <a:gd name="connsiteY0" fmla="*/ 0 h 1992794"/>
                <a:gd name="connsiteX1" fmla="*/ 729205 w 3842795"/>
                <a:gd name="connsiteY1" fmla="*/ 127321 h 1992794"/>
                <a:gd name="connsiteX2" fmla="*/ 729205 w 3842795"/>
                <a:gd name="connsiteY2" fmla="*/ 1921397 h 1992794"/>
                <a:gd name="connsiteX3" fmla="*/ 3842795 w 3842795"/>
                <a:gd name="connsiteY3" fmla="*/ 1967695 h 1992794"/>
                <a:gd name="connsiteX0" fmla="*/ 0 w 3842795"/>
                <a:gd name="connsiteY0" fmla="*/ 0 h 1992794"/>
                <a:gd name="connsiteX1" fmla="*/ 729205 w 3842795"/>
                <a:gd name="connsiteY1" fmla="*/ 127321 h 1992794"/>
                <a:gd name="connsiteX2" fmla="*/ 729205 w 3842795"/>
                <a:gd name="connsiteY2" fmla="*/ 1921397 h 1992794"/>
                <a:gd name="connsiteX3" fmla="*/ 3842795 w 3842795"/>
                <a:gd name="connsiteY3" fmla="*/ 1967695 h 1992794"/>
                <a:gd name="connsiteX0" fmla="*/ 0 w 3842795"/>
                <a:gd name="connsiteY0" fmla="*/ 0 h 2037207"/>
                <a:gd name="connsiteX1" fmla="*/ 729205 w 3842795"/>
                <a:gd name="connsiteY1" fmla="*/ 127321 h 2037207"/>
                <a:gd name="connsiteX2" fmla="*/ 729205 w 3842795"/>
                <a:gd name="connsiteY2" fmla="*/ 1921397 h 2037207"/>
                <a:gd name="connsiteX3" fmla="*/ 3842795 w 3842795"/>
                <a:gd name="connsiteY3" fmla="*/ 1967695 h 2037207"/>
                <a:gd name="connsiteX0" fmla="*/ 0 w 3842795"/>
                <a:gd name="connsiteY0" fmla="*/ 3032 h 2040239"/>
                <a:gd name="connsiteX1" fmla="*/ 658002 w 3842795"/>
                <a:gd name="connsiteY1" fmla="*/ 119110 h 2040239"/>
                <a:gd name="connsiteX2" fmla="*/ 729205 w 3842795"/>
                <a:gd name="connsiteY2" fmla="*/ 1924429 h 2040239"/>
                <a:gd name="connsiteX3" fmla="*/ 3842795 w 3842795"/>
                <a:gd name="connsiteY3" fmla="*/ 1970727 h 2040239"/>
              </a:gdLst>
              <a:ahLst/>
              <a:cxnLst>
                <a:cxn ang="0">
                  <a:pos x="connsiteX0" y="connsiteY0"/>
                </a:cxn>
                <a:cxn ang="0">
                  <a:pos x="connsiteX1" y="connsiteY1"/>
                </a:cxn>
                <a:cxn ang="0">
                  <a:pos x="connsiteX2" y="connsiteY2"/>
                </a:cxn>
                <a:cxn ang="0">
                  <a:pos x="connsiteX3" y="connsiteY3"/>
                </a:cxn>
              </a:cxnLst>
              <a:rect l="l" t="t" r="r" b="b"/>
              <a:pathLst>
                <a:path w="3842795" h="2040239">
                  <a:moveTo>
                    <a:pt x="0" y="3032"/>
                  </a:moveTo>
                  <a:cubicBezTo>
                    <a:pt x="381965" y="14606"/>
                    <a:pt x="571192" y="-50652"/>
                    <a:pt x="658002" y="119110"/>
                  </a:cubicBezTo>
                  <a:cubicBezTo>
                    <a:pt x="744812" y="288872"/>
                    <a:pt x="538223" y="1604196"/>
                    <a:pt x="729205" y="1924429"/>
                  </a:cubicBezTo>
                  <a:cubicBezTo>
                    <a:pt x="844952" y="2152065"/>
                    <a:pt x="2812648" y="1974585"/>
                    <a:pt x="3842795" y="1970727"/>
                  </a:cubicBezTo>
                </a:path>
              </a:pathLst>
            </a:custGeom>
            <a:noFill/>
            <a:ln w="730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 name="Freeform 2">
              <a:extLst>
                <a:ext uri="{FF2B5EF4-FFF2-40B4-BE49-F238E27FC236}">
                  <a16:creationId xmlns:a16="http://schemas.microsoft.com/office/drawing/2014/main" id="{E60693DC-1998-254C-B9E5-C7A71AB73284}"/>
                </a:ext>
              </a:extLst>
            </p:cNvPr>
            <p:cNvSpPr/>
            <p:nvPr/>
          </p:nvSpPr>
          <p:spPr>
            <a:xfrm>
              <a:off x="5465338" y="4722802"/>
              <a:ext cx="823595" cy="566827"/>
            </a:xfrm>
            <a:custGeom>
              <a:avLst/>
              <a:gdLst>
                <a:gd name="connsiteX0" fmla="*/ 0 w 844952"/>
                <a:gd name="connsiteY0" fmla="*/ 0 h 555584"/>
                <a:gd name="connsiteX1" fmla="*/ 844952 w 844952"/>
                <a:gd name="connsiteY1" fmla="*/ 138896 h 555584"/>
                <a:gd name="connsiteX2" fmla="*/ 752355 w 844952"/>
                <a:gd name="connsiteY2" fmla="*/ 555584 h 555584"/>
                <a:gd name="connsiteX0" fmla="*/ 0 w 887733"/>
                <a:gd name="connsiteY0" fmla="*/ 0 h 555584"/>
                <a:gd name="connsiteX1" fmla="*/ 844952 w 887733"/>
                <a:gd name="connsiteY1" fmla="*/ 138896 h 555584"/>
                <a:gd name="connsiteX2" fmla="*/ 752355 w 887733"/>
                <a:gd name="connsiteY2" fmla="*/ 555584 h 555584"/>
                <a:gd name="connsiteX0" fmla="*/ 0 w 871696"/>
                <a:gd name="connsiteY0" fmla="*/ 0 h 570574"/>
                <a:gd name="connsiteX1" fmla="*/ 829962 w 871696"/>
                <a:gd name="connsiteY1" fmla="*/ 153886 h 570574"/>
                <a:gd name="connsiteX2" fmla="*/ 737365 w 871696"/>
                <a:gd name="connsiteY2" fmla="*/ 570574 h 570574"/>
                <a:gd name="connsiteX0" fmla="*/ 0 w 871696"/>
                <a:gd name="connsiteY0" fmla="*/ 0 h 555584"/>
                <a:gd name="connsiteX1" fmla="*/ 829962 w 871696"/>
                <a:gd name="connsiteY1" fmla="*/ 138896 h 555584"/>
                <a:gd name="connsiteX2" fmla="*/ 737365 w 871696"/>
                <a:gd name="connsiteY2" fmla="*/ 555584 h 555584"/>
                <a:gd name="connsiteX0" fmla="*/ 0 w 823595"/>
                <a:gd name="connsiteY0" fmla="*/ 0 h 566827"/>
                <a:gd name="connsiteX1" fmla="*/ 784991 w 823595"/>
                <a:gd name="connsiteY1" fmla="*/ 150139 h 566827"/>
                <a:gd name="connsiteX2" fmla="*/ 692394 w 823595"/>
                <a:gd name="connsiteY2" fmla="*/ 566827 h 566827"/>
              </a:gdLst>
              <a:ahLst/>
              <a:cxnLst>
                <a:cxn ang="0">
                  <a:pos x="connsiteX0" y="connsiteY0"/>
                </a:cxn>
                <a:cxn ang="0">
                  <a:pos x="connsiteX1" y="connsiteY1"/>
                </a:cxn>
                <a:cxn ang="0">
                  <a:pos x="connsiteX2" y="connsiteY2"/>
                </a:cxn>
              </a:cxnLst>
              <a:rect l="l" t="t" r="r" b="b"/>
              <a:pathLst>
                <a:path w="823595" h="566827">
                  <a:moveTo>
                    <a:pt x="0" y="0"/>
                  </a:moveTo>
                  <a:cubicBezTo>
                    <a:pt x="281651" y="46299"/>
                    <a:pt x="669592" y="55668"/>
                    <a:pt x="784991" y="150139"/>
                  </a:cubicBezTo>
                  <a:cubicBezTo>
                    <a:pt x="900390" y="244610"/>
                    <a:pt x="723260" y="427931"/>
                    <a:pt x="692394" y="566827"/>
                  </a:cubicBezTo>
                </a:path>
              </a:pathLst>
            </a:custGeom>
            <a:noFill/>
            <a:ln w="730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53" name="Group 152">
            <a:extLst>
              <a:ext uri="{FF2B5EF4-FFF2-40B4-BE49-F238E27FC236}">
                <a16:creationId xmlns:a16="http://schemas.microsoft.com/office/drawing/2014/main" id="{D5AF5DDD-B170-394F-8F48-6826EE1FF293}"/>
              </a:ext>
            </a:extLst>
          </p:cNvPr>
          <p:cNvGrpSpPr/>
          <p:nvPr/>
        </p:nvGrpSpPr>
        <p:grpSpPr>
          <a:xfrm>
            <a:off x="4311464" y="1958381"/>
            <a:ext cx="3143235" cy="3158697"/>
            <a:chOff x="4114093" y="2303316"/>
            <a:chExt cx="3143235" cy="3158697"/>
          </a:xfrm>
        </p:grpSpPr>
        <p:sp>
          <p:nvSpPr>
            <p:cNvPr id="154" name="Freeform 153">
              <a:extLst>
                <a:ext uri="{FF2B5EF4-FFF2-40B4-BE49-F238E27FC236}">
                  <a16:creationId xmlns:a16="http://schemas.microsoft.com/office/drawing/2014/main" id="{E0602368-B8A0-CD42-B92A-525C411F9FD0}"/>
                </a:ext>
              </a:extLst>
            </p:cNvPr>
            <p:cNvSpPr/>
            <p:nvPr/>
          </p:nvSpPr>
          <p:spPr>
            <a:xfrm>
              <a:off x="4114093" y="2303316"/>
              <a:ext cx="3143235" cy="2416160"/>
            </a:xfrm>
            <a:custGeom>
              <a:avLst/>
              <a:gdLst>
                <a:gd name="connsiteX0" fmla="*/ 0 w 3715473"/>
                <a:gd name="connsiteY0" fmla="*/ 0 h 1794076"/>
                <a:gd name="connsiteX1" fmla="*/ 625033 w 3715473"/>
                <a:gd name="connsiteY1" fmla="*/ 0 h 1794076"/>
                <a:gd name="connsiteX2" fmla="*/ 625033 w 3715473"/>
                <a:gd name="connsiteY2" fmla="*/ 1794076 h 1794076"/>
                <a:gd name="connsiteX3" fmla="*/ 3715473 w 3715473"/>
                <a:gd name="connsiteY3" fmla="*/ 1782501 h 1794076"/>
                <a:gd name="connsiteX0" fmla="*/ 0 w 3715473"/>
                <a:gd name="connsiteY0" fmla="*/ 0 h 1794076"/>
                <a:gd name="connsiteX1" fmla="*/ 625033 w 3715473"/>
                <a:gd name="connsiteY1" fmla="*/ 0 h 1794076"/>
                <a:gd name="connsiteX2" fmla="*/ 625033 w 3715473"/>
                <a:gd name="connsiteY2" fmla="*/ 1794076 h 1794076"/>
                <a:gd name="connsiteX3" fmla="*/ 3715473 w 3715473"/>
                <a:gd name="connsiteY3" fmla="*/ 1782501 h 1794076"/>
                <a:gd name="connsiteX0" fmla="*/ 0 w 3715473"/>
                <a:gd name="connsiteY0" fmla="*/ 0 h 1846891"/>
                <a:gd name="connsiteX1" fmla="*/ 625033 w 3715473"/>
                <a:gd name="connsiteY1" fmla="*/ 0 h 1846891"/>
                <a:gd name="connsiteX2" fmla="*/ 625033 w 3715473"/>
                <a:gd name="connsiteY2" fmla="*/ 1794076 h 1846891"/>
                <a:gd name="connsiteX3" fmla="*/ 3715473 w 3715473"/>
                <a:gd name="connsiteY3" fmla="*/ 1782501 h 1846891"/>
                <a:gd name="connsiteX0" fmla="*/ 0 w 3715473"/>
                <a:gd name="connsiteY0" fmla="*/ 132894 h 1979785"/>
                <a:gd name="connsiteX1" fmla="*/ 625033 w 3715473"/>
                <a:gd name="connsiteY1" fmla="*/ 132894 h 1979785"/>
                <a:gd name="connsiteX2" fmla="*/ 625033 w 3715473"/>
                <a:gd name="connsiteY2" fmla="*/ 1926970 h 1979785"/>
                <a:gd name="connsiteX3" fmla="*/ 3715473 w 3715473"/>
                <a:gd name="connsiteY3" fmla="*/ 1915395 h 1979785"/>
                <a:gd name="connsiteX0" fmla="*/ 0 w 3738623"/>
                <a:gd name="connsiteY0" fmla="*/ 132894 h 1998367"/>
                <a:gd name="connsiteX1" fmla="*/ 625033 w 3738623"/>
                <a:gd name="connsiteY1" fmla="*/ 132894 h 1998367"/>
                <a:gd name="connsiteX2" fmla="*/ 625033 w 3738623"/>
                <a:gd name="connsiteY2" fmla="*/ 1926970 h 1998367"/>
                <a:gd name="connsiteX3" fmla="*/ 3738623 w 3738623"/>
                <a:gd name="connsiteY3" fmla="*/ 1973268 h 1998367"/>
                <a:gd name="connsiteX0" fmla="*/ 0 w 3842795"/>
                <a:gd name="connsiteY0" fmla="*/ 57604 h 2050398"/>
                <a:gd name="connsiteX1" fmla="*/ 729205 w 3842795"/>
                <a:gd name="connsiteY1" fmla="*/ 184925 h 2050398"/>
                <a:gd name="connsiteX2" fmla="*/ 729205 w 3842795"/>
                <a:gd name="connsiteY2" fmla="*/ 1979001 h 2050398"/>
                <a:gd name="connsiteX3" fmla="*/ 3842795 w 3842795"/>
                <a:gd name="connsiteY3" fmla="*/ 2025299 h 2050398"/>
                <a:gd name="connsiteX0" fmla="*/ 0 w 3842795"/>
                <a:gd name="connsiteY0" fmla="*/ 4716 h 1997510"/>
                <a:gd name="connsiteX1" fmla="*/ 729205 w 3842795"/>
                <a:gd name="connsiteY1" fmla="*/ 132037 h 1997510"/>
                <a:gd name="connsiteX2" fmla="*/ 729205 w 3842795"/>
                <a:gd name="connsiteY2" fmla="*/ 1926113 h 1997510"/>
                <a:gd name="connsiteX3" fmla="*/ 3842795 w 3842795"/>
                <a:gd name="connsiteY3" fmla="*/ 1972411 h 1997510"/>
                <a:gd name="connsiteX0" fmla="*/ 0 w 3842795"/>
                <a:gd name="connsiteY0" fmla="*/ 0 h 1992794"/>
                <a:gd name="connsiteX1" fmla="*/ 729205 w 3842795"/>
                <a:gd name="connsiteY1" fmla="*/ 127321 h 1992794"/>
                <a:gd name="connsiteX2" fmla="*/ 729205 w 3842795"/>
                <a:gd name="connsiteY2" fmla="*/ 1921397 h 1992794"/>
                <a:gd name="connsiteX3" fmla="*/ 3842795 w 3842795"/>
                <a:gd name="connsiteY3" fmla="*/ 1967695 h 1992794"/>
                <a:gd name="connsiteX0" fmla="*/ 0 w 3842795"/>
                <a:gd name="connsiteY0" fmla="*/ 0 h 1992794"/>
                <a:gd name="connsiteX1" fmla="*/ 729205 w 3842795"/>
                <a:gd name="connsiteY1" fmla="*/ 127321 h 1992794"/>
                <a:gd name="connsiteX2" fmla="*/ 729205 w 3842795"/>
                <a:gd name="connsiteY2" fmla="*/ 1921397 h 1992794"/>
                <a:gd name="connsiteX3" fmla="*/ 3842795 w 3842795"/>
                <a:gd name="connsiteY3" fmla="*/ 1967695 h 1992794"/>
                <a:gd name="connsiteX0" fmla="*/ 0 w 3842795"/>
                <a:gd name="connsiteY0" fmla="*/ 0 h 2037207"/>
                <a:gd name="connsiteX1" fmla="*/ 729205 w 3842795"/>
                <a:gd name="connsiteY1" fmla="*/ 127321 h 2037207"/>
                <a:gd name="connsiteX2" fmla="*/ 729205 w 3842795"/>
                <a:gd name="connsiteY2" fmla="*/ 1921397 h 2037207"/>
                <a:gd name="connsiteX3" fmla="*/ 3842795 w 3842795"/>
                <a:gd name="connsiteY3" fmla="*/ 1967695 h 2037207"/>
                <a:gd name="connsiteX0" fmla="*/ 68584 w 3182174"/>
                <a:gd name="connsiteY0" fmla="*/ 0 h 1909886"/>
                <a:gd name="connsiteX1" fmla="*/ 68584 w 3182174"/>
                <a:gd name="connsiteY1" fmla="*/ 1794076 h 1909886"/>
                <a:gd name="connsiteX2" fmla="*/ 3182174 w 3182174"/>
                <a:gd name="connsiteY2" fmla="*/ 1840374 h 1909886"/>
                <a:gd name="connsiteX0" fmla="*/ 71679 w 3181522"/>
                <a:gd name="connsiteY0" fmla="*/ 0 h 2430794"/>
                <a:gd name="connsiteX1" fmla="*/ 67932 w 3181522"/>
                <a:gd name="connsiteY1" fmla="*/ 2314984 h 2430794"/>
                <a:gd name="connsiteX2" fmla="*/ 3181522 w 3181522"/>
                <a:gd name="connsiteY2" fmla="*/ 2361282 h 2430794"/>
                <a:gd name="connsiteX0" fmla="*/ 92641 w 3202484"/>
                <a:gd name="connsiteY0" fmla="*/ 0 h 2430794"/>
                <a:gd name="connsiteX1" fmla="*/ 88894 w 3202484"/>
                <a:gd name="connsiteY1" fmla="*/ 2314984 h 2430794"/>
                <a:gd name="connsiteX2" fmla="*/ 3202484 w 3202484"/>
                <a:gd name="connsiteY2" fmla="*/ 2361282 h 2430794"/>
                <a:gd name="connsiteX0" fmla="*/ 88354 w 3198197"/>
                <a:gd name="connsiteY0" fmla="*/ 0 h 2430794"/>
                <a:gd name="connsiteX1" fmla="*/ 84607 w 3198197"/>
                <a:gd name="connsiteY1" fmla="*/ 2314984 h 2430794"/>
                <a:gd name="connsiteX2" fmla="*/ 3198197 w 3198197"/>
                <a:gd name="connsiteY2" fmla="*/ 2361282 h 2430794"/>
                <a:gd name="connsiteX0" fmla="*/ 18407 w 3128250"/>
                <a:gd name="connsiteY0" fmla="*/ 0 h 2430794"/>
                <a:gd name="connsiteX1" fmla="*/ 14660 w 3128250"/>
                <a:gd name="connsiteY1" fmla="*/ 2314984 h 2430794"/>
                <a:gd name="connsiteX2" fmla="*/ 3128250 w 3128250"/>
                <a:gd name="connsiteY2" fmla="*/ 2361282 h 2430794"/>
                <a:gd name="connsiteX0" fmla="*/ 33392 w 3143235"/>
                <a:gd name="connsiteY0" fmla="*/ 0 h 2430794"/>
                <a:gd name="connsiteX1" fmla="*/ 29645 w 3143235"/>
                <a:gd name="connsiteY1" fmla="*/ 2314984 h 2430794"/>
                <a:gd name="connsiteX2" fmla="*/ 3143235 w 3143235"/>
                <a:gd name="connsiteY2" fmla="*/ 2361282 h 2430794"/>
                <a:gd name="connsiteX0" fmla="*/ 33392 w 3143235"/>
                <a:gd name="connsiteY0" fmla="*/ 0 h 2416160"/>
                <a:gd name="connsiteX1" fmla="*/ 29645 w 3143235"/>
                <a:gd name="connsiteY1" fmla="*/ 2314984 h 2416160"/>
                <a:gd name="connsiteX2" fmla="*/ 3143235 w 3143235"/>
                <a:gd name="connsiteY2" fmla="*/ 2361282 h 2416160"/>
              </a:gdLst>
              <a:ahLst/>
              <a:cxnLst>
                <a:cxn ang="0">
                  <a:pos x="connsiteX0" y="connsiteY0"/>
                </a:cxn>
                <a:cxn ang="0">
                  <a:pos x="connsiteX1" y="connsiteY1"/>
                </a:cxn>
                <a:cxn ang="0">
                  <a:pos x="connsiteX2" y="connsiteY2"/>
                </a:cxn>
              </a:cxnLst>
              <a:rect l="l" t="t" r="r" b="b"/>
              <a:pathLst>
                <a:path w="3143235" h="2416160">
                  <a:moveTo>
                    <a:pt x="33392" y="0"/>
                  </a:moveTo>
                  <a:cubicBezTo>
                    <a:pt x="30261" y="244713"/>
                    <a:pt x="-37668" y="2215855"/>
                    <a:pt x="29645" y="2314984"/>
                  </a:cubicBezTo>
                  <a:cubicBezTo>
                    <a:pt x="175372" y="2508892"/>
                    <a:pt x="2113088" y="2365140"/>
                    <a:pt x="3143235" y="2361282"/>
                  </a:cubicBezTo>
                </a:path>
              </a:pathLst>
            </a:custGeom>
            <a:noFill/>
            <a:ln w="730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5" name="Freeform 154">
              <a:extLst>
                <a:ext uri="{FF2B5EF4-FFF2-40B4-BE49-F238E27FC236}">
                  <a16:creationId xmlns:a16="http://schemas.microsoft.com/office/drawing/2014/main" id="{9FF9A32E-928F-F942-9F0C-5672DDB128E8}"/>
                </a:ext>
              </a:extLst>
            </p:cNvPr>
            <p:cNvSpPr/>
            <p:nvPr/>
          </p:nvSpPr>
          <p:spPr>
            <a:xfrm>
              <a:off x="4906955" y="4715304"/>
              <a:ext cx="814542" cy="746709"/>
            </a:xfrm>
            <a:custGeom>
              <a:avLst/>
              <a:gdLst>
                <a:gd name="connsiteX0" fmla="*/ 0 w 844952"/>
                <a:gd name="connsiteY0" fmla="*/ 0 h 555584"/>
                <a:gd name="connsiteX1" fmla="*/ 844952 w 844952"/>
                <a:gd name="connsiteY1" fmla="*/ 138896 h 555584"/>
                <a:gd name="connsiteX2" fmla="*/ 752355 w 844952"/>
                <a:gd name="connsiteY2" fmla="*/ 555584 h 555584"/>
                <a:gd name="connsiteX0" fmla="*/ 0 w 887733"/>
                <a:gd name="connsiteY0" fmla="*/ 0 h 555584"/>
                <a:gd name="connsiteX1" fmla="*/ 844952 w 887733"/>
                <a:gd name="connsiteY1" fmla="*/ 138896 h 555584"/>
                <a:gd name="connsiteX2" fmla="*/ 752355 w 887733"/>
                <a:gd name="connsiteY2" fmla="*/ 555584 h 555584"/>
                <a:gd name="connsiteX0" fmla="*/ 0 w 871696"/>
                <a:gd name="connsiteY0" fmla="*/ 0 h 570574"/>
                <a:gd name="connsiteX1" fmla="*/ 829962 w 871696"/>
                <a:gd name="connsiteY1" fmla="*/ 153886 h 570574"/>
                <a:gd name="connsiteX2" fmla="*/ 737365 w 871696"/>
                <a:gd name="connsiteY2" fmla="*/ 570574 h 570574"/>
                <a:gd name="connsiteX0" fmla="*/ 0 w 871696"/>
                <a:gd name="connsiteY0" fmla="*/ 0 h 555584"/>
                <a:gd name="connsiteX1" fmla="*/ 829962 w 871696"/>
                <a:gd name="connsiteY1" fmla="*/ 138896 h 555584"/>
                <a:gd name="connsiteX2" fmla="*/ 737365 w 871696"/>
                <a:gd name="connsiteY2" fmla="*/ 555584 h 555584"/>
                <a:gd name="connsiteX0" fmla="*/ 0 w 823595"/>
                <a:gd name="connsiteY0" fmla="*/ 0 h 566827"/>
                <a:gd name="connsiteX1" fmla="*/ 784991 w 823595"/>
                <a:gd name="connsiteY1" fmla="*/ 150139 h 566827"/>
                <a:gd name="connsiteX2" fmla="*/ 692394 w 823595"/>
                <a:gd name="connsiteY2" fmla="*/ 566827 h 566827"/>
                <a:gd name="connsiteX0" fmla="*/ 0 w 811579"/>
                <a:gd name="connsiteY0" fmla="*/ 0 h 746709"/>
                <a:gd name="connsiteX1" fmla="*/ 784991 w 811579"/>
                <a:gd name="connsiteY1" fmla="*/ 150139 h 746709"/>
                <a:gd name="connsiteX2" fmla="*/ 624939 w 811579"/>
                <a:gd name="connsiteY2" fmla="*/ 746709 h 746709"/>
                <a:gd name="connsiteX0" fmla="*/ 0 w 814542"/>
                <a:gd name="connsiteY0" fmla="*/ 0 h 746709"/>
                <a:gd name="connsiteX1" fmla="*/ 784991 w 814542"/>
                <a:gd name="connsiteY1" fmla="*/ 150139 h 746709"/>
                <a:gd name="connsiteX2" fmla="*/ 624939 w 814542"/>
                <a:gd name="connsiteY2" fmla="*/ 746709 h 746709"/>
              </a:gdLst>
              <a:ahLst/>
              <a:cxnLst>
                <a:cxn ang="0">
                  <a:pos x="connsiteX0" y="connsiteY0"/>
                </a:cxn>
                <a:cxn ang="0">
                  <a:pos x="connsiteX1" y="connsiteY1"/>
                </a:cxn>
                <a:cxn ang="0">
                  <a:pos x="connsiteX2" y="connsiteY2"/>
                </a:cxn>
              </a:cxnLst>
              <a:rect l="l" t="t" r="r" b="b"/>
              <a:pathLst>
                <a:path w="814542" h="746709">
                  <a:moveTo>
                    <a:pt x="0" y="0"/>
                  </a:moveTo>
                  <a:cubicBezTo>
                    <a:pt x="281651" y="46299"/>
                    <a:pt x="680835" y="25688"/>
                    <a:pt x="784991" y="150139"/>
                  </a:cubicBezTo>
                  <a:cubicBezTo>
                    <a:pt x="889147" y="274590"/>
                    <a:pt x="689533" y="604065"/>
                    <a:pt x="624939" y="746709"/>
                  </a:cubicBezTo>
                </a:path>
              </a:pathLst>
            </a:custGeom>
            <a:noFill/>
            <a:ln w="730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23" name="Slide Number Placeholder 3">
            <a:extLst>
              <a:ext uri="{FF2B5EF4-FFF2-40B4-BE49-F238E27FC236}">
                <a16:creationId xmlns:a16="http://schemas.microsoft.com/office/drawing/2014/main" id="{827DEB79-C6BC-CE43-A606-33289E83861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68</a:t>
            </a:fld>
            <a:endParaRPr lang="en-US" dirty="0"/>
          </a:p>
        </p:txBody>
      </p:sp>
    </p:spTree>
    <p:extLst>
      <p:ext uri="{BB962C8B-B14F-4D97-AF65-F5344CB8AC3E}">
        <p14:creationId xmlns:p14="http://schemas.microsoft.com/office/powerpoint/2010/main" val="31364754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15"/>
                                        </p:tgtEl>
                                        <p:attrNameLst>
                                          <p:attrName>style.visibility</p:attrName>
                                        </p:attrNameLst>
                                      </p:cBhvr>
                                      <p:to>
                                        <p:strVal val="visible"/>
                                      </p:to>
                                    </p:set>
                                    <p:animEffect transition="in" filter="dissolve">
                                      <p:cBhvr>
                                        <p:cTn id="7" dur="500"/>
                                        <p:tgtEl>
                                          <p:spTgt spid="31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wipe(left)">
                                      <p:cBhvr>
                                        <p:cTn id="12" dur="500"/>
                                        <p:tgtEl>
                                          <p:spTgt spid="4"/>
                                        </p:tgtEl>
                                      </p:cBhvr>
                                    </p:animEffect>
                                  </p:childTnLst>
                                </p:cTn>
                              </p:par>
                            </p:childTnLst>
                          </p:cTn>
                        </p:par>
                        <p:par>
                          <p:cTn id="13" fill="hold">
                            <p:stCondLst>
                              <p:cond delay="500"/>
                            </p:stCondLst>
                            <p:childTnLst>
                              <p:par>
                                <p:cTn id="14" presetID="22" presetClass="entr" presetSubtype="1" fill="hold" nodeType="afterEffect">
                                  <p:stCondLst>
                                    <p:cond delay="0"/>
                                  </p:stCondLst>
                                  <p:childTnLst>
                                    <p:set>
                                      <p:cBhvr>
                                        <p:cTn id="15" dur="1" fill="hold">
                                          <p:stCondLst>
                                            <p:cond delay="0"/>
                                          </p:stCondLst>
                                        </p:cTn>
                                        <p:tgtEl>
                                          <p:spTgt spid="153"/>
                                        </p:tgtEl>
                                        <p:attrNameLst>
                                          <p:attrName>style.visibility</p:attrName>
                                        </p:attrNameLst>
                                      </p:cBhvr>
                                      <p:to>
                                        <p:strVal val="visible"/>
                                      </p:to>
                                    </p:set>
                                    <p:animEffect transition="in" filter="wipe(up)">
                                      <p:cBhvr>
                                        <p:cTn id="16" dur="500"/>
                                        <p:tgtEl>
                                          <p:spTgt spid="1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5" grpId="0"/>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example</a:t>
            </a:r>
          </a:p>
        </p:txBody>
      </p:sp>
      <p:grpSp>
        <p:nvGrpSpPr>
          <p:cNvPr id="164" name="Group 163">
            <a:extLst>
              <a:ext uri="{FF2B5EF4-FFF2-40B4-BE49-F238E27FC236}">
                <a16:creationId xmlns:a16="http://schemas.microsoft.com/office/drawing/2014/main" id="{813B4B83-D366-B94A-8C94-49B980456E78}"/>
              </a:ext>
            </a:extLst>
          </p:cNvPr>
          <p:cNvGrpSpPr>
            <a:grpSpLocks/>
          </p:cNvGrpSpPr>
          <p:nvPr/>
        </p:nvGrpSpPr>
        <p:grpSpPr bwMode="auto">
          <a:xfrm>
            <a:off x="1022483" y="1382918"/>
            <a:ext cx="2997200" cy="1262063"/>
            <a:chOff x="637575" y="1263648"/>
            <a:chExt cx="2998252" cy="1261939"/>
          </a:xfrm>
        </p:grpSpPr>
        <p:sp>
          <p:nvSpPr>
            <p:cNvPr id="165" name="Freeform 164">
              <a:extLst>
                <a:ext uri="{FF2B5EF4-FFF2-40B4-BE49-F238E27FC236}">
                  <a16:creationId xmlns:a16="http://schemas.microsoft.com/office/drawing/2014/main" id="{ACD02010-E599-EB48-B3B6-DCDB11306619}"/>
                </a:ext>
              </a:extLst>
            </p:cNvPr>
            <p:cNvSpPr/>
            <p:nvPr/>
          </p:nvSpPr>
          <p:spPr>
            <a:xfrm flipV="1">
              <a:off x="678864" y="2160498"/>
              <a:ext cx="2956963" cy="365089"/>
            </a:xfrm>
            <a:custGeom>
              <a:avLst/>
              <a:gdLst>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30500 w 3026833"/>
                <a:gd name="connsiteY4" fmla="*/ 825500 h 846667"/>
                <a:gd name="connsiteX5" fmla="*/ 0 w 3026833"/>
                <a:gd name="connsiteY5" fmla="*/ 846667 h 846667"/>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44304 w 3026833"/>
                <a:gd name="connsiteY4" fmla="*/ 839304 h 846667"/>
                <a:gd name="connsiteX5" fmla="*/ 0 w 3026833"/>
                <a:gd name="connsiteY5" fmla="*/ 846667 h 846667"/>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3038 w 3045313"/>
                <a:gd name="connsiteY0" fmla="*/ 848898 h 848898"/>
                <a:gd name="connsiteX1" fmla="*/ 2225538 w 3045313"/>
                <a:gd name="connsiteY1" fmla="*/ 616064 h 848898"/>
                <a:gd name="connsiteX2" fmla="*/ 3029871 w 3045313"/>
                <a:gd name="connsiteY2" fmla="*/ 2231 h 848898"/>
                <a:gd name="connsiteX3" fmla="*/ 2754705 w 3045313"/>
                <a:gd name="connsiteY3" fmla="*/ 425564 h 848898"/>
                <a:gd name="connsiteX4" fmla="*/ 2747342 w 3045313"/>
                <a:gd name="connsiteY4" fmla="*/ 841535 h 848898"/>
                <a:gd name="connsiteX5" fmla="*/ 3038 w 3045313"/>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3018 w 2975668"/>
                <a:gd name="connsiteY0" fmla="*/ 443744 h 443744"/>
                <a:gd name="connsiteX1" fmla="*/ 2225518 w 2975668"/>
                <a:gd name="connsiteY1" fmla="*/ 210910 h 443744"/>
                <a:gd name="connsiteX2" fmla="*/ 2957279 w 2975668"/>
                <a:gd name="connsiteY2" fmla="*/ 79158 h 443744"/>
                <a:gd name="connsiteX3" fmla="*/ 2754685 w 2975668"/>
                <a:gd name="connsiteY3" fmla="*/ 20410 h 443744"/>
                <a:gd name="connsiteX4" fmla="*/ 2747322 w 2975668"/>
                <a:gd name="connsiteY4" fmla="*/ 436381 h 443744"/>
                <a:gd name="connsiteX5" fmla="*/ 3018 w 2975668"/>
                <a:gd name="connsiteY5" fmla="*/ 443744 h 443744"/>
                <a:gd name="connsiteX0" fmla="*/ 3018 w 2957279"/>
                <a:gd name="connsiteY0" fmla="*/ 454405 h 454405"/>
                <a:gd name="connsiteX1" fmla="*/ 2225518 w 2957279"/>
                <a:gd name="connsiteY1" fmla="*/ 221571 h 454405"/>
                <a:gd name="connsiteX2" fmla="*/ 2957279 w 2957279"/>
                <a:gd name="connsiteY2" fmla="*/ 89819 h 454405"/>
                <a:gd name="connsiteX3" fmla="*/ 2754685 w 2957279"/>
                <a:gd name="connsiteY3" fmla="*/ 31071 h 454405"/>
                <a:gd name="connsiteX4" fmla="*/ 2747322 w 2957279"/>
                <a:gd name="connsiteY4" fmla="*/ 447042 h 454405"/>
                <a:gd name="connsiteX5" fmla="*/ 3018 w 2957279"/>
                <a:gd name="connsiteY5" fmla="*/ 454405 h 454405"/>
                <a:gd name="connsiteX0" fmla="*/ 3018 w 2957279"/>
                <a:gd name="connsiteY0" fmla="*/ 496161 h 496161"/>
                <a:gd name="connsiteX1" fmla="*/ 2225518 w 2957279"/>
                <a:gd name="connsiteY1" fmla="*/ 263327 h 496161"/>
                <a:gd name="connsiteX2" fmla="*/ 2957279 w 2957279"/>
                <a:gd name="connsiteY2" fmla="*/ 131575 h 496161"/>
                <a:gd name="connsiteX3" fmla="*/ 2754685 w 2957279"/>
                <a:gd name="connsiteY3" fmla="*/ 72827 h 496161"/>
                <a:gd name="connsiteX4" fmla="*/ 2747322 w 2957279"/>
                <a:gd name="connsiteY4" fmla="*/ 488798 h 496161"/>
                <a:gd name="connsiteX5" fmla="*/ 3018 w 2957279"/>
                <a:gd name="connsiteY5" fmla="*/ 496161 h 496161"/>
                <a:gd name="connsiteX0" fmla="*/ 3018 w 2957279"/>
                <a:gd name="connsiteY0" fmla="*/ 496161 h 496161"/>
                <a:gd name="connsiteX1" fmla="*/ 2225518 w 2957279"/>
                <a:gd name="connsiteY1" fmla="*/ 263327 h 496161"/>
                <a:gd name="connsiteX2" fmla="*/ 2957279 w 2957279"/>
                <a:gd name="connsiteY2" fmla="*/ 131575 h 496161"/>
                <a:gd name="connsiteX3" fmla="*/ 2780603 w 2957279"/>
                <a:gd name="connsiteY3" fmla="*/ 269807 h 496161"/>
                <a:gd name="connsiteX4" fmla="*/ 2747322 w 2957279"/>
                <a:gd name="connsiteY4" fmla="*/ 488798 h 496161"/>
                <a:gd name="connsiteX5" fmla="*/ 3018 w 2957279"/>
                <a:gd name="connsiteY5" fmla="*/ 496161 h 496161"/>
                <a:gd name="connsiteX0" fmla="*/ 3018 w 2957279"/>
                <a:gd name="connsiteY0" fmla="*/ 496161 h 496161"/>
                <a:gd name="connsiteX1" fmla="*/ 2225518 w 2957279"/>
                <a:gd name="connsiteY1" fmla="*/ 263327 h 496161"/>
                <a:gd name="connsiteX2" fmla="*/ 2957279 w 2957279"/>
                <a:gd name="connsiteY2" fmla="*/ 131575 h 496161"/>
                <a:gd name="connsiteX3" fmla="*/ 2780603 w 2957279"/>
                <a:gd name="connsiteY3" fmla="*/ 269807 h 496161"/>
                <a:gd name="connsiteX4" fmla="*/ 2747322 w 2957279"/>
                <a:gd name="connsiteY4" fmla="*/ 488798 h 496161"/>
                <a:gd name="connsiteX5" fmla="*/ 3018 w 2957279"/>
                <a:gd name="connsiteY5" fmla="*/ 496161 h 496161"/>
                <a:gd name="connsiteX0" fmla="*/ 3018 w 2957279"/>
                <a:gd name="connsiteY0" fmla="*/ 364586 h 364586"/>
                <a:gd name="connsiteX1" fmla="*/ 2225518 w 2957279"/>
                <a:gd name="connsiteY1" fmla="*/ 131752 h 364586"/>
                <a:gd name="connsiteX2" fmla="*/ 2957279 w 2957279"/>
                <a:gd name="connsiteY2" fmla="*/ 0 h 364586"/>
                <a:gd name="connsiteX3" fmla="*/ 2780603 w 2957279"/>
                <a:gd name="connsiteY3" fmla="*/ 138232 h 364586"/>
                <a:gd name="connsiteX4" fmla="*/ 2747322 w 2957279"/>
                <a:gd name="connsiteY4" fmla="*/ 357223 h 364586"/>
                <a:gd name="connsiteX5" fmla="*/ 3018 w 2957279"/>
                <a:gd name="connsiteY5" fmla="*/ 364586 h 364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57279" h="364586">
                  <a:moveTo>
                    <a:pt x="3018" y="364586"/>
                  </a:moveTo>
                  <a:cubicBezTo>
                    <a:pt x="-83949" y="327008"/>
                    <a:pt x="1733141" y="192516"/>
                    <a:pt x="2225518" y="131752"/>
                  </a:cubicBezTo>
                  <a:cubicBezTo>
                    <a:pt x="2717895" y="70988"/>
                    <a:pt x="2402554" y="114689"/>
                    <a:pt x="2957279" y="0"/>
                  </a:cubicBezTo>
                  <a:cubicBezTo>
                    <a:pt x="2832942" y="71922"/>
                    <a:pt x="2815596" y="78695"/>
                    <a:pt x="2780603" y="138232"/>
                  </a:cubicBezTo>
                  <a:cubicBezTo>
                    <a:pt x="2745610" y="197769"/>
                    <a:pt x="2727394" y="213043"/>
                    <a:pt x="2747322" y="357223"/>
                  </a:cubicBezTo>
                  <a:lnTo>
                    <a:pt x="3018" y="364586"/>
                  </a:lnTo>
                  <a:close/>
                </a:path>
              </a:pathLst>
            </a:custGeom>
            <a:gradFill flip="none" rotWithShape="1">
              <a:gsLst>
                <a:gs pos="0">
                  <a:srgbClr val="FFFFFF"/>
                </a:gs>
                <a:gs pos="100000">
                  <a:srgbClr val="FFFFFF">
                    <a:lumMod val="75000"/>
                  </a:srgbClr>
                </a:gs>
              </a:gsLst>
              <a:lin ang="5400000" scaled="0"/>
              <a:tileRect/>
            </a:gradFill>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grpSp>
          <p:nvGrpSpPr>
            <p:cNvPr id="166" name="Group 188">
              <a:extLst>
                <a:ext uri="{FF2B5EF4-FFF2-40B4-BE49-F238E27FC236}">
                  <a16:creationId xmlns:a16="http://schemas.microsoft.com/office/drawing/2014/main" id="{7169F7BD-A4EF-8644-A9EF-A93FF9BE128E}"/>
                </a:ext>
              </a:extLst>
            </p:cNvPr>
            <p:cNvGrpSpPr>
              <a:grpSpLocks/>
            </p:cNvGrpSpPr>
            <p:nvPr/>
          </p:nvGrpSpPr>
          <p:grpSpPr bwMode="auto">
            <a:xfrm>
              <a:off x="637575" y="1263648"/>
              <a:ext cx="2833213" cy="916517"/>
              <a:chOff x="-994833" y="4042832"/>
              <a:chExt cx="2833213" cy="916517"/>
            </a:xfrm>
          </p:grpSpPr>
          <p:sp>
            <p:nvSpPr>
              <p:cNvPr id="167" name="Rectangle 166">
                <a:extLst>
                  <a:ext uri="{FF2B5EF4-FFF2-40B4-BE49-F238E27FC236}">
                    <a16:creationId xmlns:a16="http://schemas.microsoft.com/office/drawing/2014/main" id="{6364FE24-1DE6-C74F-90F6-CFF0084730F0}"/>
                  </a:ext>
                </a:extLst>
              </p:cNvPr>
              <p:cNvSpPr/>
              <p:nvPr/>
            </p:nvSpPr>
            <p:spPr bwMode="auto">
              <a:xfrm>
                <a:off x="-977364" y="4042832"/>
                <a:ext cx="2775924" cy="915898"/>
              </a:xfrm>
              <a:prstGeom prst="rect">
                <a:avLst/>
              </a:prstGeom>
              <a:solidFill>
                <a:schemeClr val="bg1">
                  <a:lumMod val="95000"/>
                </a:schemeClr>
              </a:solidFill>
              <a:ln w="9525" cap="flat" cmpd="sng" algn="ctr">
                <a:solidFill>
                  <a:schemeClr val="tx1"/>
                </a:solidFill>
                <a:prstDash val="solid"/>
                <a:round/>
                <a:headEnd type="none" w="med" len="med"/>
                <a:tailEnd type="none" w="med" len="med"/>
              </a:ln>
              <a:effectLst>
                <a:outerShdw blurRad="50800" dist="38100" dir="18900000" algn="bl" rotWithShape="0">
                  <a:prstClr val="black">
                    <a:alpha val="40000"/>
                  </a:prstClr>
                </a:outerShdw>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sp>
            <p:nvSpPr>
              <p:cNvPr id="168" name="TextBox 190">
                <a:extLst>
                  <a:ext uri="{FF2B5EF4-FFF2-40B4-BE49-F238E27FC236}">
                    <a16:creationId xmlns:a16="http://schemas.microsoft.com/office/drawing/2014/main" id="{540FEA27-AD33-4044-81AD-CF716A1FF876}"/>
                  </a:ext>
                </a:extLst>
              </p:cNvPr>
              <p:cNvSpPr txBox="1">
                <a:spLocks noChangeArrowheads="1"/>
              </p:cNvSpPr>
              <p:nvPr/>
            </p:nvSpPr>
            <p:spPr bwMode="auto">
              <a:xfrm>
                <a:off x="-931177" y="4360336"/>
                <a:ext cx="1646504"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Src = 10.3.*.*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Dst = 10.2.*.*</a:t>
                </a:r>
              </a:p>
            </p:txBody>
          </p:sp>
          <p:sp>
            <p:nvSpPr>
              <p:cNvPr id="169" name="TextBox 191">
                <a:extLst>
                  <a:ext uri="{FF2B5EF4-FFF2-40B4-BE49-F238E27FC236}">
                    <a16:creationId xmlns:a16="http://schemas.microsoft.com/office/drawing/2014/main" id="{D2577434-6BA4-AE44-ACF1-5B69C95D5167}"/>
                  </a:ext>
                </a:extLst>
              </p:cNvPr>
              <p:cNvSpPr txBox="1">
                <a:spLocks noChangeArrowheads="1"/>
              </p:cNvSpPr>
              <p:nvPr/>
            </p:nvSpPr>
            <p:spPr bwMode="auto">
              <a:xfrm>
                <a:off x="718763" y="4491568"/>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forward(3)</a:t>
                </a:r>
              </a:p>
            </p:txBody>
          </p:sp>
          <p:cxnSp>
            <p:nvCxnSpPr>
              <p:cNvPr id="170" name="Straight Connector 192">
                <a:extLst>
                  <a:ext uri="{FF2B5EF4-FFF2-40B4-BE49-F238E27FC236}">
                    <a16:creationId xmlns:a16="http://schemas.microsoft.com/office/drawing/2014/main" id="{47602C76-A801-A84B-A17C-6345DC6FB5B0}"/>
                  </a:ext>
                </a:extLst>
              </p:cNvPr>
              <p:cNvCxnSpPr>
                <a:cxnSpLocks noChangeShapeType="1"/>
              </p:cNvCxnSpPr>
              <p:nvPr/>
            </p:nvCxnSpPr>
            <p:spPr bwMode="auto">
              <a:xfrm>
                <a:off x="-994833" y="4402666"/>
                <a:ext cx="27940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71" name="TextBox 193">
                <a:extLst>
                  <a:ext uri="{FF2B5EF4-FFF2-40B4-BE49-F238E27FC236}">
                    <a16:creationId xmlns:a16="http://schemas.microsoft.com/office/drawing/2014/main" id="{C270C9C1-7B31-B54E-B3E6-DE4F3E9197C6}"/>
                  </a:ext>
                </a:extLst>
              </p:cNvPr>
              <p:cNvSpPr txBox="1">
                <a:spLocks noChangeArrowheads="1"/>
              </p:cNvSpPr>
              <p:nvPr/>
            </p:nvSpPr>
            <p:spPr bwMode="auto">
              <a:xfrm>
                <a:off x="-674004" y="4051301"/>
                <a:ext cx="74341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match</a:t>
                </a:r>
              </a:p>
            </p:txBody>
          </p:sp>
          <p:sp>
            <p:nvSpPr>
              <p:cNvPr id="172" name="TextBox 194">
                <a:extLst>
                  <a:ext uri="{FF2B5EF4-FFF2-40B4-BE49-F238E27FC236}">
                    <a16:creationId xmlns:a16="http://schemas.microsoft.com/office/drawing/2014/main" id="{249B4475-B1D3-5A4E-B579-2BDCB2E1CC83}"/>
                  </a:ext>
                </a:extLst>
              </p:cNvPr>
              <p:cNvSpPr txBox="1">
                <a:spLocks noChangeArrowheads="1"/>
              </p:cNvSpPr>
              <p:nvPr/>
            </p:nvSpPr>
            <p:spPr bwMode="auto">
              <a:xfrm>
                <a:off x="875396" y="4055535"/>
                <a:ext cx="7321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action</a:t>
                </a:r>
              </a:p>
            </p:txBody>
          </p:sp>
          <p:cxnSp>
            <p:nvCxnSpPr>
              <p:cNvPr id="173" name="Straight Connector 195">
                <a:extLst>
                  <a:ext uri="{FF2B5EF4-FFF2-40B4-BE49-F238E27FC236}">
                    <a16:creationId xmlns:a16="http://schemas.microsoft.com/office/drawing/2014/main" id="{19682459-1A7B-1749-8325-B95C9F950F77}"/>
                  </a:ext>
                </a:extLst>
              </p:cNvPr>
              <p:cNvCxnSpPr>
                <a:cxnSpLocks noChangeShapeType="1"/>
              </p:cNvCxnSpPr>
              <p:nvPr/>
            </p:nvCxnSpPr>
            <p:spPr bwMode="auto">
              <a:xfrm>
                <a:off x="738264" y="4049182"/>
                <a:ext cx="1" cy="90487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grpSp>
        <p:nvGrpSpPr>
          <p:cNvPr id="174" name="Group 173">
            <a:extLst>
              <a:ext uri="{FF2B5EF4-FFF2-40B4-BE49-F238E27FC236}">
                <a16:creationId xmlns:a16="http://schemas.microsoft.com/office/drawing/2014/main" id="{4480A4ED-7EF1-B844-9E8D-5FC6F2A7E450}"/>
              </a:ext>
            </a:extLst>
          </p:cNvPr>
          <p:cNvGrpSpPr>
            <a:grpSpLocks/>
          </p:cNvGrpSpPr>
          <p:nvPr/>
        </p:nvGrpSpPr>
        <p:grpSpPr bwMode="auto">
          <a:xfrm>
            <a:off x="6340608" y="4510088"/>
            <a:ext cx="2894013" cy="2022475"/>
            <a:chOff x="5956617" y="4509743"/>
            <a:chExt cx="2893901" cy="2022127"/>
          </a:xfrm>
        </p:grpSpPr>
        <p:sp>
          <p:nvSpPr>
            <p:cNvPr id="175" name="Freeform 174">
              <a:extLst>
                <a:ext uri="{FF2B5EF4-FFF2-40B4-BE49-F238E27FC236}">
                  <a16:creationId xmlns:a16="http://schemas.microsoft.com/office/drawing/2014/main" id="{B80A1654-F65B-9F4D-A9D7-45648B255D1A}"/>
                </a:ext>
              </a:extLst>
            </p:cNvPr>
            <p:cNvSpPr/>
            <p:nvPr/>
          </p:nvSpPr>
          <p:spPr>
            <a:xfrm flipH="1">
              <a:off x="5956617" y="4509743"/>
              <a:ext cx="2838340" cy="630129"/>
            </a:xfrm>
            <a:custGeom>
              <a:avLst/>
              <a:gdLst>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30500 w 3026833"/>
                <a:gd name="connsiteY4" fmla="*/ 825500 h 846667"/>
                <a:gd name="connsiteX5" fmla="*/ 0 w 3026833"/>
                <a:gd name="connsiteY5" fmla="*/ 846667 h 846667"/>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44304 w 3026833"/>
                <a:gd name="connsiteY4" fmla="*/ 839304 h 846667"/>
                <a:gd name="connsiteX5" fmla="*/ 0 w 3026833"/>
                <a:gd name="connsiteY5" fmla="*/ 846667 h 846667"/>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3038 w 3045313"/>
                <a:gd name="connsiteY0" fmla="*/ 848898 h 848898"/>
                <a:gd name="connsiteX1" fmla="*/ 2225538 w 3045313"/>
                <a:gd name="connsiteY1" fmla="*/ 616064 h 848898"/>
                <a:gd name="connsiteX2" fmla="*/ 3029871 w 3045313"/>
                <a:gd name="connsiteY2" fmla="*/ 2231 h 848898"/>
                <a:gd name="connsiteX3" fmla="*/ 2754705 w 3045313"/>
                <a:gd name="connsiteY3" fmla="*/ 425564 h 848898"/>
                <a:gd name="connsiteX4" fmla="*/ 2747342 w 3045313"/>
                <a:gd name="connsiteY4" fmla="*/ 841535 h 848898"/>
                <a:gd name="connsiteX5" fmla="*/ 3038 w 3045313"/>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2979 w 2839117"/>
                <a:gd name="connsiteY0" fmla="*/ 630630 h 630630"/>
                <a:gd name="connsiteX1" fmla="*/ 2225479 w 2839117"/>
                <a:gd name="connsiteY1" fmla="*/ 397796 h 630630"/>
                <a:gd name="connsiteX2" fmla="*/ 2808948 w 2839117"/>
                <a:gd name="connsiteY2" fmla="*/ 4836 h 630630"/>
                <a:gd name="connsiteX3" fmla="*/ 2754646 w 2839117"/>
                <a:gd name="connsiteY3" fmla="*/ 207296 h 630630"/>
                <a:gd name="connsiteX4" fmla="*/ 2747283 w 2839117"/>
                <a:gd name="connsiteY4" fmla="*/ 623267 h 630630"/>
                <a:gd name="connsiteX5" fmla="*/ 2979 w 2839117"/>
                <a:gd name="connsiteY5" fmla="*/ 630630 h 630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39117" h="630630">
                  <a:moveTo>
                    <a:pt x="2979" y="630630"/>
                  </a:moveTo>
                  <a:cubicBezTo>
                    <a:pt x="-83988" y="593052"/>
                    <a:pt x="1757818" y="502095"/>
                    <a:pt x="2225479" y="397796"/>
                  </a:cubicBezTo>
                  <a:cubicBezTo>
                    <a:pt x="2693140" y="293497"/>
                    <a:pt x="2720754" y="36586"/>
                    <a:pt x="2808948" y="4836"/>
                  </a:cubicBezTo>
                  <a:cubicBezTo>
                    <a:pt x="2897142" y="-26914"/>
                    <a:pt x="2764923" y="104224"/>
                    <a:pt x="2754646" y="207296"/>
                  </a:cubicBezTo>
                  <a:cubicBezTo>
                    <a:pt x="2744369" y="310368"/>
                    <a:pt x="2727355" y="479087"/>
                    <a:pt x="2747283" y="623267"/>
                  </a:cubicBezTo>
                  <a:lnTo>
                    <a:pt x="2979" y="630630"/>
                  </a:lnTo>
                  <a:close/>
                </a:path>
              </a:pathLst>
            </a:custGeom>
            <a:gradFill flip="none" rotWithShape="1">
              <a:gsLst>
                <a:gs pos="0">
                  <a:srgbClr val="FFFFFF"/>
                </a:gs>
                <a:gs pos="100000">
                  <a:srgbClr val="FFFFFF">
                    <a:lumMod val="75000"/>
                  </a:srgbClr>
                </a:gs>
              </a:gsLst>
              <a:lin ang="5400000" scaled="0"/>
              <a:tileRect/>
            </a:gradFill>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grpSp>
          <p:nvGrpSpPr>
            <p:cNvPr id="176" name="Group 197">
              <a:extLst>
                <a:ext uri="{FF2B5EF4-FFF2-40B4-BE49-F238E27FC236}">
                  <a16:creationId xmlns:a16="http://schemas.microsoft.com/office/drawing/2014/main" id="{824D868E-4454-2F4C-8FD8-5F6E1E36AF40}"/>
                </a:ext>
              </a:extLst>
            </p:cNvPr>
            <p:cNvGrpSpPr>
              <a:grpSpLocks/>
            </p:cNvGrpSpPr>
            <p:nvPr/>
          </p:nvGrpSpPr>
          <p:grpSpPr bwMode="auto">
            <a:xfrm>
              <a:off x="6031592" y="5137149"/>
              <a:ext cx="2818926" cy="1394721"/>
              <a:chOff x="-999973" y="4042833"/>
              <a:chExt cx="2818926" cy="1394721"/>
            </a:xfrm>
          </p:grpSpPr>
          <p:sp>
            <p:nvSpPr>
              <p:cNvPr id="177" name="Rectangle 176">
                <a:extLst>
                  <a:ext uri="{FF2B5EF4-FFF2-40B4-BE49-F238E27FC236}">
                    <a16:creationId xmlns:a16="http://schemas.microsoft.com/office/drawing/2014/main" id="{9AEE2DF9-71FE-BC4F-8EB6-54F7F0FD3D3A}"/>
                  </a:ext>
                </a:extLst>
              </p:cNvPr>
              <p:cNvSpPr/>
              <p:nvPr/>
            </p:nvSpPr>
            <p:spPr bwMode="auto">
              <a:xfrm>
                <a:off x="-978114" y="4042381"/>
                <a:ext cx="2778018" cy="1344382"/>
              </a:xfrm>
              <a:prstGeom prst="rect">
                <a:avLst/>
              </a:prstGeom>
              <a:solidFill>
                <a:schemeClr val="bg1">
                  <a:lumMod val="95000"/>
                </a:schemeClr>
              </a:solidFill>
              <a:ln w="9525" cap="flat" cmpd="sng" algn="ctr">
                <a:solidFill>
                  <a:schemeClr val="tx1">
                    <a:lumMod val="50000"/>
                    <a:lumOff val="50000"/>
                  </a:schemeClr>
                </a:solidFill>
                <a:prstDash val="solid"/>
                <a:round/>
                <a:headEnd type="none" w="med" len="med"/>
                <a:tailEnd type="none" w="med" len="med"/>
              </a:ln>
              <a:effectLst>
                <a:outerShdw blurRad="50800" dist="38100" dir="2700000" algn="tl" rotWithShape="0">
                  <a:prstClr val="black">
                    <a:alpha val="40000"/>
                  </a:prstClr>
                </a:outerShdw>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sp>
            <p:nvSpPr>
              <p:cNvPr id="178" name="TextBox 199">
                <a:extLst>
                  <a:ext uri="{FF2B5EF4-FFF2-40B4-BE49-F238E27FC236}">
                    <a16:creationId xmlns:a16="http://schemas.microsoft.com/office/drawing/2014/main" id="{542445C6-6EF0-1C4B-A1EA-869135523E05}"/>
                  </a:ext>
                </a:extLst>
              </p:cNvPr>
              <p:cNvSpPr txBox="1">
                <a:spLocks noChangeArrowheads="1"/>
              </p:cNvSpPr>
              <p:nvPr/>
            </p:nvSpPr>
            <p:spPr bwMode="auto">
              <a:xfrm>
                <a:off x="-999973" y="4360336"/>
                <a:ext cx="1715033"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ingress port = 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Dst = 10.2.0.3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ingress port = 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Dst = 10.2.0.4</a:t>
                </a:r>
              </a:p>
            </p:txBody>
          </p:sp>
          <p:sp>
            <p:nvSpPr>
              <p:cNvPr id="179" name="TextBox 200">
                <a:extLst>
                  <a:ext uri="{FF2B5EF4-FFF2-40B4-BE49-F238E27FC236}">
                    <a16:creationId xmlns:a16="http://schemas.microsoft.com/office/drawing/2014/main" id="{A6E954E4-BF8A-3A40-A762-B6BEE7AEF62A}"/>
                  </a:ext>
                </a:extLst>
              </p:cNvPr>
              <p:cNvSpPr txBox="1">
                <a:spLocks noChangeArrowheads="1"/>
              </p:cNvSpPr>
              <p:nvPr/>
            </p:nvSpPr>
            <p:spPr bwMode="auto">
              <a:xfrm>
                <a:off x="671327" y="4474229"/>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forward(3)</a:t>
                </a:r>
              </a:p>
            </p:txBody>
          </p:sp>
          <p:cxnSp>
            <p:nvCxnSpPr>
              <p:cNvPr id="180" name="Straight Connector 201">
                <a:extLst>
                  <a:ext uri="{FF2B5EF4-FFF2-40B4-BE49-F238E27FC236}">
                    <a16:creationId xmlns:a16="http://schemas.microsoft.com/office/drawing/2014/main" id="{A752B4ED-0C1F-4940-AAC0-63E8ACFA2ADB}"/>
                  </a:ext>
                </a:extLst>
              </p:cNvPr>
              <p:cNvCxnSpPr>
                <a:cxnSpLocks noChangeShapeType="1"/>
              </p:cNvCxnSpPr>
              <p:nvPr/>
            </p:nvCxnSpPr>
            <p:spPr bwMode="auto">
              <a:xfrm>
                <a:off x="-994833" y="4402666"/>
                <a:ext cx="27940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81" name="TextBox 202">
                <a:extLst>
                  <a:ext uri="{FF2B5EF4-FFF2-40B4-BE49-F238E27FC236}">
                    <a16:creationId xmlns:a16="http://schemas.microsoft.com/office/drawing/2014/main" id="{4CA61839-5823-3549-9DCB-FE8DCC36D1E7}"/>
                  </a:ext>
                </a:extLst>
              </p:cNvPr>
              <p:cNvSpPr txBox="1">
                <a:spLocks noChangeArrowheads="1"/>
              </p:cNvSpPr>
              <p:nvPr/>
            </p:nvSpPr>
            <p:spPr bwMode="auto">
              <a:xfrm>
                <a:off x="-674004" y="4051301"/>
                <a:ext cx="74341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match</a:t>
                </a:r>
              </a:p>
            </p:txBody>
          </p:sp>
          <p:sp>
            <p:nvSpPr>
              <p:cNvPr id="182" name="TextBox 203">
                <a:extLst>
                  <a:ext uri="{FF2B5EF4-FFF2-40B4-BE49-F238E27FC236}">
                    <a16:creationId xmlns:a16="http://schemas.microsoft.com/office/drawing/2014/main" id="{7514D657-EC53-9E4C-B66E-1C5E795ADCF4}"/>
                  </a:ext>
                </a:extLst>
              </p:cNvPr>
              <p:cNvSpPr txBox="1">
                <a:spLocks noChangeArrowheads="1"/>
              </p:cNvSpPr>
              <p:nvPr/>
            </p:nvSpPr>
            <p:spPr bwMode="auto">
              <a:xfrm>
                <a:off x="875396" y="4055535"/>
                <a:ext cx="7321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action</a:t>
                </a:r>
              </a:p>
            </p:txBody>
          </p:sp>
          <p:cxnSp>
            <p:nvCxnSpPr>
              <p:cNvPr id="183" name="Straight Connector 204">
                <a:extLst>
                  <a:ext uri="{FF2B5EF4-FFF2-40B4-BE49-F238E27FC236}">
                    <a16:creationId xmlns:a16="http://schemas.microsoft.com/office/drawing/2014/main" id="{E25402CA-C61C-E345-A963-3280E2783401}"/>
                  </a:ext>
                </a:extLst>
              </p:cNvPr>
              <p:cNvCxnSpPr>
                <a:cxnSpLocks noChangeShapeType="1"/>
              </p:cNvCxnSpPr>
              <p:nvPr/>
            </p:nvCxnSpPr>
            <p:spPr bwMode="auto">
              <a:xfrm>
                <a:off x="660503" y="4042833"/>
                <a:ext cx="4690" cy="134946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4" name="Straight Connector 205">
                <a:extLst>
                  <a:ext uri="{FF2B5EF4-FFF2-40B4-BE49-F238E27FC236}">
                    <a16:creationId xmlns:a16="http://schemas.microsoft.com/office/drawing/2014/main" id="{0C898F1E-139E-564D-BCAD-5508B13EB6CA}"/>
                  </a:ext>
                </a:extLst>
              </p:cNvPr>
              <p:cNvCxnSpPr>
                <a:cxnSpLocks noChangeShapeType="1"/>
              </p:cNvCxnSpPr>
              <p:nvPr/>
            </p:nvCxnSpPr>
            <p:spPr bwMode="auto">
              <a:xfrm>
                <a:off x="-975047" y="4896787"/>
                <a:ext cx="27940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85" name="TextBox 206">
                <a:extLst>
                  <a:ext uri="{FF2B5EF4-FFF2-40B4-BE49-F238E27FC236}">
                    <a16:creationId xmlns:a16="http://schemas.microsoft.com/office/drawing/2014/main" id="{090CAD62-F5C2-AC4D-8F08-9E4D42050550}"/>
                  </a:ext>
                </a:extLst>
              </p:cNvPr>
              <p:cNvSpPr txBox="1">
                <a:spLocks noChangeArrowheads="1"/>
              </p:cNvSpPr>
              <p:nvPr/>
            </p:nvSpPr>
            <p:spPr bwMode="auto">
              <a:xfrm>
                <a:off x="670712" y="4973448"/>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forward(4)</a:t>
                </a:r>
              </a:p>
            </p:txBody>
          </p:sp>
        </p:grpSp>
      </p:grpSp>
      <p:grpSp>
        <p:nvGrpSpPr>
          <p:cNvPr id="186" name="Group 185">
            <a:extLst>
              <a:ext uri="{FF2B5EF4-FFF2-40B4-BE49-F238E27FC236}">
                <a16:creationId xmlns:a16="http://schemas.microsoft.com/office/drawing/2014/main" id="{9E9352B8-0B71-B84D-8238-807CCAC1D461}"/>
              </a:ext>
            </a:extLst>
          </p:cNvPr>
          <p:cNvGrpSpPr>
            <a:grpSpLocks/>
          </p:cNvGrpSpPr>
          <p:nvPr/>
        </p:nvGrpSpPr>
        <p:grpSpPr bwMode="auto">
          <a:xfrm>
            <a:off x="971683" y="4398137"/>
            <a:ext cx="3089275" cy="2001837"/>
            <a:chOff x="587526" y="4569769"/>
            <a:chExt cx="3089750" cy="2002482"/>
          </a:xfrm>
        </p:grpSpPr>
        <p:sp>
          <p:nvSpPr>
            <p:cNvPr id="187" name="Freeform 186">
              <a:extLst>
                <a:ext uri="{FF2B5EF4-FFF2-40B4-BE49-F238E27FC236}">
                  <a16:creationId xmlns:a16="http://schemas.microsoft.com/office/drawing/2014/main" id="{1A6E741D-821B-5E4E-B022-0D497A8BED90}"/>
                </a:ext>
              </a:extLst>
            </p:cNvPr>
            <p:cNvSpPr/>
            <p:nvPr/>
          </p:nvSpPr>
          <p:spPr>
            <a:xfrm>
              <a:off x="631983" y="4569769"/>
              <a:ext cx="3045293" cy="849586"/>
            </a:xfrm>
            <a:custGeom>
              <a:avLst/>
              <a:gdLst>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30500 w 3026833"/>
                <a:gd name="connsiteY4" fmla="*/ 825500 h 846667"/>
                <a:gd name="connsiteX5" fmla="*/ 0 w 3026833"/>
                <a:gd name="connsiteY5" fmla="*/ 846667 h 846667"/>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44304 w 3026833"/>
                <a:gd name="connsiteY4" fmla="*/ 839304 h 846667"/>
                <a:gd name="connsiteX5" fmla="*/ 0 w 3026833"/>
                <a:gd name="connsiteY5" fmla="*/ 846667 h 846667"/>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3038 w 3045313"/>
                <a:gd name="connsiteY0" fmla="*/ 848898 h 848898"/>
                <a:gd name="connsiteX1" fmla="*/ 2225538 w 3045313"/>
                <a:gd name="connsiteY1" fmla="*/ 616064 h 848898"/>
                <a:gd name="connsiteX2" fmla="*/ 3029871 w 3045313"/>
                <a:gd name="connsiteY2" fmla="*/ 2231 h 848898"/>
                <a:gd name="connsiteX3" fmla="*/ 2754705 w 3045313"/>
                <a:gd name="connsiteY3" fmla="*/ 425564 h 848898"/>
                <a:gd name="connsiteX4" fmla="*/ 2747342 w 3045313"/>
                <a:gd name="connsiteY4" fmla="*/ 841535 h 848898"/>
                <a:gd name="connsiteX5" fmla="*/ 3038 w 3045313"/>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5074" h="848898">
                  <a:moveTo>
                    <a:pt x="2799" y="848898"/>
                  </a:moveTo>
                  <a:cubicBezTo>
                    <a:pt x="-84168" y="811320"/>
                    <a:pt x="1881874" y="743370"/>
                    <a:pt x="2225299" y="616064"/>
                  </a:cubicBezTo>
                  <a:cubicBezTo>
                    <a:pt x="2568724" y="488758"/>
                    <a:pt x="2941438" y="33981"/>
                    <a:pt x="3029632" y="2231"/>
                  </a:cubicBezTo>
                  <a:cubicBezTo>
                    <a:pt x="3117826" y="-29519"/>
                    <a:pt x="2801554" y="285680"/>
                    <a:pt x="2754466" y="425564"/>
                  </a:cubicBezTo>
                  <a:cubicBezTo>
                    <a:pt x="2707378" y="565448"/>
                    <a:pt x="2727175" y="697355"/>
                    <a:pt x="2747103" y="841535"/>
                  </a:cubicBezTo>
                  <a:lnTo>
                    <a:pt x="2799" y="848898"/>
                  </a:lnTo>
                  <a:close/>
                </a:path>
              </a:pathLst>
            </a:custGeom>
            <a:gradFill flip="none" rotWithShape="1">
              <a:gsLst>
                <a:gs pos="0">
                  <a:srgbClr val="FFFFFF"/>
                </a:gs>
                <a:gs pos="100000">
                  <a:srgbClr val="FFFFFF">
                    <a:lumMod val="75000"/>
                  </a:srgbClr>
                </a:gs>
              </a:gsLst>
              <a:lin ang="5400000" scaled="0"/>
              <a:tileRect/>
            </a:gradFill>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grpSp>
          <p:nvGrpSpPr>
            <p:cNvPr id="188" name="Group 50">
              <a:extLst>
                <a:ext uri="{FF2B5EF4-FFF2-40B4-BE49-F238E27FC236}">
                  <a16:creationId xmlns:a16="http://schemas.microsoft.com/office/drawing/2014/main" id="{BE1DE1B9-E78B-9240-B4C1-CDE0143B5E84}"/>
                </a:ext>
              </a:extLst>
            </p:cNvPr>
            <p:cNvGrpSpPr>
              <a:grpSpLocks/>
            </p:cNvGrpSpPr>
            <p:nvPr/>
          </p:nvGrpSpPr>
          <p:grpSpPr bwMode="auto">
            <a:xfrm>
              <a:off x="587526" y="5408083"/>
              <a:ext cx="2799140" cy="1164168"/>
              <a:chOff x="-999973" y="4042832"/>
              <a:chExt cx="2799140" cy="1164168"/>
            </a:xfrm>
          </p:grpSpPr>
          <p:sp>
            <p:nvSpPr>
              <p:cNvPr id="189" name="Rectangle 188">
                <a:extLst>
                  <a:ext uri="{FF2B5EF4-FFF2-40B4-BE49-F238E27FC236}">
                    <a16:creationId xmlns:a16="http://schemas.microsoft.com/office/drawing/2014/main" id="{2AB812EA-84E0-364C-BF4E-C310D6EE648D}"/>
                  </a:ext>
                </a:extLst>
              </p:cNvPr>
              <p:cNvSpPr/>
              <p:nvPr/>
            </p:nvSpPr>
            <p:spPr bwMode="auto">
              <a:xfrm>
                <a:off x="-977745" y="4042988"/>
                <a:ext cx="2776965" cy="1164012"/>
              </a:xfrm>
              <a:prstGeom prst="rect">
                <a:avLst/>
              </a:prstGeom>
              <a:solidFill>
                <a:schemeClr val="bg1">
                  <a:lumMod val="95000"/>
                </a:schemeClr>
              </a:solidFill>
              <a:ln w="9525" cap="flat" cmpd="sng" algn="ctr">
                <a:solidFill>
                  <a:schemeClr val="tx1"/>
                </a:solidFill>
                <a:prstDash val="solid"/>
                <a:round/>
                <a:headEnd type="none" w="med" len="med"/>
                <a:tailEnd type="none" w="med" len="med"/>
              </a:ln>
              <a:effectLst>
                <a:outerShdw blurRad="50800" dist="38100" dir="8100000" algn="tr" rotWithShape="0">
                  <a:prstClr val="black">
                    <a:alpha val="40000"/>
                  </a:prstClr>
                </a:outerShdw>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sp>
            <p:nvSpPr>
              <p:cNvPr id="190" name="TextBox 8">
                <a:extLst>
                  <a:ext uri="{FF2B5EF4-FFF2-40B4-BE49-F238E27FC236}">
                    <a16:creationId xmlns:a16="http://schemas.microsoft.com/office/drawing/2014/main" id="{4B4E36AE-BDA7-784C-B123-CD19BFF0A8BA}"/>
                  </a:ext>
                </a:extLst>
              </p:cNvPr>
              <p:cNvSpPr txBox="1">
                <a:spLocks noChangeArrowheads="1"/>
              </p:cNvSpPr>
              <p:nvPr/>
            </p:nvSpPr>
            <p:spPr bwMode="auto">
              <a:xfrm>
                <a:off x="-999973" y="4360336"/>
                <a:ext cx="1646504"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ingress port = 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Src = 10.3.*.*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Dst = 10.2.*.*</a:t>
                </a:r>
              </a:p>
            </p:txBody>
          </p:sp>
          <p:sp>
            <p:nvSpPr>
              <p:cNvPr id="191" name="TextBox 183">
                <a:extLst>
                  <a:ext uri="{FF2B5EF4-FFF2-40B4-BE49-F238E27FC236}">
                    <a16:creationId xmlns:a16="http://schemas.microsoft.com/office/drawing/2014/main" id="{1048FAFD-39AC-F541-8FA4-CACDC171AF85}"/>
                  </a:ext>
                </a:extLst>
              </p:cNvPr>
              <p:cNvSpPr txBox="1">
                <a:spLocks noChangeArrowheads="1"/>
              </p:cNvSpPr>
              <p:nvPr/>
            </p:nvSpPr>
            <p:spPr bwMode="auto">
              <a:xfrm>
                <a:off x="676427" y="4576235"/>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forward(4)</a:t>
                </a:r>
              </a:p>
            </p:txBody>
          </p:sp>
          <p:cxnSp>
            <p:nvCxnSpPr>
              <p:cNvPr id="192" name="Straight Connector 14">
                <a:extLst>
                  <a:ext uri="{FF2B5EF4-FFF2-40B4-BE49-F238E27FC236}">
                    <a16:creationId xmlns:a16="http://schemas.microsoft.com/office/drawing/2014/main" id="{CC779584-6E1A-5F48-993C-109EE3DA5728}"/>
                  </a:ext>
                </a:extLst>
              </p:cNvPr>
              <p:cNvCxnSpPr>
                <a:cxnSpLocks noChangeShapeType="1"/>
              </p:cNvCxnSpPr>
              <p:nvPr/>
            </p:nvCxnSpPr>
            <p:spPr bwMode="auto">
              <a:xfrm>
                <a:off x="-994833" y="4402666"/>
                <a:ext cx="27940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93" name="TextBox 185">
                <a:extLst>
                  <a:ext uri="{FF2B5EF4-FFF2-40B4-BE49-F238E27FC236}">
                    <a16:creationId xmlns:a16="http://schemas.microsoft.com/office/drawing/2014/main" id="{1B44CA55-C29F-9F46-A24C-C6280EF8E415}"/>
                  </a:ext>
                </a:extLst>
              </p:cNvPr>
              <p:cNvSpPr txBox="1">
                <a:spLocks noChangeArrowheads="1"/>
              </p:cNvSpPr>
              <p:nvPr/>
            </p:nvSpPr>
            <p:spPr bwMode="auto">
              <a:xfrm>
                <a:off x="-674004" y="4051301"/>
                <a:ext cx="74341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match</a:t>
                </a:r>
              </a:p>
            </p:txBody>
          </p:sp>
          <p:sp>
            <p:nvSpPr>
              <p:cNvPr id="194" name="TextBox 186">
                <a:extLst>
                  <a:ext uri="{FF2B5EF4-FFF2-40B4-BE49-F238E27FC236}">
                    <a16:creationId xmlns:a16="http://schemas.microsoft.com/office/drawing/2014/main" id="{1484E893-7E74-0044-8E63-B81C5E9BAFEE}"/>
                  </a:ext>
                </a:extLst>
              </p:cNvPr>
              <p:cNvSpPr txBox="1">
                <a:spLocks noChangeArrowheads="1"/>
              </p:cNvSpPr>
              <p:nvPr/>
            </p:nvSpPr>
            <p:spPr bwMode="auto">
              <a:xfrm>
                <a:off x="875396" y="4055535"/>
                <a:ext cx="7321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action</a:t>
                </a:r>
              </a:p>
            </p:txBody>
          </p:sp>
          <p:cxnSp>
            <p:nvCxnSpPr>
              <p:cNvPr id="195" name="Straight Connector 187">
                <a:extLst>
                  <a:ext uri="{FF2B5EF4-FFF2-40B4-BE49-F238E27FC236}">
                    <a16:creationId xmlns:a16="http://schemas.microsoft.com/office/drawing/2014/main" id="{3C549993-9413-7245-A5F5-7AFA653CCB94}"/>
                  </a:ext>
                </a:extLst>
              </p:cNvPr>
              <p:cNvCxnSpPr>
                <a:cxnSpLocks noChangeShapeType="1"/>
              </p:cNvCxnSpPr>
              <p:nvPr/>
            </p:nvCxnSpPr>
            <p:spPr bwMode="auto">
              <a:xfrm>
                <a:off x="634998" y="4042833"/>
                <a:ext cx="0" cy="116416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cxnSp>
        <p:nvCxnSpPr>
          <p:cNvPr id="196" name="Straight Connector 13">
            <a:extLst>
              <a:ext uri="{FF2B5EF4-FFF2-40B4-BE49-F238E27FC236}">
                <a16:creationId xmlns:a16="http://schemas.microsoft.com/office/drawing/2014/main" id="{CB40D880-161F-974F-A9EE-DC429D8528F7}"/>
              </a:ext>
            </a:extLst>
          </p:cNvPr>
          <p:cNvCxnSpPr>
            <a:cxnSpLocks noChangeShapeType="1"/>
          </p:cNvCxnSpPr>
          <p:nvPr/>
        </p:nvCxnSpPr>
        <p:spPr bwMode="auto">
          <a:xfrm>
            <a:off x="4145096" y="2562225"/>
            <a:ext cx="2157412" cy="184626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7" name="Straight Connector 11">
            <a:extLst>
              <a:ext uri="{FF2B5EF4-FFF2-40B4-BE49-F238E27FC236}">
                <a16:creationId xmlns:a16="http://schemas.microsoft.com/office/drawing/2014/main" id="{F369C91E-6275-2C49-8D03-6AFE694C55A5}"/>
              </a:ext>
            </a:extLst>
          </p:cNvPr>
          <p:cNvCxnSpPr>
            <a:cxnSpLocks noChangeShapeType="1"/>
          </p:cNvCxnSpPr>
          <p:nvPr/>
        </p:nvCxnSpPr>
        <p:spPr bwMode="auto">
          <a:xfrm>
            <a:off x="4424496" y="4497388"/>
            <a:ext cx="204628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8" name="Straight Connector 6">
            <a:extLst>
              <a:ext uri="{FF2B5EF4-FFF2-40B4-BE49-F238E27FC236}">
                <a16:creationId xmlns:a16="http://schemas.microsoft.com/office/drawing/2014/main" id="{8130AC3F-4D6F-7145-8F66-CD05FE33E6E4}"/>
              </a:ext>
            </a:extLst>
          </p:cNvPr>
          <p:cNvCxnSpPr>
            <a:cxnSpLocks noChangeShapeType="1"/>
          </p:cNvCxnSpPr>
          <p:nvPr/>
        </p:nvCxnSpPr>
        <p:spPr bwMode="auto">
          <a:xfrm>
            <a:off x="4226058" y="2690813"/>
            <a:ext cx="0" cy="157480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9" name="Straight Connector 64">
            <a:extLst>
              <a:ext uri="{FF2B5EF4-FFF2-40B4-BE49-F238E27FC236}">
                <a16:creationId xmlns:a16="http://schemas.microsoft.com/office/drawing/2014/main" id="{D53BF40B-1E44-474A-A1E4-88E387FB21E7}"/>
              </a:ext>
            </a:extLst>
          </p:cNvPr>
          <p:cNvCxnSpPr>
            <a:cxnSpLocks noChangeShapeType="1"/>
          </p:cNvCxnSpPr>
          <p:nvPr/>
        </p:nvCxnSpPr>
        <p:spPr bwMode="auto">
          <a:xfrm flipH="1">
            <a:off x="4346708" y="3154363"/>
            <a:ext cx="1477963" cy="1311275"/>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0" name="Straight Connector 199">
            <a:extLst>
              <a:ext uri="{FF2B5EF4-FFF2-40B4-BE49-F238E27FC236}">
                <a16:creationId xmlns:a16="http://schemas.microsoft.com/office/drawing/2014/main" id="{F4B29DE4-2EEB-D84D-9D70-6BD80FD57EAC}"/>
              </a:ext>
            </a:extLst>
          </p:cNvPr>
          <p:cNvCxnSpPr/>
          <p:nvPr/>
        </p:nvCxnSpPr>
        <p:spPr>
          <a:xfrm flipH="1" flipV="1">
            <a:off x="4294321" y="4567238"/>
            <a:ext cx="6350" cy="657225"/>
          </a:xfrm>
          <a:prstGeom prst="line">
            <a:avLst/>
          </a:prstGeom>
          <a:noFill/>
          <a:ln w="25400" cap="flat" cmpd="sng" algn="ctr">
            <a:solidFill>
              <a:srgbClr val="000000"/>
            </a:solidFill>
            <a:prstDash val="solid"/>
          </a:ln>
          <a:effectLst/>
        </p:spPr>
      </p:cxnSp>
      <p:cxnSp>
        <p:nvCxnSpPr>
          <p:cNvPr id="201" name="Straight Connector 200">
            <a:extLst>
              <a:ext uri="{FF2B5EF4-FFF2-40B4-BE49-F238E27FC236}">
                <a16:creationId xmlns:a16="http://schemas.microsoft.com/office/drawing/2014/main" id="{D4FF8069-D6E8-734F-B1D2-6BE329F879C7}"/>
              </a:ext>
            </a:extLst>
          </p:cNvPr>
          <p:cNvCxnSpPr/>
          <p:nvPr/>
        </p:nvCxnSpPr>
        <p:spPr>
          <a:xfrm>
            <a:off x="3338646" y="4524375"/>
            <a:ext cx="531812" cy="0"/>
          </a:xfrm>
          <a:prstGeom prst="line">
            <a:avLst/>
          </a:prstGeom>
          <a:noFill/>
          <a:ln w="25400" cap="flat" cmpd="sng" algn="ctr">
            <a:solidFill>
              <a:srgbClr val="000000"/>
            </a:solidFill>
            <a:prstDash val="solid"/>
          </a:ln>
          <a:effectLst/>
        </p:spPr>
      </p:cxnSp>
      <p:grpSp>
        <p:nvGrpSpPr>
          <p:cNvPr id="202" name="Group 44">
            <a:extLst>
              <a:ext uri="{FF2B5EF4-FFF2-40B4-BE49-F238E27FC236}">
                <a16:creationId xmlns:a16="http://schemas.microsoft.com/office/drawing/2014/main" id="{9C4002D9-DF30-D144-9386-64ED23FED52F}"/>
              </a:ext>
            </a:extLst>
          </p:cNvPr>
          <p:cNvGrpSpPr>
            <a:grpSpLocks/>
          </p:cNvGrpSpPr>
          <p:nvPr/>
        </p:nvGrpSpPr>
        <p:grpSpPr bwMode="auto">
          <a:xfrm>
            <a:off x="2740158" y="4043363"/>
            <a:ext cx="757238" cy="628650"/>
            <a:chOff x="-44" y="1473"/>
            <a:chExt cx="981" cy="1105"/>
          </a:xfrm>
        </p:grpSpPr>
        <p:pic>
          <p:nvPicPr>
            <p:cNvPr id="203" name="Picture 45" descr="desktop_computer_stylized_medium">
              <a:extLst>
                <a:ext uri="{FF2B5EF4-FFF2-40B4-BE49-F238E27FC236}">
                  <a16:creationId xmlns:a16="http://schemas.microsoft.com/office/drawing/2014/main" id="{A8DDFC57-A653-E643-878F-2786E68F6B8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46">
              <a:extLst>
                <a:ext uri="{FF2B5EF4-FFF2-40B4-BE49-F238E27FC236}">
                  <a16:creationId xmlns:a16="http://schemas.microsoft.com/office/drawing/2014/main" id="{3015E4EC-FEA9-5542-ACE6-63401E8006E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05" name="Group 44">
            <a:extLst>
              <a:ext uri="{FF2B5EF4-FFF2-40B4-BE49-F238E27FC236}">
                <a16:creationId xmlns:a16="http://schemas.microsoft.com/office/drawing/2014/main" id="{F77FDB30-E2C1-8043-AA3D-41C5428CD580}"/>
              </a:ext>
            </a:extLst>
          </p:cNvPr>
          <p:cNvGrpSpPr>
            <a:grpSpLocks/>
          </p:cNvGrpSpPr>
          <p:nvPr/>
        </p:nvGrpSpPr>
        <p:grpSpPr bwMode="auto">
          <a:xfrm>
            <a:off x="3803783" y="4892675"/>
            <a:ext cx="757238" cy="628650"/>
            <a:chOff x="188" y="1473"/>
            <a:chExt cx="981" cy="1105"/>
          </a:xfrm>
        </p:grpSpPr>
        <p:pic>
          <p:nvPicPr>
            <p:cNvPr id="206" name="Picture 45" descr="desktop_computer_stylized_medium">
              <a:extLst>
                <a:ext uri="{FF2B5EF4-FFF2-40B4-BE49-F238E27FC236}">
                  <a16:creationId xmlns:a16="http://schemas.microsoft.com/office/drawing/2014/main" id="{1052E4EA-6FEA-844A-A25A-AF2C0B49F01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188"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 name="Freeform 46">
              <a:extLst>
                <a:ext uri="{FF2B5EF4-FFF2-40B4-BE49-F238E27FC236}">
                  <a16:creationId xmlns:a16="http://schemas.microsoft.com/office/drawing/2014/main" id="{539D824A-2830-1A42-AF13-8ADCB10DACF5}"/>
                </a:ext>
              </a:extLst>
            </p:cNvPr>
            <p:cNvSpPr>
              <a:spLocks/>
            </p:cNvSpPr>
            <p:nvPr/>
          </p:nvSpPr>
          <p:spPr bwMode="auto">
            <a:xfrm flipH="1">
              <a:off x="598" y="1587"/>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08" name="TextBox 9">
            <a:extLst>
              <a:ext uri="{FF2B5EF4-FFF2-40B4-BE49-F238E27FC236}">
                <a16:creationId xmlns:a16="http://schemas.microsoft.com/office/drawing/2014/main" id="{6EDEBC7E-1ACA-5B44-9D83-8900509C0FBC}"/>
              </a:ext>
            </a:extLst>
          </p:cNvPr>
          <p:cNvSpPr txBox="1">
            <a:spLocks noChangeArrowheads="1"/>
          </p:cNvSpPr>
          <p:nvPr/>
        </p:nvSpPr>
        <p:spPr bwMode="auto">
          <a:xfrm>
            <a:off x="2145917" y="4216884"/>
            <a:ext cx="833437" cy="738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h1</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10.1.0.1</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09" name="TextBox 58">
            <a:extLst>
              <a:ext uri="{FF2B5EF4-FFF2-40B4-BE49-F238E27FC236}">
                <a16:creationId xmlns:a16="http://schemas.microsoft.com/office/drawing/2014/main" id="{E1178F66-20DC-9147-A60A-B4A736E861E4}"/>
              </a:ext>
            </a:extLst>
          </p:cNvPr>
          <p:cNvSpPr txBox="1">
            <a:spLocks noChangeArrowheads="1"/>
          </p:cNvSpPr>
          <p:nvPr/>
        </p:nvSpPr>
        <p:spPr bwMode="auto">
          <a:xfrm>
            <a:off x="3903312" y="5453407"/>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10.1.0.2</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cxnSp>
        <p:nvCxnSpPr>
          <p:cNvPr id="210" name="Straight Connector 209">
            <a:extLst>
              <a:ext uri="{FF2B5EF4-FFF2-40B4-BE49-F238E27FC236}">
                <a16:creationId xmlns:a16="http://schemas.microsoft.com/office/drawing/2014/main" id="{A1F07088-AD69-CB45-9BB2-8DB8C9FEDA25}"/>
              </a:ext>
            </a:extLst>
          </p:cNvPr>
          <p:cNvCxnSpPr/>
          <p:nvPr/>
        </p:nvCxnSpPr>
        <p:spPr>
          <a:xfrm flipV="1">
            <a:off x="5992946" y="4568825"/>
            <a:ext cx="306387" cy="490538"/>
          </a:xfrm>
          <a:prstGeom prst="line">
            <a:avLst/>
          </a:prstGeom>
          <a:noFill/>
          <a:ln w="25400" cap="flat" cmpd="sng" algn="ctr">
            <a:solidFill>
              <a:srgbClr val="000000"/>
            </a:solidFill>
            <a:prstDash val="solid"/>
          </a:ln>
          <a:effectLst/>
        </p:spPr>
      </p:cxnSp>
      <p:cxnSp>
        <p:nvCxnSpPr>
          <p:cNvPr id="211" name="Straight Connector 210">
            <a:extLst>
              <a:ext uri="{FF2B5EF4-FFF2-40B4-BE49-F238E27FC236}">
                <a16:creationId xmlns:a16="http://schemas.microsoft.com/office/drawing/2014/main" id="{76CB3FF4-5E87-DD4D-9275-FA1D2385BBC2}"/>
              </a:ext>
            </a:extLst>
          </p:cNvPr>
          <p:cNvCxnSpPr/>
          <p:nvPr/>
        </p:nvCxnSpPr>
        <p:spPr>
          <a:xfrm>
            <a:off x="6747008" y="4448175"/>
            <a:ext cx="531813" cy="0"/>
          </a:xfrm>
          <a:prstGeom prst="line">
            <a:avLst/>
          </a:prstGeom>
          <a:noFill/>
          <a:ln w="25400" cap="flat" cmpd="sng" algn="ctr">
            <a:solidFill>
              <a:srgbClr val="000000"/>
            </a:solidFill>
            <a:prstDash val="solid"/>
          </a:ln>
          <a:effectLst/>
        </p:spPr>
      </p:cxnSp>
      <p:grpSp>
        <p:nvGrpSpPr>
          <p:cNvPr id="212" name="Group 44">
            <a:extLst>
              <a:ext uri="{FF2B5EF4-FFF2-40B4-BE49-F238E27FC236}">
                <a16:creationId xmlns:a16="http://schemas.microsoft.com/office/drawing/2014/main" id="{AF067C68-E87B-E64B-9EA0-8C576193E2D5}"/>
              </a:ext>
            </a:extLst>
          </p:cNvPr>
          <p:cNvGrpSpPr>
            <a:grpSpLocks/>
          </p:cNvGrpSpPr>
          <p:nvPr/>
        </p:nvGrpSpPr>
        <p:grpSpPr bwMode="auto">
          <a:xfrm>
            <a:off x="6953383" y="4221163"/>
            <a:ext cx="757238" cy="628650"/>
            <a:chOff x="-44" y="1473"/>
            <a:chExt cx="981" cy="1105"/>
          </a:xfrm>
        </p:grpSpPr>
        <p:pic>
          <p:nvPicPr>
            <p:cNvPr id="213" name="Picture 45" descr="desktop_computer_stylized_medium">
              <a:extLst>
                <a:ext uri="{FF2B5EF4-FFF2-40B4-BE49-F238E27FC236}">
                  <a16:creationId xmlns:a16="http://schemas.microsoft.com/office/drawing/2014/main" id="{58222FD7-FAC0-9048-861D-C7FB905DAB3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 name="Freeform 46">
              <a:extLst>
                <a:ext uri="{FF2B5EF4-FFF2-40B4-BE49-F238E27FC236}">
                  <a16:creationId xmlns:a16="http://schemas.microsoft.com/office/drawing/2014/main" id="{4F99949B-902B-5C48-B8F4-C60B9A1C94B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15" name="Group 44">
            <a:extLst>
              <a:ext uri="{FF2B5EF4-FFF2-40B4-BE49-F238E27FC236}">
                <a16:creationId xmlns:a16="http://schemas.microsoft.com/office/drawing/2014/main" id="{BB96A80F-DF20-D84A-83F9-B02CA294C3CB}"/>
              </a:ext>
            </a:extLst>
          </p:cNvPr>
          <p:cNvGrpSpPr>
            <a:grpSpLocks/>
          </p:cNvGrpSpPr>
          <p:nvPr/>
        </p:nvGrpSpPr>
        <p:grpSpPr bwMode="auto">
          <a:xfrm>
            <a:off x="5475421" y="4835525"/>
            <a:ext cx="757237" cy="628650"/>
            <a:chOff x="-44" y="1473"/>
            <a:chExt cx="981" cy="1105"/>
          </a:xfrm>
        </p:grpSpPr>
        <p:pic>
          <p:nvPicPr>
            <p:cNvPr id="216" name="Picture 45" descr="desktop_computer_stylized_medium">
              <a:extLst>
                <a:ext uri="{FF2B5EF4-FFF2-40B4-BE49-F238E27FC236}">
                  <a16:creationId xmlns:a16="http://schemas.microsoft.com/office/drawing/2014/main" id="{33CD0307-64FA-664C-937F-8AEF1F76732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7" name="Freeform 46">
              <a:extLst>
                <a:ext uri="{FF2B5EF4-FFF2-40B4-BE49-F238E27FC236}">
                  <a16:creationId xmlns:a16="http://schemas.microsoft.com/office/drawing/2014/main" id="{7E09CDE0-C828-BD49-ABFC-D01B3B77796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8" name="TextBox 70">
            <a:extLst>
              <a:ext uri="{FF2B5EF4-FFF2-40B4-BE49-F238E27FC236}">
                <a16:creationId xmlns:a16="http://schemas.microsoft.com/office/drawing/2014/main" id="{F1E4672C-055C-0040-BA1C-1B569384F2BF}"/>
              </a:ext>
            </a:extLst>
          </p:cNvPr>
          <p:cNvSpPr txBox="1">
            <a:spLocks noChangeArrowheads="1"/>
          </p:cNvSpPr>
          <p:nvPr/>
        </p:nvSpPr>
        <p:spPr bwMode="auto">
          <a:xfrm>
            <a:off x="7645947" y="4249738"/>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h4</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10.2.0.4</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19" name="TextBox 71">
            <a:extLst>
              <a:ext uri="{FF2B5EF4-FFF2-40B4-BE49-F238E27FC236}">
                <a16:creationId xmlns:a16="http://schemas.microsoft.com/office/drawing/2014/main" id="{7D1D7A82-2B90-124D-8B70-788F9A13A785}"/>
              </a:ext>
            </a:extLst>
          </p:cNvPr>
          <p:cNvSpPr txBox="1">
            <a:spLocks noChangeArrowheads="1"/>
          </p:cNvSpPr>
          <p:nvPr/>
        </p:nvSpPr>
        <p:spPr bwMode="auto">
          <a:xfrm>
            <a:off x="5524907" y="5349807"/>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10.2.0.3</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cxnSp>
        <p:nvCxnSpPr>
          <p:cNvPr id="220" name="Straight Connector 219">
            <a:extLst>
              <a:ext uri="{FF2B5EF4-FFF2-40B4-BE49-F238E27FC236}">
                <a16:creationId xmlns:a16="http://schemas.microsoft.com/office/drawing/2014/main" id="{A2B5B59C-D9F3-FA4D-8B80-E6E965F14CB4}"/>
              </a:ext>
            </a:extLst>
          </p:cNvPr>
          <p:cNvCxnSpPr/>
          <p:nvPr/>
        </p:nvCxnSpPr>
        <p:spPr>
          <a:xfrm>
            <a:off x="3349758" y="2681288"/>
            <a:ext cx="706438" cy="0"/>
          </a:xfrm>
          <a:prstGeom prst="line">
            <a:avLst/>
          </a:prstGeom>
          <a:noFill/>
          <a:ln w="25400" cap="flat" cmpd="sng" algn="ctr">
            <a:solidFill>
              <a:srgbClr val="000000"/>
            </a:solidFill>
            <a:prstDash val="solid"/>
          </a:ln>
          <a:effectLst/>
        </p:spPr>
      </p:cxnSp>
      <p:cxnSp>
        <p:nvCxnSpPr>
          <p:cNvPr id="221" name="Straight Connector 220">
            <a:extLst>
              <a:ext uri="{FF2B5EF4-FFF2-40B4-BE49-F238E27FC236}">
                <a16:creationId xmlns:a16="http://schemas.microsoft.com/office/drawing/2014/main" id="{46ED07FB-874E-784B-B948-DE3F22F518D9}"/>
              </a:ext>
            </a:extLst>
          </p:cNvPr>
          <p:cNvCxnSpPr/>
          <p:nvPr/>
        </p:nvCxnSpPr>
        <p:spPr>
          <a:xfrm flipV="1">
            <a:off x="4327658" y="2014538"/>
            <a:ext cx="0" cy="474662"/>
          </a:xfrm>
          <a:prstGeom prst="line">
            <a:avLst/>
          </a:prstGeom>
          <a:noFill/>
          <a:ln w="25400" cap="flat" cmpd="sng" algn="ctr">
            <a:solidFill>
              <a:srgbClr val="000000"/>
            </a:solidFill>
            <a:prstDash val="solid"/>
          </a:ln>
          <a:effectLst/>
        </p:spPr>
      </p:cxnSp>
      <p:grpSp>
        <p:nvGrpSpPr>
          <p:cNvPr id="222" name="Group 44">
            <a:extLst>
              <a:ext uri="{FF2B5EF4-FFF2-40B4-BE49-F238E27FC236}">
                <a16:creationId xmlns:a16="http://schemas.microsoft.com/office/drawing/2014/main" id="{7AD81740-508B-C947-8F31-2442A83D9910}"/>
              </a:ext>
            </a:extLst>
          </p:cNvPr>
          <p:cNvGrpSpPr>
            <a:grpSpLocks/>
          </p:cNvGrpSpPr>
          <p:nvPr/>
        </p:nvGrpSpPr>
        <p:grpSpPr bwMode="auto">
          <a:xfrm>
            <a:off x="3846646" y="1622425"/>
            <a:ext cx="757237" cy="628650"/>
            <a:chOff x="-44" y="1473"/>
            <a:chExt cx="981" cy="1105"/>
          </a:xfrm>
        </p:grpSpPr>
        <p:pic>
          <p:nvPicPr>
            <p:cNvPr id="223" name="Picture 45" descr="desktop_computer_stylized_medium">
              <a:extLst>
                <a:ext uri="{FF2B5EF4-FFF2-40B4-BE49-F238E27FC236}">
                  <a16:creationId xmlns:a16="http://schemas.microsoft.com/office/drawing/2014/main" id="{2C016883-9484-5C4D-B14D-EA3364FB62E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4" name="Freeform 46">
              <a:extLst>
                <a:ext uri="{FF2B5EF4-FFF2-40B4-BE49-F238E27FC236}">
                  <a16:creationId xmlns:a16="http://schemas.microsoft.com/office/drawing/2014/main" id="{F5C81A08-61C3-3E43-A943-49A53106C87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25" name="Group 44">
            <a:extLst>
              <a:ext uri="{FF2B5EF4-FFF2-40B4-BE49-F238E27FC236}">
                <a16:creationId xmlns:a16="http://schemas.microsoft.com/office/drawing/2014/main" id="{8C13A896-FAF2-1944-9E6A-653D596FBABE}"/>
              </a:ext>
            </a:extLst>
          </p:cNvPr>
          <p:cNvGrpSpPr>
            <a:grpSpLocks/>
          </p:cNvGrpSpPr>
          <p:nvPr/>
        </p:nvGrpSpPr>
        <p:grpSpPr bwMode="auto">
          <a:xfrm>
            <a:off x="2792546" y="2561879"/>
            <a:ext cx="757237" cy="628650"/>
            <a:chOff x="-44" y="1473"/>
            <a:chExt cx="981" cy="1105"/>
          </a:xfrm>
        </p:grpSpPr>
        <p:pic>
          <p:nvPicPr>
            <p:cNvPr id="226" name="Picture 45" descr="desktop_computer_stylized_medium">
              <a:extLst>
                <a:ext uri="{FF2B5EF4-FFF2-40B4-BE49-F238E27FC236}">
                  <a16:creationId xmlns:a16="http://schemas.microsoft.com/office/drawing/2014/main" id="{170E5B83-C729-6B4F-8607-FA40D26285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7" name="Freeform 46">
              <a:extLst>
                <a:ext uri="{FF2B5EF4-FFF2-40B4-BE49-F238E27FC236}">
                  <a16:creationId xmlns:a16="http://schemas.microsoft.com/office/drawing/2014/main" id="{DA39ACBD-A915-6D4A-817E-BF1203C22A6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28" name="TextBox 83">
            <a:extLst>
              <a:ext uri="{FF2B5EF4-FFF2-40B4-BE49-F238E27FC236}">
                <a16:creationId xmlns:a16="http://schemas.microsoft.com/office/drawing/2014/main" id="{30CFD95A-683A-934C-A7FE-C30EB256820F}"/>
              </a:ext>
            </a:extLst>
          </p:cNvPr>
          <p:cNvSpPr txBox="1">
            <a:spLocks noChangeArrowheads="1"/>
          </p:cNvSpPr>
          <p:nvPr/>
        </p:nvSpPr>
        <p:spPr bwMode="auto">
          <a:xfrm>
            <a:off x="2881446" y="3065116"/>
            <a:ext cx="8334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10.3.0.5</a:t>
            </a:r>
          </a:p>
        </p:txBody>
      </p:sp>
      <p:sp>
        <p:nvSpPr>
          <p:cNvPr id="229" name="TextBox 92">
            <a:extLst>
              <a:ext uri="{FF2B5EF4-FFF2-40B4-BE49-F238E27FC236}">
                <a16:creationId xmlns:a16="http://schemas.microsoft.com/office/drawing/2014/main" id="{988CB387-3820-3A4C-A283-BDC5D16D3F54}"/>
              </a:ext>
            </a:extLst>
          </p:cNvPr>
          <p:cNvSpPr txBox="1">
            <a:spLocks noChangeArrowheads="1"/>
          </p:cNvSpPr>
          <p:nvPr/>
        </p:nvSpPr>
        <p:spPr bwMode="auto">
          <a:xfrm>
            <a:off x="4289558" y="3949700"/>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s1</a:t>
            </a:r>
          </a:p>
        </p:txBody>
      </p:sp>
      <p:sp>
        <p:nvSpPr>
          <p:cNvPr id="230" name="TextBox 93">
            <a:extLst>
              <a:ext uri="{FF2B5EF4-FFF2-40B4-BE49-F238E27FC236}">
                <a16:creationId xmlns:a16="http://schemas.microsoft.com/office/drawing/2014/main" id="{CBFD7310-8113-634E-8357-DF51674B59F8}"/>
              </a:ext>
            </a:extLst>
          </p:cNvPr>
          <p:cNvSpPr txBox="1">
            <a:spLocks noChangeArrowheads="1"/>
          </p:cNvSpPr>
          <p:nvPr/>
        </p:nvSpPr>
        <p:spPr bwMode="auto">
          <a:xfrm>
            <a:off x="6450146" y="3976688"/>
            <a:ext cx="42862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s2</a:t>
            </a:r>
          </a:p>
        </p:txBody>
      </p:sp>
      <p:sp>
        <p:nvSpPr>
          <p:cNvPr id="231" name="TextBox 94">
            <a:extLst>
              <a:ext uri="{FF2B5EF4-FFF2-40B4-BE49-F238E27FC236}">
                <a16:creationId xmlns:a16="http://schemas.microsoft.com/office/drawing/2014/main" id="{3350DC8E-7B2E-2744-9A7F-5D80CDC27DFD}"/>
              </a:ext>
            </a:extLst>
          </p:cNvPr>
          <p:cNvSpPr txBox="1">
            <a:spLocks noChangeArrowheads="1"/>
          </p:cNvSpPr>
          <p:nvPr/>
        </p:nvSpPr>
        <p:spPr bwMode="auto">
          <a:xfrm>
            <a:off x="4507046" y="2168525"/>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s3</a:t>
            </a:r>
          </a:p>
        </p:txBody>
      </p:sp>
      <p:cxnSp>
        <p:nvCxnSpPr>
          <p:cNvPr id="232" name="Straight Connector 99">
            <a:extLst>
              <a:ext uri="{FF2B5EF4-FFF2-40B4-BE49-F238E27FC236}">
                <a16:creationId xmlns:a16="http://schemas.microsoft.com/office/drawing/2014/main" id="{D82A6EC4-C796-AD40-976D-1FD13F41BA9C}"/>
              </a:ext>
            </a:extLst>
          </p:cNvPr>
          <p:cNvCxnSpPr>
            <a:cxnSpLocks noChangeShapeType="1"/>
          </p:cNvCxnSpPr>
          <p:nvPr/>
        </p:nvCxnSpPr>
        <p:spPr bwMode="auto">
          <a:xfrm>
            <a:off x="4346708" y="2871788"/>
            <a:ext cx="1392238" cy="219075"/>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3" name="Straight Connector 102">
            <a:extLst>
              <a:ext uri="{FF2B5EF4-FFF2-40B4-BE49-F238E27FC236}">
                <a16:creationId xmlns:a16="http://schemas.microsoft.com/office/drawing/2014/main" id="{168D649A-E996-4E4B-9CE2-4CE19077F1E3}"/>
              </a:ext>
            </a:extLst>
          </p:cNvPr>
          <p:cNvCxnSpPr>
            <a:cxnSpLocks noChangeShapeType="1"/>
          </p:cNvCxnSpPr>
          <p:nvPr/>
        </p:nvCxnSpPr>
        <p:spPr bwMode="auto">
          <a:xfrm>
            <a:off x="5824671" y="3154363"/>
            <a:ext cx="533400" cy="976312"/>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34" name="TextBox 108">
            <a:extLst>
              <a:ext uri="{FF2B5EF4-FFF2-40B4-BE49-F238E27FC236}">
                <a16:creationId xmlns:a16="http://schemas.microsoft.com/office/drawing/2014/main" id="{C24D254F-852A-5041-BE42-3D1E0FD07260}"/>
              </a:ext>
            </a:extLst>
          </p:cNvPr>
          <p:cNvSpPr txBox="1">
            <a:spLocks noChangeArrowheads="1"/>
          </p:cNvSpPr>
          <p:nvPr/>
        </p:nvSpPr>
        <p:spPr bwMode="auto">
          <a:xfrm>
            <a:off x="4118108" y="2173288"/>
            <a:ext cx="271463"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35" name="TextBox 109">
            <a:extLst>
              <a:ext uri="{FF2B5EF4-FFF2-40B4-BE49-F238E27FC236}">
                <a16:creationId xmlns:a16="http://schemas.microsoft.com/office/drawing/2014/main" id="{1B4722FF-BC4E-B24E-AAF9-4CFBDCD18BEC}"/>
              </a:ext>
            </a:extLst>
          </p:cNvPr>
          <p:cNvSpPr txBox="1">
            <a:spLocks noChangeArrowheads="1"/>
          </p:cNvSpPr>
          <p:nvPr/>
        </p:nvSpPr>
        <p:spPr bwMode="auto">
          <a:xfrm>
            <a:off x="3649796" y="2419350"/>
            <a:ext cx="27305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36" name="TextBox 110">
            <a:extLst>
              <a:ext uri="{FF2B5EF4-FFF2-40B4-BE49-F238E27FC236}">
                <a16:creationId xmlns:a16="http://schemas.microsoft.com/office/drawing/2014/main" id="{99E43DED-25B4-764C-B475-987E9899AFD7}"/>
              </a:ext>
            </a:extLst>
          </p:cNvPr>
          <p:cNvSpPr txBox="1">
            <a:spLocks noChangeArrowheads="1"/>
          </p:cNvSpPr>
          <p:nvPr/>
        </p:nvSpPr>
        <p:spPr bwMode="auto">
          <a:xfrm>
            <a:off x="4018096" y="2790894"/>
            <a:ext cx="269875"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37" name="TextBox 111">
            <a:extLst>
              <a:ext uri="{FF2B5EF4-FFF2-40B4-BE49-F238E27FC236}">
                <a16:creationId xmlns:a16="http://schemas.microsoft.com/office/drawing/2014/main" id="{60CD7B1B-6C0C-414A-A6F4-2C724B1110A4}"/>
              </a:ext>
            </a:extLst>
          </p:cNvPr>
          <p:cNvSpPr txBox="1">
            <a:spLocks noChangeArrowheads="1"/>
          </p:cNvSpPr>
          <p:nvPr/>
        </p:nvSpPr>
        <p:spPr bwMode="auto">
          <a:xfrm>
            <a:off x="4495933" y="2687638"/>
            <a:ext cx="274638"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38" name="TextBox 112">
            <a:extLst>
              <a:ext uri="{FF2B5EF4-FFF2-40B4-BE49-F238E27FC236}">
                <a16:creationId xmlns:a16="http://schemas.microsoft.com/office/drawing/2014/main" id="{36B76F06-8CE7-0E41-A3A1-18B5E468B219}"/>
              </a:ext>
            </a:extLst>
          </p:cNvPr>
          <p:cNvSpPr txBox="1">
            <a:spLocks noChangeArrowheads="1"/>
          </p:cNvSpPr>
          <p:nvPr/>
        </p:nvSpPr>
        <p:spPr bwMode="auto">
          <a:xfrm>
            <a:off x="4021271" y="4006850"/>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39" name="TextBox 113">
            <a:extLst>
              <a:ext uri="{FF2B5EF4-FFF2-40B4-BE49-F238E27FC236}">
                <a16:creationId xmlns:a16="http://schemas.microsoft.com/office/drawing/2014/main" id="{B38FAB30-55A3-AD46-B047-E929AAD429AA}"/>
              </a:ext>
            </a:extLst>
          </p:cNvPr>
          <p:cNvSpPr txBox="1">
            <a:spLocks noChangeArrowheads="1"/>
          </p:cNvSpPr>
          <p:nvPr/>
        </p:nvSpPr>
        <p:spPr bwMode="auto">
          <a:xfrm>
            <a:off x="3664083" y="4276725"/>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40" name="TextBox 114">
            <a:extLst>
              <a:ext uri="{FF2B5EF4-FFF2-40B4-BE49-F238E27FC236}">
                <a16:creationId xmlns:a16="http://schemas.microsoft.com/office/drawing/2014/main" id="{6209C114-B4AA-A244-982D-EBB94D82C5DC}"/>
              </a:ext>
            </a:extLst>
          </p:cNvPr>
          <p:cNvSpPr txBox="1">
            <a:spLocks noChangeArrowheads="1"/>
          </p:cNvSpPr>
          <p:nvPr/>
        </p:nvSpPr>
        <p:spPr bwMode="auto">
          <a:xfrm>
            <a:off x="4046671" y="4624388"/>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41" name="TextBox 115">
            <a:extLst>
              <a:ext uri="{FF2B5EF4-FFF2-40B4-BE49-F238E27FC236}">
                <a16:creationId xmlns:a16="http://schemas.microsoft.com/office/drawing/2014/main" id="{3C3609FE-6138-874F-A89C-6F8C711D3FFB}"/>
              </a:ext>
            </a:extLst>
          </p:cNvPr>
          <p:cNvSpPr txBox="1">
            <a:spLocks noChangeArrowheads="1"/>
          </p:cNvSpPr>
          <p:nvPr/>
        </p:nvSpPr>
        <p:spPr bwMode="auto">
          <a:xfrm>
            <a:off x="4554671" y="4437063"/>
            <a:ext cx="2730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42" name="TextBox 117">
            <a:extLst>
              <a:ext uri="{FF2B5EF4-FFF2-40B4-BE49-F238E27FC236}">
                <a16:creationId xmlns:a16="http://schemas.microsoft.com/office/drawing/2014/main" id="{9D634780-9369-0148-8A46-086906AB78C7}"/>
              </a:ext>
            </a:extLst>
          </p:cNvPr>
          <p:cNvSpPr txBox="1">
            <a:spLocks noChangeArrowheads="1"/>
          </p:cNvSpPr>
          <p:nvPr/>
        </p:nvSpPr>
        <p:spPr bwMode="auto">
          <a:xfrm>
            <a:off x="5811971" y="4089400"/>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43" name="TextBox 118">
            <a:extLst>
              <a:ext uri="{FF2B5EF4-FFF2-40B4-BE49-F238E27FC236}">
                <a16:creationId xmlns:a16="http://schemas.microsoft.com/office/drawing/2014/main" id="{6F9BC31D-23BD-554C-A935-0C3ED713F031}"/>
              </a:ext>
            </a:extLst>
          </p:cNvPr>
          <p:cNvSpPr txBox="1">
            <a:spLocks noChangeArrowheads="1"/>
          </p:cNvSpPr>
          <p:nvPr/>
        </p:nvSpPr>
        <p:spPr bwMode="auto">
          <a:xfrm>
            <a:off x="5783396" y="4437063"/>
            <a:ext cx="27463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44" name="TextBox 119">
            <a:extLst>
              <a:ext uri="{FF2B5EF4-FFF2-40B4-BE49-F238E27FC236}">
                <a16:creationId xmlns:a16="http://schemas.microsoft.com/office/drawing/2014/main" id="{E42C8FB7-C2F4-7E49-AD30-C67257B593FF}"/>
              </a:ext>
            </a:extLst>
          </p:cNvPr>
          <p:cNvSpPr txBox="1">
            <a:spLocks noChangeArrowheads="1"/>
          </p:cNvSpPr>
          <p:nvPr/>
        </p:nvSpPr>
        <p:spPr bwMode="auto">
          <a:xfrm>
            <a:off x="6150108" y="4641850"/>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45" name="TextBox 120">
            <a:extLst>
              <a:ext uri="{FF2B5EF4-FFF2-40B4-BE49-F238E27FC236}">
                <a16:creationId xmlns:a16="http://schemas.microsoft.com/office/drawing/2014/main" id="{89A9F45F-6E86-9A4C-AF52-070A9E3AE5EA}"/>
              </a:ext>
            </a:extLst>
          </p:cNvPr>
          <p:cNvSpPr txBox="1">
            <a:spLocks noChangeArrowheads="1"/>
          </p:cNvSpPr>
          <p:nvPr/>
        </p:nvSpPr>
        <p:spPr bwMode="auto">
          <a:xfrm>
            <a:off x="6708908" y="4394200"/>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46" name="TextBox 150">
            <a:extLst>
              <a:ext uri="{FF2B5EF4-FFF2-40B4-BE49-F238E27FC236}">
                <a16:creationId xmlns:a16="http://schemas.microsoft.com/office/drawing/2014/main" id="{54FFEFDD-84AB-484A-93F2-66AB84A2BB4D}"/>
              </a:ext>
            </a:extLst>
          </p:cNvPr>
          <p:cNvSpPr txBox="1">
            <a:spLocks noChangeArrowheads="1"/>
          </p:cNvSpPr>
          <p:nvPr/>
        </p:nvSpPr>
        <p:spPr bwMode="auto">
          <a:xfrm>
            <a:off x="4469291" y="1666393"/>
            <a:ext cx="83502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h6</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10.3.0.6</a:t>
            </a:r>
          </a:p>
        </p:txBody>
      </p:sp>
      <p:grpSp>
        <p:nvGrpSpPr>
          <p:cNvPr id="277" name="Group 88">
            <a:extLst>
              <a:ext uri="{FF2B5EF4-FFF2-40B4-BE49-F238E27FC236}">
                <a16:creationId xmlns:a16="http://schemas.microsoft.com/office/drawing/2014/main" id="{7A022A32-83B1-5748-9221-800D0CFB34B0}"/>
              </a:ext>
            </a:extLst>
          </p:cNvPr>
          <p:cNvGrpSpPr>
            <a:grpSpLocks/>
          </p:cNvGrpSpPr>
          <p:nvPr/>
        </p:nvGrpSpPr>
        <p:grpSpPr bwMode="auto">
          <a:xfrm>
            <a:off x="5400808" y="1862138"/>
            <a:ext cx="1270000" cy="1482725"/>
            <a:chOff x="5418667" y="1587500"/>
            <a:chExt cx="1270000" cy="1481667"/>
          </a:xfrm>
        </p:grpSpPr>
        <p:grpSp>
          <p:nvGrpSpPr>
            <p:cNvPr id="278" name="Group 79">
              <a:extLst>
                <a:ext uri="{FF2B5EF4-FFF2-40B4-BE49-F238E27FC236}">
                  <a16:creationId xmlns:a16="http://schemas.microsoft.com/office/drawing/2014/main" id="{ACD5087A-4126-5D4A-B13B-F67F7506AA54}"/>
                </a:ext>
              </a:extLst>
            </p:cNvPr>
            <p:cNvGrpSpPr>
              <a:grpSpLocks/>
            </p:cNvGrpSpPr>
            <p:nvPr/>
          </p:nvGrpSpPr>
          <p:grpSpPr bwMode="auto">
            <a:xfrm>
              <a:off x="5440087" y="1742411"/>
              <a:ext cx="1047344" cy="1163369"/>
              <a:chOff x="5440087" y="1742411"/>
              <a:chExt cx="1047344" cy="1163369"/>
            </a:xfrm>
          </p:grpSpPr>
          <p:grpSp>
            <p:nvGrpSpPr>
              <p:cNvPr id="280" name="Group 950">
                <a:extLst>
                  <a:ext uri="{FF2B5EF4-FFF2-40B4-BE49-F238E27FC236}">
                    <a16:creationId xmlns:a16="http://schemas.microsoft.com/office/drawing/2014/main" id="{21D68A0A-9909-D449-98B0-19D7C2FB7520}"/>
                  </a:ext>
                </a:extLst>
              </p:cNvPr>
              <p:cNvGrpSpPr>
                <a:grpSpLocks/>
              </p:cNvGrpSpPr>
              <p:nvPr/>
            </p:nvGrpSpPr>
            <p:grpSpPr bwMode="auto">
              <a:xfrm>
                <a:off x="5838397" y="2273382"/>
                <a:ext cx="350328" cy="632398"/>
                <a:chOff x="4140" y="429"/>
                <a:chExt cx="1425" cy="2396"/>
              </a:xfrm>
            </p:grpSpPr>
            <p:sp>
              <p:nvSpPr>
                <p:cNvPr id="283" name="Freeform 951">
                  <a:extLst>
                    <a:ext uri="{FF2B5EF4-FFF2-40B4-BE49-F238E27FC236}">
                      <a16:creationId xmlns:a16="http://schemas.microsoft.com/office/drawing/2014/main" id="{E3817A04-160B-F442-A0EE-4B30F2EE8117}"/>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4" name="Rectangle 952">
                  <a:extLst>
                    <a:ext uri="{FF2B5EF4-FFF2-40B4-BE49-F238E27FC236}">
                      <a16:creationId xmlns:a16="http://schemas.microsoft.com/office/drawing/2014/main" id="{75B67217-BB62-6248-BD4E-EB9548DDB450}"/>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85" name="Freeform 953">
                  <a:extLst>
                    <a:ext uri="{FF2B5EF4-FFF2-40B4-BE49-F238E27FC236}">
                      <a16:creationId xmlns:a16="http://schemas.microsoft.com/office/drawing/2014/main" id="{B318F2C8-1650-8646-8E8D-A78555EC0C3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Freeform 954">
                  <a:extLst>
                    <a:ext uri="{FF2B5EF4-FFF2-40B4-BE49-F238E27FC236}">
                      <a16:creationId xmlns:a16="http://schemas.microsoft.com/office/drawing/2014/main" id="{04D05301-60BD-FC40-AAA2-F4F7C27891A0}"/>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Rectangle 955">
                  <a:extLst>
                    <a:ext uri="{FF2B5EF4-FFF2-40B4-BE49-F238E27FC236}">
                      <a16:creationId xmlns:a16="http://schemas.microsoft.com/office/drawing/2014/main" id="{5F062A6D-743A-264D-ADB0-C83039EDB340}"/>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88" name="Group 956">
                  <a:extLst>
                    <a:ext uri="{FF2B5EF4-FFF2-40B4-BE49-F238E27FC236}">
                      <a16:creationId xmlns:a16="http://schemas.microsoft.com/office/drawing/2014/main" id="{01C45509-1B2B-1042-BA84-D6FBBFF916E4}"/>
                    </a:ext>
                  </a:extLst>
                </p:cNvPr>
                <p:cNvGrpSpPr>
                  <a:grpSpLocks/>
                </p:cNvGrpSpPr>
                <p:nvPr/>
              </p:nvGrpSpPr>
              <p:grpSpPr bwMode="auto">
                <a:xfrm>
                  <a:off x="4749" y="668"/>
                  <a:ext cx="581" cy="145"/>
                  <a:chOff x="614" y="2568"/>
                  <a:chExt cx="725" cy="139"/>
                </a:xfrm>
              </p:grpSpPr>
              <p:sp>
                <p:nvSpPr>
                  <p:cNvPr id="313" name="AutoShape 957">
                    <a:extLst>
                      <a:ext uri="{FF2B5EF4-FFF2-40B4-BE49-F238E27FC236}">
                        <a16:creationId xmlns:a16="http://schemas.microsoft.com/office/drawing/2014/main" id="{40C9778F-DE66-5643-8444-7EE1E943F1B9}"/>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4" name="AutoShape 958">
                    <a:extLst>
                      <a:ext uri="{FF2B5EF4-FFF2-40B4-BE49-F238E27FC236}">
                        <a16:creationId xmlns:a16="http://schemas.microsoft.com/office/drawing/2014/main" id="{DE3E5FFB-586E-B643-94E3-85EB4EF099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89" name="Rectangle 959">
                  <a:extLst>
                    <a:ext uri="{FF2B5EF4-FFF2-40B4-BE49-F238E27FC236}">
                      <a16:creationId xmlns:a16="http://schemas.microsoft.com/office/drawing/2014/main" id="{BB2BBE5E-0794-4041-A8BF-B91E39290513}"/>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90" name="Group 960">
                  <a:extLst>
                    <a:ext uri="{FF2B5EF4-FFF2-40B4-BE49-F238E27FC236}">
                      <a16:creationId xmlns:a16="http://schemas.microsoft.com/office/drawing/2014/main" id="{B8615C7E-DC00-DB42-BA0E-E1F2758776B3}"/>
                    </a:ext>
                  </a:extLst>
                </p:cNvPr>
                <p:cNvGrpSpPr>
                  <a:grpSpLocks/>
                </p:cNvGrpSpPr>
                <p:nvPr/>
              </p:nvGrpSpPr>
              <p:grpSpPr bwMode="auto">
                <a:xfrm>
                  <a:off x="4747" y="994"/>
                  <a:ext cx="581" cy="134"/>
                  <a:chOff x="614" y="2568"/>
                  <a:chExt cx="725" cy="139"/>
                </a:xfrm>
              </p:grpSpPr>
              <p:sp>
                <p:nvSpPr>
                  <p:cNvPr id="311" name="AutoShape 961">
                    <a:extLst>
                      <a:ext uri="{FF2B5EF4-FFF2-40B4-BE49-F238E27FC236}">
                        <a16:creationId xmlns:a16="http://schemas.microsoft.com/office/drawing/2014/main" id="{20E97585-07E0-EC4F-B0F9-D086838F40A6}"/>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2" name="AutoShape 962">
                    <a:extLst>
                      <a:ext uri="{FF2B5EF4-FFF2-40B4-BE49-F238E27FC236}">
                        <a16:creationId xmlns:a16="http://schemas.microsoft.com/office/drawing/2014/main" id="{CAF5CAE1-8538-2C48-BED8-4AC05996DC5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1" name="Rectangle 963">
                  <a:extLst>
                    <a:ext uri="{FF2B5EF4-FFF2-40B4-BE49-F238E27FC236}">
                      <a16:creationId xmlns:a16="http://schemas.microsoft.com/office/drawing/2014/main" id="{BFEA0CA2-91FF-F147-B072-1BC64CA43860}"/>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2" name="Rectangle 964">
                  <a:extLst>
                    <a:ext uri="{FF2B5EF4-FFF2-40B4-BE49-F238E27FC236}">
                      <a16:creationId xmlns:a16="http://schemas.microsoft.com/office/drawing/2014/main" id="{B7438767-CF8A-7D4E-88D7-06755770E895}"/>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93" name="Group 965">
                  <a:extLst>
                    <a:ext uri="{FF2B5EF4-FFF2-40B4-BE49-F238E27FC236}">
                      <a16:creationId xmlns:a16="http://schemas.microsoft.com/office/drawing/2014/main" id="{BD89BE1D-D5A1-2A4F-9BB3-493820B2D276}"/>
                    </a:ext>
                  </a:extLst>
                </p:cNvPr>
                <p:cNvGrpSpPr>
                  <a:grpSpLocks/>
                </p:cNvGrpSpPr>
                <p:nvPr/>
              </p:nvGrpSpPr>
              <p:grpSpPr bwMode="auto">
                <a:xfrm>
                  <a:off x="4735" y="1627"/>
                  <a:ext cx="582" cy="151"/>
                  <a:chOff x="614" y="2568"/>
                  <a:chExt cx="725" cy="139"/>
                </a:xfrm>
              </p:grpSpPr>
              <p:sp>
                <p:nvSpPr>
                  <p:cNvPr id="309" name="AutoShape 966">
                    <a:extLst>
                      <a:ext uri="{FF2B5EF4-FFF2-40B4-BE49-F238E27FC236}">
                        <a16:creationId xmlns:a16="http://schemas.microsoft.com/office/drawing/2014/main" id="{E07E9E59-7E69-DA4E-9F03-F1D01DBAFCB9}"/>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0" name="AutoShape 967">
                    <a:extLst>
                      <a:ext uri="{FF2B5EF4-FFF2-40B4-BE49-F238E27FC236}">
                        <a16:creationId xmlns:a16="http://schemas.microsoft.com/office/drawing/2014/main" id="{702690BB-83DF-924B-9306-E5AFED91E52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4" name="Freeform 968">
                  <a:extLst>
                    <a:ext uri="{FF2B5EF4-FFF2-40B4-BE49-F238E27FC236}">
                      <a16:creationId xmlns:a16="http://schemas.microsoft.com/office/drawing/2014/main" id="{F6B6C90F-430A-CF4B-A1D7-1A585BAB71E4}"/>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5" name="Group 969">
                  <a:extLst>
                    <a:ext uri="{FF2B5EF4-FFF2-40B4-BE49-F238E27FC236}">
                      <a16:creationId xmlns:a16="http://schemas.microsoft.com/office/drawing/2014/main" id="{9E5BB1CA-4B03-2141-B082-B8A4706C69D5}"/>
                    </a:ext>
                  </a:extLst>
                </p:cNvPr>
                <p:cNvGrpSpPr>
                  <a:grpSpLocks/>
                </p:cNvGrpSpPr>
                <p:nvPr/>
              </p:nvGrpSpPr>
              <p:grpSpPr bwMode="auto">
                <a:xfrm>
                  <a:off x="4739" y="1327"/>
                  <a:ext cx="582" cy="139"/>
                  <a:chOff x="614" y="2568"/>
                  <a:chExt cx="725" cy="139"/>
                </a:xfrm>
              </p:grpSpPr>
              <p:sp>
                <p:nvSpPr>
                  <p:cNvPr id="307" name="AutoShape 970">
                    <a:extLst>
                      <a:ext uri="{FF2B5EF4-FFF2-40B4-BE49-F238E27FC236}">
                        <a16:creationId xmlns:a16="http://schemas.microsoft.com/office/drawing/2014/main" id="{60980303-8EC9-E149-A193-9468A5527025}"/>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8" name="AutoShape 971">
                    <a:extLst>
                      <a:ext uri="{FF2B5EF4-FFF2-40B4-BE49-F238E27FC236}">
                        <a16:creationId xmlns:a16="http://schemas.microsoft.com/office/drawing/2014/main" id="{4EF45611-F585-3043-B711-6A89BC6FE852}"/>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6" name="Rectangle 972">
                  <a:extLst>
                    <a:ext uri="{FF2B5EF4-FFF2-40B4-BE49-F238E27FC236}">
                      <a16:creationId xmlns:a16="http://schemas.microsoft.com/office/drawing/2014/main" id="{811326F7-41C5-AD43-ADD1-11B55C255C64}"/>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7" name="Freeform 973">
                  <a:extLst>
                    <a:ext uri="{FF2B5EF4-FFF2-40B4-BE49-F238E27FC236}">
                      <a16:creationId xmlns:a16="http://schemas.microsoft.com/office/drawing/2014/main" id="{FDE366E8-CF59-6744-8C4C-B0AFB24ACA9E}"/>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8" name="Freeform 974">
                  <a:extLst>
                    <a:ext uri="{FF2B5EF4-FFF2-40B4-BE49-F238E27FC236}">
                      <a16:creationId xmlns:a16="http://schemas.microsoft.com/office/drawing/2014/main" id="{318356AC-8F6D-AE46-AB46-5BA687C30CD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Oval 975">
                  <a:extLst>
                    <a:ext uri="{FF2B5EF4-FFF2-40B4-BE49-F238E27FC236}">
                      <a16:creationId xmlns:a16="http://schemas.microsoft.com/office/drawing/2014/main" id="{0F0566BD-6029-5E4D-9EA5-AC7E5621759A}"/>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0" name="Freeform 976">
                  <a:extLst>
                    <a:ext uri="{FF2B5EF4-FFF2-40B4-BE49-F238E27FC236}">
                      <a16:creationId xmlns:a16="http://schemas.microsoft.com/office/drawing/2014/main" id="{A97DBA45-4DC8-8A4C-9ECC-96AF3FCE8533}"/>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1" name="AutoShape 977">
                  <a:extLst>
                    <a:ext uri="{FF2B5EF4-FFF2-40B4-BE49-F238E27FC236}">
                      <a16:creationId xmlns:a16="http://schemas.microsoft.com/office/drawing/2014/main" id="{4336E3DA-6FFE-F148-8C56-516CE08065D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2" name="AutoShape 978">
                  <a:extLst>
                    <a:ext uri="{FF2B5EF4-FFF2-40B4-BE49-F238E27FC236}">
                      <a16:creationId xmlns:a16="http://schemas.microsoft.com/office/drawing/2014/main" id="{183F8629-55AE-0443-BA0A-86080DC2EFC7}"/>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3" name="Oval 979">
                  <a:extLst>
                    <a:ext uri="{FF2B5EF4-FFF2-40B4-BE49-F238E27FC236}">
                      <a16:creationId xmlns:a16="http://schemas.microsoft.com/office/drawing/2014/main" id="{3A012DD8-A7AE-C943-9266-026D3315C7A6}"/>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4" name="Oval 980">
                  <a:extLst>
                    <a:ext uri="{FF2B5EF4-FFF2-40B4-BE49-F238E27FC236}">
                      <a16:creationId xmlns:a16="http://schemas.microsoft.com/office/drawing/2014/main" id="{B244DD55-7B74-A349-8352-6789B4DF5D9A}"/>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5" name="Oval 981">
                  <a:extLst>
                    <a:ext uri="{FF2B5EF4-FFF2-40B4-BE49-F238E27FC236}">
                      <a16:creationId xmlns:a16="http://schemas.microsoft.com/office/drawing/2014/main" id="{5B459985-0D9B-A149-AA5D-EFFF804C9DD9}"/>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6" name="Rectangle 982">
                  <a:extLst>
                    <a:ext uri="{FF2B5EF4-FFF2-40B4-BE49-F238E27FC236}">
                      <a16:creationId xmlns:a16="http://schemas.microsoft.com/office/drawing/2014/main" id="{6E63AA7A-EC16-C34C-A965-939803E03BCD}"/>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pic>
            <p:nvPicPr>
              <p:cNvPr id="281" name="Picture 4">
                <a:extLst>
                  <a:ext uri="{FF2B5EF4-FFF2-40B4-BE49-F238E27FC236}">
                    <a16:creationId xmlns:a16="http://schemas.microsoft.com/office/drawing/2014/main" id="{62AAA559-6FDE-8C46-AE96-98BB6F5A9A2B}"/>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5440087" y="1742411"/>
                <a:ext cx="1039824" cy="3097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2" name="TextBox 149">
                <a:extLst>
                  <a:ext uri="{FF2B5EF4-FFF2-40B4-BE49-F238E27FC236}">
                    <a16:creationId xmlns:a16="http://schemas.microsoft.com/office/drawing/2014/main" id="{16C0F16C-BEC5-5E41-93D1-E1A0A7E8865E}"/>
                  </a:ext>
                </a:extLst>
              </p:cNvPr>
              <p:cNvSpPr txBox="1">
                <a:spLocks noChangeArrowheads="1"/>
              </p:cNvSpPr>
              <p:nvPr/>
            </p:nvSpPr>
            <p:spPr bwMode="auto">
              <a:xfrm>
                <a:off x="5558972" y="1947149"/>
                <a:ext cx="928459"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controller</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79" name="Rectangle 82">
              <a:extLst>
                <a:ext uri="{FF2B5EF4-FFF2-40B4-BE49-F238E27FC236}">
                  <a16:creationId xmlns:a16="http://schemas.microsoft.com/office/drawing/2014/main" id="{CF46B557-5EBD-604D-BCB4-EA70ED1CD3DA}"/>
                </a:ext>
              </a:extLst>
            </p:cNvPr>
            <p:cNvSpPr>
              <a:spLocks noChangeArrowheads="1"/>
            </p:cNvSpPr>
            <p:nvPr/>
          </p:nvSpPr>
          <p:spPr bwMode="auto">
            <a:xfrm>
              <a:off x="5418667" y="1587500"/>
              <a:ext cx="1270000" cy="1481667"/>
            </a:xfrm>
            <a:prstGeom prst="rect">
              <a:avLst/>
            </a:prstGeom>
            <a:solidFill>
              <a:srgbClr val="FFFFFF">
                <a:alpha val="65881"/>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16" name="Group 315">
            <a:extLst>
              <a:ext uri="{FF2B5EF4-FFF2-40B4-BE49-F238E27FC236}">
                <a16:creationId xmlns:a16="http://schemas.microsoft.com/office/drawing/2014/main" id="{6EE604CB-0D3E-814A-B971-2B4918559EB2}"/>
              </a:ext>
            </a:extLst>
          </p:cNvPr>
          <p:cNvGrpSpPr/>
          <p:nvPr/>
        </p:nvGrpSpPr>
        <p:grpSpPr>
          <a:xfrm>
            <a:off x="3869633" y="4253948"/>
            <a:ext cx="728870" cy="410817"/>
            <a:chOff x="7493876" y="2774731"/>
            <a:chExt cx="1481958" cy="894622"/>
          </a:xfrm>
          <a:effectLst>
            <a:outerShdw blurRad="50800" dist="38100" dir="18900000" algn="bl" rotWithShape="0">
              <a:prstClr val="black">
                <a:alpha val="40000"/>
              </a:prstClr>
            </a:outerShdw>
          </a:effectLst>
        </p:grpSpPr>
        <p:sp>
          <p:nvSpPr>
            <p:cNvPr id="317" name="Freeform 316">
              <a:extLst>
                <a:ext uri="{FF2B5EF4-FFF2-40B4-BE49-F238E27FC236}">
                  <a16:creationId xmlns:a16="http://schemas.microsoft.com/office/drawing/2014/main" id="{30015DB5-42CE-3B49-B677-CF914B2962F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8" name="Oval 317">
              <a:extLst>
                <a:ext uri="{FF2B5EF4-FFF2-40B4-BE49-F238E27FC236}">
                  <a16:creationId xmlns:a16="http://schemas.microsoft.com/office/drawing/2014/main" id="{0F714CDA-7480-CE49-9945-95ABAA2E9D8D}"/>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9" name="Group 318">
              <a:extLst>
                <a:ext uri="{FF2B5EF4-FFF2-40B4-BE49-F238E27FC236}">
                  <a16:creationId xmlns:a16="http://schemas.microsoft.com/office/drawing/2014/main" id="{05112A5B-7C85-7C47-BF58-1F0109C893DC}"/>
                </a:ext>
              </a:extLst>
            </p:cNvPr>
            <p:cNvGrpSpPr/>
            <p:nvPr/>
          </p:nvGrpSpPr>
          <p:grpSpPr>
            <a:xfrm>
              <a:off x="7713663" y="2848339"/>
              <a:ext cx="1042107" cy="425543"/>
              <a:chOff x="7786941" y="2884917"/>
              <a:chExt cx="897649" cy="353919"/>
            </a:xfrm>
          </p:grpSpPr>
          <p:sp>
            <p:nvSpPr>
              <p:cNvPr id="320" name="Freeform 319">
                <a:extLst>
                  <a:ext uri="{FF2B5EF4-FFF2-40B4-BE49-F238E27FC236}">
                    <a16:creationId xmlns:a16="http://schemas.microsoft.com/office/drawing/2014/main" id="{B0580F03-39BF-EE40-ABDC-67419070C5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1" name="Freeform 320">
                <a:extLst>
                  <a:ext uri="{FF2B5EF4-FFF2-40B4-BE49-F238E27FC236}">
                    <a16:creationId xmlns:a16="http://schemas.microsoft.com/office/drawing/2014/main" id="{D0CD04B6-CF21-2848-8636-E0C8F73AE58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2" name="Freeform 321">
                <a:extLst>
                  <a:ext uri="{FF2B5EF4-FFF2-40B4-BE49-F238E27FC236}">
                    <a16:creationId xmlns:a16="http://schemas.microsoft.com/office/drawing/2014/main" id="{C8EBF80C-793A-E445-AB5E-B9C855B18BB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3" name="Freeform 322">
                <a:extLst>
                  <a:ext uri="{FF2B5EF4-FFF2-40B4-BE49-F238E27FC236}">
                    <a16:creationId xmlns:a16="http://schemas.microsoft.com/office/drawing/2014/main" id="{A3FCEE1A-B49A-114B-9106-CCEA7768BDD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24" name="Group 323">
            <a:extLst>
              <a:ext uri="{FF2B5EF4-FFF2-40B4-BE49-F238E27FC236}">
                <a16:creationId xmlns:a16="http://schemas.microsoft.com/office/drawing/2014/main" id="{F942E581-FE04-B94F-B911-CD294FD5BAAC}"/>
              </a:ext>
            </a:extLst>
          </p:cNvPr>
          <p:cNvGrpSpPr/>
          <p:nvPr/>
        </p:nvGrpSpPr>
        <p:grpSpPr>
          <a:xfrm>
            <a:off x="6009859" y="4287078"/>
            <a:ext cx="728870" cy="410817"/>
            <a:chOff x="7493876" y="2774731"/>
            <a:chExt cx="1481958" cy="894622"/>
          </a:xfrm>
          <a:effectLst>
            <a:outerShdw blurRad="50800" dist="38100" dir="18900000" algn="bl" rotWithShape="0">
              <a:prstClr val="black">
                <a:alpha val="40000"/>
              </a:prstClr>
            </a:outerShdw>
          </a:effectLst>
        </p:grpSpPr>
        <p:sp>
          <p:nvSpPr>
            <p:cNvPr id="325" name="Freeform 324">
              <a:extLst>
                <a:ext uri="{FF2B5EF4-FFF2-40B4-BE49-F238E27FC236}">
                  <a16:creationId xmlns:a16="http://schemas.microsoft.com/office/drawing/2014/main" id="{E316B434-3A3A-794B-A8AC-B213546A080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6" name="Oval 325">
              <a:extLst>
                <a:ext uri="{FF2B5EF4-FFF2-40B4-BE49-F238E27FC236}">
                  <a16:creationId xmlns:a16="http://schemas.microsoft.com/office/drawing/2014/main" id="{DBF0F5B5-9197-4C41-96FE-459AF7F44E9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7" name="Group 326">
              <a:extLst>
                <a:ext uri="{FF2B5EF4-FFF2-40B4-BE49-F238E27FC236}">
                  <a16:creationId xmlns:a16="http://schemas.microsoft.com/office/drawing/2014/main" id="{351381FF-0860-E449-A0D9-10CEFAE36387}"/>
                </a:ext>
              </a:extLst>
            </p:cNvPr>
            <p:cNvGrpSpPr/>
            <p:nvPr/>
          </p:nvGrpSpPr>
          <p:grpSpPr>
            <a:xfrm>
              <a:off x="7713663" y="2848339"/>
              <a:ext cx="1042107" cy="425543"/>
              <a:chOff x="7786941" y="2884917"/>
              <a:chExt cx="897649" cy="353919"/>
            </a:xfrm>
          </p:grpSpPr>
          <p:sp>
            <p:nvSpPr>
              <p:cNvPr id="328" name="Freeform 327">
                <a:extLst>
                  <a:ext uri="{FF2B5EF4-FFF2-40B4-BE49-F238E27FC236}">
                    <a16:creationId xmlns:a16="http://schemas.microsoft.com/office/drawing/2014/main" id="{E939FD15-8AAB-2040-B15A-82A5312077C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9" name="Freeform 328">
                <a:extLst>
                  <a:ext uri="{FF2B5EF4-FFF2-40B4-BE49-F238E27FC236}">
                    <a16:creationId xmlns:a16="http://schemas.microsoft.com/office/drawing/2014/main" id="{4CEF3864-F6D0-4748-B241-5D20F1F4618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0" name="Freeform 329">
                <a:extLst>
                  <a:ext uri="{FF2B5EF4-FFF2-40B4-BE49-F238E27FC236}">
                    <a16:creationId xmlns:a16="http://schemas.microsoft.com/office/drawing/2014/main" id="{2067769B-1AC4-6144-B2B6-0F5E7F9575E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1" name="Freeform 330">
                <a:extLst>
                  <a:ext uri="{FF2B5EF4-FFF2-40B4-BE49-F238E27FC236}">
                    <a16:creationId xmlns:a16="http://schemas.microsoft.com/office/drawing/2014/main" id="{A069C59A-BBBE-4744-872F-D132ECB519A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32" name="Group 331">
            <a:extLst>
              <a:ext uri="{FF2B5EF4-FFF2-40B4-BE49-F238E27FC236}">
                <a16:creationId xmlns:a16="http://schemas.microsoft.com/office/drawing/2014/main" id="{C1A356A8-2504-814E-A2DE-E564D8802FDE}"/>
              </a:ext>
            </a:extLst>
          </p:cNvPr>
          <p:cNvGrpSpPr/>
          <p:nvPr/>
        </p:nvGrpSpPr>
        <p:grpSpPr>
          <a:xfrm>
            <a:off x="3882885" y="2411896"/>
            <a:ext cx="728870" cy="410817"/>
            <a:chOff x="7493876" y="2774731"/>
            <a:chExt cx="1481958" cy="894622"/>
          </a:xfrm>
          <a:effectLst>
            <a:outerShdw blurRad="50800" dist="38100" dir="18900000" algn="bl" rotWithShape="0">
              <a:prstClr val="black">
                <a:alpha val="40000"/>
              </a:prstClr>
            </a:outerShdw>
          </a:effectLst>
        </p:grpSpPr>
        <p:sp>
          <p:nvSpPr>
            <p:cNvPr id="333" name="Freeform 332">
              <a:extLst>
                <a:ext uri="{FF2B5EF4-FFF2-40B4-BE49-F238E27FC236}">
                  <a16:creationId xmlns:a16="http://schemas.microsoft.com/office/drawing/2014/main" id="{9C6FB5E6-48B8-8744-98B5-2E6227887CA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34" name="Oval 333">
              <a:extLst>
                <a:ext uri="{FF2B5EF4-FFF2-40B4-BE49-F238E27FC236}">
                  <a16:creationId xmlns:a16="http://schemas.microsoft.com/office/drawing/2014/main" id="{3AAAA7B0-2B9F-2043-9D13-B05031238FDD}"/>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35" name="Group 334">
              <a:extLst>
                <a:ext uri="{FF2B5EF4-FFF2-40B4-BE49-F238E27FC236}">
                  <a16:creationId xmlns:a16="http://schemas.microsoft.com/office/drawing/2014/main" id="{A3B779A6-781E-8643-ADF4-AE8E6B550A4E}"/>
                </a:ext>
              </a:extLst>
            </p:cNvPr>
            <p:cNvGrpSpPr/>
            <p:nvPr/>
          </p:nvGrpSpPr>
          <p:grpSpPr>
            <a:xfrm>
              <a:off x="7713663" y="2848339"/>
              <a:ext cx="1042107" cy="425543"/>
              <a:chOff x="7786941" y="2884917"/>
              <a:chExt cx="897649" cy="353919"/>
            </a:xfrm>
          </p:grpSpPr>
          <p:sp>
            <p:nvSpPr>
              <p:cNvPr id="336" name="Freeform 335">
                <a:extLst>
                  <a:ext uri="{FF2B5EF4-FFF2-40B4-BE49-F238E27FC236}">
                    <a16:creationId xmlns:a16="http://schemas.microsoft.com/office/drawing/2014/main" id="{C44F672B-8C14-F049-AA11-1EDEE67D2DB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7" name="Freeform 336">
                <a:extLst>
                  <a:ext uri="{FF2B5EF4-FFF2-40B4-BE49-F238E27FC236}">
                    <a16:creationId xmlns:a16="http://schemas.microsoft.com/office/drawing/2014/main" id="{A182D874-EC68-5549-AA31-DA7DAE9044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8" name="Freeform 337">
                <a:extLst>
                  <a:ext uri="{FF2B5EF4-FFF2-40B4-BE49-F238E27FC236}">
                    <a16:creationId xmlns:a16="http://schemas.microsoft.com/office/drawing/2014/main" id="{0910EAAF-C06C-F64B-860C-6D1C1680B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9" name="Freeform 338">
                <a:extLst>
                  <a:ext uri="{FF2B5EF4-FFF2-40B4-BE49-F238E27FC236}">
                    <a16:creationId xmlns:a16="http://schemas.microsoft.com/office/drawing/2014/main" id="{7BAE19D5-843D-C349-BC33-83E69DC2B9D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49" name="TextBox 211">
            <a:extLst>
              <a:ext uri="{FF2B5EF4-FFF2-40B4-BE49-F238E27FC236}">
                <a16:creationId xmlns:a16="http://schemas.microsoft.com/office/drawing/2014/main" id="{33A0280C-1738-2A44-ADB2-B6134E78A93E}"/>
              </a:ext>
            </a:extLst>
          </p:cNvPr>
          <p:cNvSpPr txBox="1">
            <a:spLocks noChangeArrowheads="1"/>
          </p:cNvSpPr>
          <p:nvPr/>
        </p:nvSpPr>
        <p:spPr bwMode="auto">
          <a:xfrm>
            <a:off x="7200353" y="1519586"/>
            <a:ext cx="4619940" cy="21113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Orchestrated tables can create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network-wide</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behavior, e.g.,:</a:t>
            </a:r>
          </a:p>
          <a:p>
            <a:pPr marL="342900" marR="0" lvl="0" indent="-225425" algn="l" defTabSz="914400" rtl="0" eaLnBrk="1" fontAlgn="auto" latinLnBrk="0" hangingPunct="1">
              <a:lnSpc>
                <a:spcPct val="90000"/>
              </a:lnSpc>
              <a:spcBef>
                <a:spcPts val="600"/>
              </a:spcBef>
              <a:spcAft>
                <a:spcPts val="0"/>
              </a:spcAft>
              <a:buClr>
                <a:srgbClr val="0000A8"/>
              </a:buClr>
              <a:buSzTx/>
              <a:buFont typeface="Wingdings" pitchFamily="2" charset="2"/>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datagrams from hosts h5 and h6 should be sent to h3 or h4, via s1 and from there to s2</a:t>
            </a:r>
          </a:p>
        </p:txBody>
      </p:sp>
      <p:sp>
        <p:nvSpPr>
          <p:cNvPr id="150" name="Slide Number Placeholder 3">
            <a:extLst>
              <a:ext uri="{FF2B5EF4-FFF2-40B4-BE49-F238E27FC236}">
                <a16:creationId xmlns:a16="http://schemas.microsoft.com/office/drawing/2014/main" id="{C6A445C0-333B-3947-A6CF-174AEA49D023}"/>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69</a:t>
            </a:fld>
            <a:endParaRPr lang="en-US" dirty="0"/>
          </a:p>
        </p:txBody>
      </p:sp>
    </p:spTree>
    <p:extLst>
      <p:ext uri="{BB962C8B-B14F-4D97-AF65-F5344CB8AC3E}">
        <p14:creationId xmlns:p14="http://schemas.microsoft.com/office/powerpoint/2010/main" val="35535087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64"/>
                                        </p:tgtEl>
                                        <p:attrNameLst>
                                          <p:attrName>style.visibility</p:attrName>
                                        </p:attrNameLst>
                                      </p:cBhvr>
                                      <p:to>
                                        <p:strVal val="visible"/>
                                      </p:to>
                                    </p:set>
                                    <p:animEffect transition="in" filter="dissolve">
                                      <p:cBhvr>
                                        <p:cTn id="7" dur="500"/>
                                        <p:tgtEl>
                                          <p:spTgt spid="16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86"/>
                                        </p:tgtEl>
                                        <p:attrNameLst>
                                          <p:attrName>style.visibility</p:attrName>
                                        </p:attrNameLst>
                                      </p:cBhvr>
                                      <p:to>
                                        <p:strVal val="visible"/>
                                      </p:to>
                                    </p:set>
                                    <p:animEffect transition="in" filter="dissolve">
                                      <p:cBhvr>
                                        <p:cTn id="12" dur="500"/>
                                        <p:tgtEl>
                                          <p:spTgt spid="18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74"/>
                                        </p:tgtEl>
                                        <p:attrNameLst>
                                          <p:attrName>style.visibility</p:attrName>
                                        </p:attrNameLst>
                                      </p:cBhvr>
                                      <p:to>
                                        <p:strVal val="visible"/>
                                      </p:to>
                                    </p:set>
                                    <p:animEffect transition="in" filter="dissolve">
                                      <p:cBhvr>
                                        <p:cTn id="17" dur="500"/>
                                        <p:tgtEl>
                                          <p:spTgt spid="1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3B46D7-DEDF-364B-99E9-3FB1F889B8A9}"/>
              </a:ext>
            </a:extLst>
          </p:cNvPr>
          <p:cNvSpPr>
            <a:spLocks noGrp="1"/>
          </p:cNvSpPr>
          <p:nvPr>
            <p:ph type="title"/>
          </p:nvPr>
        </p:nvSpPr>
        <p:spPr>
          <a:xfrm>
            <a:off x="838199" y="279543"/>
            <a:ext cx="10847119" cy="894622"/>
          </a:xfrm>
        </p:spPr>
        <p:txBody>
          <a:bodyPr>
            <a:normAutofit/>
          </a:bodyPr>
          <a:lstStyle/>
          <a:p>
            <a:r>
              <a:rPr lang="en-US" altLang="en-US" sz="4800" b="0" dirty="0">
                <a:solidFill>
                  <a:srgbClr val="000099"/>
                </a:solidFill>
                <a:latin typeface="+mn-lt"/>
                <a:cs typeface="Arial" panose="020B0604020202020204" pitchFamily="34" charset="0"/>
              </a:rPr>
              <a:t>Generalized forwarding: summary</a:t>
            </a:r>
          </a:p>
        </p:txBody>
      </p:sp>
      <p:sp>
        <p:nvSpPr>
          <p:cNvPr id="4" name="TextBox 257">
            <a:extLst>
              <a:ext uri="{FF2B5EF4-FFF2-40B4-BE49-F238E27FC236}">
                <a16:creationId xmlns:a16="http://schemas.microsoft.com/office/drawing/2014/main" id="{8EB40520-A927-A94E-975A-4093319F1CF3}"/>
              </a:ext>
            </a:extLst>
          </p:cNvPr>
          <p:cNvSpPr txBox="1">
            <a:spLocks noChangeArrowheads="1"/>
          </p:cNvSpPr>
          <p:nvPr/>
        </p:nvSpPr>
        <p:spPr bwMode="auto">
          <a:xfrm>
            <a:off x="764316" y="1301513"/>
            <a:ext cx="11259652" cy="4832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88925" marR="0" lvl="0" indent="-277813"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“match plus action”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abstraction: match bits in arriving packet header(s) in any layers, take action</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matching over many fields (link-, network-, transport-layer)</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local actions: drop, forward, modify, or send matched packet to controller</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“program” n</a:t>
            </a:r>
            <a:r>
              <a:rPr kumimoji="0" lang="en-US" altLang="en-US" sz="2800" b="0" i="1"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etwork-wide</a:t>
            </a: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 behaviors</a:t>
            </a:r>
          </a:p>
          <a:p>
            <a:pPr marL="311150" marR="0" lvl="0" indent="-311150"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simple form of “network programmability”</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programmable, per-packet “processing”</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historical roots: </a:t>
            </a: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active networking</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today: </a:t>
            </a: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more generalized programming: </a:t>
            </a:r>
          </a:p>
          <a:p>
            <a:pPr marL="622300" marR="0" lvl="1" indent="0" algn="l" defTabSz="914400" rtl="0" eaLnBrk="1" fontAlgn="auto" latinLnBrk="0" hangingPunct="1">
              <a:lnSpc>
                <a:spcPct val="100000"/>
              </a:lnSpc>
              <a:spcBef>
                <a:spcPts val="0"/>
              </a:spcBef>
              <a:spcAft>
                <a:spcPts val="0"/>
              </a:spcAft>
              <a:buClr>
                <a:srgbClr val="0013A3"/>
              </a:buClr>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    P4 (see p4.org).</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 name="Slide Number Placeholder 3">
            <a:extLst>
              <a:ext uri="{FF2B5EF4-FFF2-40B4-BE49-F238E27FC236}">
                <a16:creationId xmlns:a16="http://schemas.microsoft.com/office/drawing/2014/main" id="{05AB1965-5065-B84E-8CCA-46E83EFDBD12}"/>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70</a:t>
            </a:fld>
            <a:endParaRPr lang="en-US" dirty="0"/>
          </a:p>
        </p:txBody>
      </p:sp>
    </p:spTree>
    <p:extLst>
      <p:ext uri="{BB962C8B-B14F-4D97-AF65-F5344CB8AC3E}">
        <p14:creationId xmlns:p14="http://schemas.microsoft.com/office/powerpoint/2010/main" val="21176492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dissolve">
                                      <p:cBhvr>
                                        <p:cTn id="7" dur="500"/>
                                        <p:tgtEl>
                                          <p:spTgt spid="4">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
                                            <p:txEl>
                                              <p:pRg st="1" end="1"/>
                                            </p:txEl>
                                          </p:spTgt>
                                        </p:tgtEl>
                                        <p:attrNameLst>
                                          <p:attrName>style.visibility</p:attrName>
                                        </p:attrNameLst>
                                      </p:cBhvr>
                                      <p:to>
                                        <p:strVal val="visible"/>
                                      </p:to>
                                    </p:set>
                                    <p:animEffect transition="in" filter="dissolve">
                                      <p:cBhvr>
                                        <p:cTn id="10" dur="500"/>
                                        <p:tgtEl>
                                          <p:spTgt spid="4">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4">
                                            <p:txEl>
                                              <p:pRg st="2" end="2"/>
                                            </p:txEl>
                                          </p:spTgt>
                                        </p:tgtEl>
                                        <p:attrNameLst>
                                          <p:attrName>style.visibility</p:attrName>
                                        </p:attrNameLst>
                                      </p:cBhvr>
                                      <p:to>
                                        <p:strVal val="visible"/>
                                      </p:to>
                                    </p:set>
                                    <p:animEffect transition="in" filter="dissolve">
                                      <p:cBhvr>
                                        <p:cTn id="13" dur="500"/>
                                        <p:tgtEl>
                                          <p:spTgt spid="4">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4">
                                            <p:txEl>
                                              <p:pRg st="3" end="3"/>
                                            </p:txEl>
                                          </p:spTgt>
                                        </p:tgtEl>
                                        <p:attrNameLst>
                                          <p:attrName>style.visibility</p:attrName>
                                        </p:attrNameLst>
                                      </p:cBhvr>
                                      <p:to>
                                        <p:strVal val="visible"/>
                                      </p:to>
                                    </p:set>
                                    <p:animEffect transition="in" filter="dissolve">
                                      <p:cBhvr>
                                        <p:cTn id="16" dur="500"/>
                                        <p:tgtEl>
                                          <p:spTgt spid="4">
                                            <p:txEl>
                                              <p:pRg st="3" end="3"/>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4">
                                            <p:txEl>
                                              <p:pRg st="4" end="4"/>
                                            </p:txEl>
                                          </p:spTgt>
                                        </p:tgtEl>
                                        <p:attrNameLst>
                                          <p:attrName>style.visibility</p:attrName>
                                        </p:attrNameLst>
                                      </p:cBhvr>
                                      <p:to>
                                        <p:strVal val="visible"/>
                                      </p:to>
                                    </p:set>
                                    <p:animEffect transition="in" filter="dissolve">
                                      <p:cBhvr>
                                        <p:cTn id="21" dur="500"/>
                                        <p:tgtEl>
                                          <p:spTgt spid="4">
                                            <p:txEl>
                                              <p:pRg st="4" end="4"/>
                                            </p:txEl>
                                          </p:spTgt>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4">
                                            <p:txEl>
                                              <p:pRg st="5" end="5"/>
                                            </p:txEl>
                                          </p:spTgt>
                                        </p:tgtEl>
                                        <p:attrNameLst>
                                          <p:attrName>style.visibility</p:attrName>
                                        </p:attrNameLst>
                                      </p:cBhvr>
                                      <p:to>
                                        <p:strVal val="visible"/>
                                      </p:to>
                                    </p:set>
                                    <p:animEffect transition="in" filter="dissolve">
                                      <p:cBhvr>
                                        <p:cTn id="24" dur="500"/>
                                        <p:tgtEl>
                                          <p:spTgt spid="4">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4">
                                            <p:txEl>
                                              <p:pRg st="6" end="6"/>
                                            </p:txEl>
                                          </p:spTgt>
                                        </p:tgtEl>
                                        <p:attrNameLst>
                                          <p:attrName>style.visibility</p:attrName>
                                        </p:attrNameLst>
                                      </p:cBhvr>
                                      <p:to>
                                        <p:strVal val="visible"/>
                                      </p:to>
                                    </p:set>
                                    <p:animEffect transition="in" filter="dissolve">
                                      <p:cBhvr>
                                        <p:cTn id="27" dur="500"/>
                                        <p:tgtEl>
                                          <p:spTgt spid="4">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4">
                                            <p:txEl>
                                              <p:pRg st="7" end="7"/>
                                            </p:txEl>
                                          </p:spTgt>
                                        </p:tgtEl>
                                        <p:attrNameLst>
                                          <p:attrName>style.visibility</p:attrName>
                                        </p:attrNameLst>
                                      </p:cBhvr>
                                      <p:to>
                                        <p:strVal val="visible"/>
                                      </p:to>
                                    </p:set>
                                    <p:animEffect transition="in" filter="dissolve">
                                      <p:cBhvr>
                                        <p:cTn id="30" dur="500"/>
                                        <p:tgtEl>
                                          <p:spTgt spid="4">
                                            <p:txEl>
                                              <p:pRg st="7" end="7"/>
                                            </p:txEl>
                                          </p:spTgt>
                                        </p:tgtEl>
                                      </p:cBhvr>
                                    </p:animEffect>
                                  </p:childTnLst>
                                </p:cTn>
                              </p:par>
                              <p:par>
                                <p:cTn id="31" presetID="9" presetClass="entr" presetSubtype="0" fill="hold" grpId="0" nodeType="withEffect">
                                  <p:stCondLst>
                                    <p:cond delay="0"/>
                                  </p:stCondLst>
                                  <p:childTnLst>
                                    <p:set>
                                      <p:cBhvr>
                                        <p:cTn id="32" dur="1" fill="hold">
                                          <p:stCondLst>
                                            <p:cond delay="0"/>
                                          </p:stCondLst>
                                        </p:cTn>
                                        <p:tgtEl>
                                          <p:spTgt spid="4">
                                            <p:txEl>
                                              <p:pRg st="8" end="8"/>
                                            </p:txEl>
                                          </p:spTgt>
                                        </p:tgtEl>
                                        <p:attrNameLst>
                                          <p:attrName>style.visibility</p:attrName>
                                        </p:attrNameLst>
                                      </p:cBhvr>
                                      <p:to>
                                        <p:strVal val="visible"/>
                                      </p:to>
                                    </p:set>
                                    <p:animEffect transition="in" filter="dissolve">
                                      <p:cBhvr>
                                        <p:cTn id="33" dur="500"/>
                                        <p:tgtEl>
                                          <p:spTgt spid="4">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979" name="Content Placeholder 1">
            <a:extLst>
              <a:ext uri="{FF2B5EF4-FFF2-40B4-BE49-F238E27FC236}">
                <a16:creationId xmlns:a16="http://schemas.microsoft.com/office/drawing/2014/main" id="{BF0FC231-5B18-384F-A136-81278E028E1F}"/>
              </a:ext>
            </a:extLst>
          </p:cNvPr>
          <p:cNvSpPr>
            <a:spLocks noGrp="1"/>
          </p:cNvSpPr>
          <p:nvPr>
            <p:ph sz="half" idx="1"/>
          </p:nvPr>
        </p:nvSpPr>
        <p:spPr>
          <a:xfrm>
            <a:off x="943897" y="4660822"/>
            <a:ext cx="10220632" cy="1798638"/>
          </a:xfrm>
        </p:spPr>
        <p:txBody>
          <a:bodyPr>
            <a:normAutofit/>
          </a:bodyPr>
          <a:lstStyle/>
          <a:p>
            <a:pPr marL="407988" indent="-393700">
              <a:buNone/>
            </a:pPr>
            <a:r>
              <a:rPr lang="en-US" altLang="en-US" i="1" dirty="0">
                <a:solidFill>
                  <a:srgbClr val="CC0000"/>
                </a:solidFill>
                <a:ea typeface="ＭＳ Ｐゴシック" panose="020B0600070205080204" pitchFamily="34" charset="-128"/>
                <a:cs typeface="ＭＳ Ｐゴシック" panose="020B0600070205080204" pitchFamily="34" charset="-128"/>
              </a:rPr>
              <a:t>Question: </a:t>
            </a:r>
            <a:r>
              <a:rPr lang="en-US" altLang="en-US" dirty="0">
                <a:ea typeface="ＭＳ Ｐゴシック" panose="020B0600070205080204" pitchFamily="34" charset="-128"/>
                <a:cs typeface="ＭＳ Ｐゴシック" panose="020B0600070205080204" pitchFamily="34" charset="-128"/>
              </a:rPr>
              <a:t>how are forwarding tables (destination-based forwarding) or flow tables (generalized forwarding) computed?</a:t>
            </a:r>
          </a:p>
          <a:p>
            <a:pPr marL="0" indent="0">
              <a:buNone/>
            </a:pPr>
            <a:r>
              <a:rPr lang="en-US" altLang="en-US" i="1" dirty="0">
                <a:solidFill>
                  <a:srgbClr val="CC0000"/>
                </a:solidFill>
                <a:ea typeface="ＭＳ Ｐゴシック" panose="020B0600070205080204" pitchFamily="34" charset="-128"/>
                <a:cs typeface="ＭＳ Ｐゴシック" panose="020B0600070205080204" pitchFamily="34" charset="-128"/>
              </a:rPr>
              <a:t>Answer: </a:t>
            </a:r>
            <a:r>
              <a:rPr lang="en-US" altLang="en-US" dirty="0">
                <a:ea typeface="ＭＳ Ｐゴシック" panose="020B0600070205080204" pitchFamily="34" charset="-128"/>
                <a:cs typeface="ＭＳ Ｐゴシック" panose="020B0600070205080204" pitchFamily="34" charset="-128"/>
              </a:rPr>
              <a:t>by the control plane (next chapter)</a:t>
            </a:r>
          </a:p>
        </p:txBody>
      </p:sp>
      <p:sp>
        <p:nvSpPr>
          <p:cNvPr id="9" name="Title 2">
            <a:extLst>
              <a:ext uri="{FF2B5EF4-FFF2-40B4-BE49-F238E27FC236}">
                <a16:creationId xmlns:a16="http://schemas.microsoft.com/office/drawing/2014/main" id="{DF52E7CF-0B27-B84A-AE5F-92AE89A1B627}"/>
              </a:ext>
            </a:extLst>
          </p:cNvPr>
          <p:cNvSpPr>
            <a:spLocks noGrp="1"/>
          </p:cNvSpPr>
          <p:nvPr>
            <p:ph type="title"/>
          </p:nvPr>
        </p:nvSpPr>
        <p:spPr>
          <a:xfrm>
            <a:off x="838200" y="451821"/>
            <a:ext cx="10515600" cy="894622"/>
          </a:xfrm>
        </p:spPr>
        <p:txBody>
          <a:bodyPr/>
          <a:lstStyle/>
          <a:p>
            <a:r>
              <a:rPr lang="en-US" dirty="0"/>
              <a:t>Chapter 4: done!</a:t>
            </a:r>
          </a:p>
        </p:txBody>
      </p:sp>
      <p:grpSp>
        <p:nvGrpSpPr>
          <p:cNvPr id="2" name="Group 1">
            <a:extLst>
              <a:ext uri="{FF2B5EF4-FFF2-40B4-BE49-F238E27FC236}">
                <a16:creationId xmlns:a16="http://schemas.microsoft.com/office/drawing/2014/main" id="{C025E561-8913-CE45-80B3-64EC82E48539}"/>
              </a:ext>
            </a:extLst>
          </p:cNvPr>
          <p:cNvGrpSpPr/>
          <p:nvPr/>
        </p:nvGrpSpPr>
        <p:grpSpPr>
          <a:xfrm>
            <a:off x="740443" y="1568091"/>
            <a:ext cx="6618109" cy="2679445"/>
            <a:chOff x="637204" y="2128530"/>
            <a:chExt cx="6618109" cy="2679445"/>
          </a:xfrm>
        </p:grpSpPr>
        <p:sp>
          <p:nvSpPr>
            <p:cNvPr id="12" name="Rectangle 4">
              <a:extLst>
                <a:ext uri="{FF2B5EF4-FFF2-40B4-BE49-F238E27FC236}">
                  <a16:creationId xmlns:a16="http://schemas.microsoft.com/office/drawing/2014/main" id="{25962D49-A951-884B-9AB5-9ECA0D3E32A1}"/>
                </a:ext>
              </a:extLst>
            </p:cNvPr>
            <p:cNvSpPr txBox="1">
              <a:spLocks noChangeArrowheads="1"/>
            </p:cNvSpPr>
            <p:nvPr/>
          </p:nvSpPr>
          <p:spPr>
            <a:xfrm>
              <a:off x="641095" y="3687365"/>
              <a:ext cx="5479486" cy="112061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Generalized Forwarding, SD</a:t>
              </a:r>
            </a:p>
          </p:txBody>
        </p:sp>
        <p:sp>
          <p:nvSpPr>
            <p:cNvPr id="14" name="Rectangle 4">
              <a:extLst>
                <a:ext uri="{FF2B5EF4-FFF2-40B4-BE49-F238E27FC236}">
                  <a16:creationId xmlns:a16="http://schemas.microsoft.com/office/drawing/2014/main" id="{AFD26210-0B8F-6840-94A8-5EF7ABB7BA26}"/>
                </a:ext>
              </a:extLst>
            </p:cNvPr>
            <p:cNvSpPr txBox="1">
              <a:spLocks noChangeArrowheads="1"/>
            </p:cNvSpPr>
            <p:nvPr/>
          </p:nvSpPr>
          <p:spPr>
            <a:xfrm>
              <a:off x="637204" y="2128530"/>
              <a:ext cx="6618109" cy="1617559"/>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marR="0" lvl="0" indent="-277813"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Network layer: overview</a:t>
              </a:r>
            </a:p>
            <a:p>
              <a:pPr marL="407988" marR="0" lvl="0" indent="-277813"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What</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’s inside a router</a:t>
              </a:r>
            </a:p>
            <a:p>
              <a:pPr marL="407988" marR="0" lvl="0" indent="-277813"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IP: the Internet Protocol</a:t>
              </a:r>
            </a:p>
          </p:txBody>
        </p:sp>
      </p:grpSp>
      <p:pic>
        <p:nvPicPr>
          <p:cNvPr id="3" name="Picture 2">
            <a:extLst>
              <a:ext uri="{FF2B5EF4-FFF2-40B4-BE49-F238E27FC236}">
                <a16:creationId xmlns:a16="http://schemas.microsoft.com/office/drawing/2014/main" id="{58352610-9D11-9FE0-00D0-046D84076FF8}"/>
              </a:ext>
            </a:extLst>
          </p:cNvPr>
          <p:cNvPicPr>
            <a:picLocks noChangeAspect="1"/>
          </p:cNvPicPr>
          <p:nvPr/>
        </p:nvPicPr>
        <p:blipFill>
          <a:blip r:embed="rId2"/>
          <a:stretch>
            <a:fillRect/>
          </a:stretch>
        </p:blipFill>
        <p:spPr>
          <a:xfrm>
            <a:off x="7358552" y="1522587"/>
            <a:ext cx="3361460" cy="2149764"/>
          </a:xfrm>
          <a:prstGeom prst="rect">
            <a:avLst/>
          </a:prstGeom>
        </p:spPr>
      </p:pic>
    </p:spTree>
    <p:extLst>
      <p:ext uri="{BB962C8B-B14F-4D97-AF65-F5344CB8AC3E}">
        <p14:creationId xmlns:p14="http://schemas.microsoft.com/office/powerpoint/2010/main" val="34300218"/>
      </p:ext>
    </p:extLst>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17377</TotalTime>
  <Words>6079</Words>
  <Application>Microsoft Office PowerPoint</Application>
  <PresentationFormat>Widescreen</PresentationFormat>
  <Paragraphs>1851</Paragraphs>
  <Slides>71</Slides>
  <Notes>70</Notes>
  <HiddenSlides>0</HiddenSlides>
  <MMClips>0</MMClips>
  <ScaleCrop>false</ScaleCrop>
  <HeadingPairs>
    <vt:vector size="6" baseType="variant">
      <vt:variant>
        <vt:lpstr>Fonts Used</vt:lpstr>
      </vt:variant>
      <vt:variant>
        <vt:i4>12</vt:i4>
      </vt:variant>
      <vt:variant>
        <vt:lpstr>Theme</vt:lpstr>
      </vt:variant>
      <vt:variant>
        <vt:i4>1</vt:i4>
      </vt:variant>
      <vt:variant>
        <vt:lpstr>Slide Titles</vt:lpstr>
      </vt:variant>
      <vt:variant>
        <vt:i4>71</vt:i4>
      </vt:variant>
    </vt:vector>
  </HeadingPairs>
  <TitlesOfParts>
    <vt:vector size="84" baseType="lpstr">
      <vt:lpstr>ＭＳ Ｐゴシック</vt:lpstr>
      <vt:lpstr>Arial</vt:lpstr>
      <vt:lpstr>Calibri</vt:lpstr>
      <vt:lpstr>Calibri Light</vt:lpstr>
      <vt:lpstr>Comic Sans MS</vt:lpstr>
      <vt:lpstr>Courier New</vt:lpstr>
      <vt:lpstr>Gill Sans MT</vt:lpstr>
      <vt:lpstr>Tahoma</vt:lpstr>
      <vt:lpstr>Times</vt:lpstr>
      <vt:lpstr>Times New Roman</vt:lpstr>
      <vt:lpstr>Wingdings</vt:lpstr>
      <vt:lpstr>ZapfDingbats</vt:lpstr>
      <vt:lpstr>Office Theme</vt:lpstr>
      <vt:lpstr>PowerPoint Presentation</vt:lpstr>
      <vt:lpstr>Network layer: our goals</vt:lpstr>
      <vt:lpstr>Network layer: “data plane” roadmap</vt:lpstr>
      <vt:lpstr>Network-layer  services and protocols</vt:lpstr>
      <vt:lpstr>Two key network-layer functions</vt:lpstr>
      <vt:lpstr>Network layer: data plane, control plane</vt:lpstr>
      <vt:lpstr>Per-router control plane</vt:lpstr>
      <vt:lpstr>Software-Defined Networking (SDN) control plane</vt:lpstr>
      <vt:lpstr>Network service model</vt:lpstr>
      <vt:lpstr>Network-layer service model</vt:lpstr>
      <vt:lpstr>Network-layer service model</vt:lpstr>
      <vt:lpstr>Reflections on best-effort  service:</vt:lpstr>
      <vt:lpstr>Destination-based forwarding</vt:lpstr>
      <vt:lpstr>Longest prefix matching</vt:lpstr>
      <vt:lpstr>Longest prefix matching</vt:lpstr>
      <vt:lpstr>Longest prefix matching</vt:lpstr>
      <vt:lpstr>Longest prefix matching</vt:lpstr>
      <vt:lpstr>Longest prefix matching</vt:lpstr>
      <vt:lpstr>Sidebar: Network Neutrality</vt:lpstr>
      <vt:lpstr>Sidebar: Network Neutrality</vt:lpstr>
      <vt:lpstr>ISP: telecommunications or information service?</vt:lpstr>
      <vt:lpstr>Network layer: “data plane” roadmap</vt:lpstr>
      <vt:lpstr>Network Layer: Internet</vt:lpstr>
      <vt:lpstr>IP Datagram format</vt:lpstr>
      <vt:lpstr>IP fragmentation/reassembly</vt:lpstr>
      <vt:lpstr>IP fragmentation/reassembly</vt:lpstr>
      <vt:lpstr>IP addressing: introduction</vt:lpstr>
      <vt:lpstr>IP addressing: introduction</vt:lpstr>
      <vt:lpstr>IP addressing: introduction</vt:lpstr>
      <vt:lpstr>Subnets</vt:lpstr>
      <vt:lpstr>Subnets</vt:lpstr>
      <vt:lpstr>Subnets</vt:lpstr>
      <vt:lpstr>IP addressing: CIDR</vt:lpstr>
      <vt:lpstr>IP addresses: how to get one?</vt:lpstr>
      <vt:lpstr>DHCP: Dynamic Host Configuration Protocol</vt:lpstr>
      <vt:lpstr>DHCP client-server scenario</vt:lpstr>
      <vt:lpstr>DHCP client-server scenario</vt:lpstr>
      <vt:lpstr>DHCP: more than IP addresses</vt:lpstr>
      <vt:lpstr>DHCP: example</vt:lpstr>
      <vt:lpstr>DHCP: example</vt:lpstr>
      <vt:lpstr>IP addresses: how to get one?</vt:lpstr>
      <vt:lpstr>Hierarchical addressing: route aggregation</vt:lpstr>
      <vt:lpstr>Hierarchical addressing: more specific routes</vt:lpstr>
      <vt:lpstr>Hierarchical addressing: more specific routes</vt:lpstr>
      <vt:lpstr>IP addressing: last words ...</vt:lpstr>
      <vt:lpstr>Network layer: “data plane” roadmap</vt:lpstr>
      <vt:lpstr>NAT: network address translation</vt:lpstr>
      <vt:lpstr>NAT: network address translation</vt:lpstr>
      <vt:lpstr>NAT: network address translation</vt:lpstr>
      <vt:lpstr>NAT: network address translation</vt:lpstr>
      <vt:lpstr>NAT: network address translation</vt:lpstr>
      <vt:lpstr>IPv6: motivation</vt:lpstr>
      <vt:lpstr>IPv6 datagram format</vt:lpstr>
      <vt:lpstr>Transition from IPv4 to IPv6</vt:lpstr>
      <vt:lpstr>Tunneling and encapsulation</vt:lpstr>
      <vt:lpstr>Tunneling and encapsulation</vt:lpstr>
      <vt:lpstr>Tunneling</vt:lpstr>
      <vt:lpstr>IPv6: adoption</vt:lpstr>
      <vt:lpstr>IPv6: adoption</vt:lpstr>
      <vt:lpstr>Network layer: “data plane” roadmap</vt:lpstr>
      <vt:lpstr>Generalized forwarding: match plus action</vt:lpstr>
      <vt:lpstr>Flow table abstraction</vt:lpstr>
      <vt:lpstr>Flow table abstraction</vt:lpstr>
      <vt:lpstr>OpenFlow: flow table entries</vt:lpstr>
      <vt:lpstr>OpenFlow: examples</vt:lpstr>
      <vt:lpstr>OpenFlow: examples</vt:lpstr>
      <vt:lpstr>OpenFlow abstraction</vt:lpstr>
      <vt:lpstr>OpenFlow example</vt:lpstr>
      <vt:lpstr>OpenFlow example</vt:lpstr>
      <vt:lpstr>Generalized forwarding: summary</vt:lpstr>
      <vt:lpstr>Chapter 4: done!</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James Kurose</dc:creator>
  <cp:lastModifiedBy>Dr. Farrukh Salim Shaikh</cp:lastModifiedBy>
  <cp:revision>531</cp:revision>
  <dcterms:created xsi:type="dcterms:W3CDTF">2020-01-18T07:24:59Z</dcterms:created>
  <dcterms:modified xsi:type="dcterms:W3CDTF">2025-08-11T07:19:27Z</dcterms:modified>
</cp:coreProperties>
</file>