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37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3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7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0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2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0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8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5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2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1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50068-F44C-45A2-B0A9-5A6664D85154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6130A-4A7A-4459-AE24-0FC9BB92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Virtual 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 Binding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Also know as Dynamic binding.</a:t>
            </a:r>
          </a:p>
          <a:p>
            <a:r>
              <a:rPr lang="en-US" dirty="0" smtClean="0"/>
              <a:t>When type of the object is determined at the run-time.</a:t>
            </a:r>
          </a:p>
          <a:p>
            <a:r>
              <a:rPr lang="en-US" dirty="0" smtClean="0"/>
              <a:t>Function call is made at execution (runtime).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97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member function.</a:t>
            </a:r>
          </a:p>
          <a:p>
            <a:r>
              <a:rPr lang="en-US" dirty="0" smtClean="0"/>
              <a:t>Declared in Parent class.</a:t>
            </a:r>
          </a:p>
          <a:p>
            <a:r>
              <a:rPr lang="en-US" dirty="0" smtClean="0"/>
              <a:t>Re-define in Child Class (Override).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CALLED USING A POINTER.</a:t>
            </a:r>
            <a:endParaRPr lang="en-US" dirty="0" smtClean="0"/>
          </a:p>
          <a:p>
            <a:r>
              <a:rPr lang="en-US" dirty="0" smtClean="0"/>
              <a:t>We can call the function using a pointer of a class to its refer.</a:t>
            </a:r>
          </a:p>
          <a:p>
            <a:endParaRPr lang="en-US" dirty="0" smtClean="0"/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49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ensure correct function is called. Regardless of the type of reference.</a:t>
            </a:r>
            <a:endParaRPr lang="en-US" dirty="0"/>
          </a:p>
          <a:p>
            <a:r>
              <a:rPr lang="en-US" dirty="0" smtClean="0"/>
              <a:t>Functions are declared with a virtual keyword (in base class).</a:t>
            </a:r>
          </a:p>
          <a:p>
            <a:r>
              <a:rPr lang="en-US" dirty="0" smtClean="0"/>
              <a:t>The resolving of the function is done at runtime.</a:t>
            </a:r>
          </a:p>
          <a:p>
            <a:r>
              <a:rPr lang="en-US" dirty="0" smtClean="0"/>
              <a:t>It is used to achieve Runtime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598973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Rules of VF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Cannot be static.</a:t>
            </a:r>
          </a:p>
          <a:p>
            <a:r>
              <a:rPr lang="en-US" dirty="0" smtClean="0"/>
              <a:t>Can be a friend function of another class.</a:t>
            </a:r>
          </a:p>
          <a:p>
            <a:r>
              <a:rPr lang="en-US" dirty="0" smtClean="0"/>
              <a:t>Should be accessed using pointer or reference of base class type to achieve RTP.</a:t>
            </a:r>
          </a:p>
          <a:p>
            <a:r>
              <a:rPr lang="en-US" dirty="0" smtClean="0"/>
              <a:t>Same signature in both base and derived classes.</a:t>
            </a:r>
          </a:p>
          <a:p>
            <a:r>
              <a:rPr lang="en-US" dirty="0" smtClean="0"/>
              <a:t>Must be overridden by the child class.</a:t>
            </a:r>
          </a:p>
          <a:p>
            <a:r>
              <a:rPr lang="en-US" dirty="0" smtClean="0"/>
              <a:t>We can have virtual destructor but not a virtual constructor.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58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92708" y="365125"/>
            <a:ext cx="415177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 {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print()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"print base class\n"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show()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 base class\n"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533965" y="365125"/>
            <a:ext cx="541833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 :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 {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print()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"print derived class\n"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show()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"show derived class\n"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807098" y="3731653"/>
            <a:ext cx="501866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main()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 *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bptr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 d;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bptr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&amp;d;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bptr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-&gt;print();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bptr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-&gt;show();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0;</a:t>
            </a:r>
            <a:endParaRPr kumimoji="0" lang="en-US" altLang="en-US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02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object of that class is created then a </a:t>
            </a:r>
            <a:r>
              <a:rPr lang="en-US" b="1" dirty="0"/>
              <a:t>virtual pointer (VPTR)</a:t>
            </a:r>
            <a:r>
              <a:rPr lang="en-US" dirty="0"/>
              <a:t> is inserted as a data member of the class to point to VTABLE of that class.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each new object created, a new virtual pointer is inserted as a data member of that class</a:t>
            </a:r>
            <a:r>
              <a:rPr lang="en-US" dirty="0" smtClean="0"/>
              <a:t>.</a:t>
            </a:r>
          </a:p>
          <a:p>
            <a:r>
              <a:rPr lang="en-US" dirty="0"/>
              <a:t>Irrespective of object is created or not, class contains as a member </a:t>
            </a:r>
            <a:r>
              <a:rPr lang="en-US" b="1" dirty="0"/>
              <a:t>a static array of function pointers called VTABLE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Cells </a:t>
            </a:r>
            <a:r>
              <a:rPr lang="en-US" dirty="0"/>
              <a:t>of this table store the address of each virtual function contained in that class.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98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06" y="533723"/>
            <a:ext cx="8416031" cy="54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0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 Class</a:t>
            </a:r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1296785"/>
            <a:ext cx="7155402" cy="459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 {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fun_1()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"base-1\n"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fun_2()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"base-2\n"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fun_3()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"base-3\n"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fun_4()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"base-4\n"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531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Derived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8200" y="1541536"/>
            <a:ext cx="8305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derived :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 {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	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fun_1()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"derived-1\n"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	void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fun_2()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"derived-2\n"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en-US" sz="2400" dirty="0">
                <a:solidFill>
                  <a:srgbClr val="273239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fun_4(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 &lt;&lt;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"derived-4\n"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801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8200" y="1779333"/>
            <a:ext cx="70251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main()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{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base *p;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derived obj1;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p = &amp;obj1;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p-&gt;fun_1();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p-&gt;fun_2();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p-&gt;fun_3();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p-&gt;fun_4();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0;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8298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220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Virtual Functions</vt:lpstr>
      <vt:lpstr>Late Binding</vt:lpstr>
      <vt:lpstr>Virtual Function</vt:lpstr>
      <vt:lpstr>Virtual Function</vt:lpstr>
      <vt:lpstr>Rules of VF</vt:lpstr>
      <vt:lpstr>PowerPoint Presentation</vt:lpstr>
      <vt:lpstr>PowerPoint Presentation</vt:lpstr>
      <vt:lpstr>PowerPoint Presentation</vt:lpstr>
      <vt:lpstr>Base Class</vt:lpstr>
      <vt:lpstr>Derived class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Functions</dc:title>
  <dc:creator>Administrator</dc:creator>
  <cp:lastModifiedBy>Administrator</cp:lastModifiedBy>
  <cp:revision>6</cp:revision>
  <dcterms:created xsi:type="dcterms:W3CDTF">2022-11-14T03:38:00Z</dcterms:created>
  <dcterms:modified xsi:type="dcterms:W3CDTF">2022-11-17T03:55:12Z</dcterms:modified>
</cp:coreProperties>
</file>