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1" r:id="rId15"/>
    <p:sldId id="270" r:id="rId16"/>
    <p:sldId id="272" r:id="rId17"/>
    <p:sldId id="273" r:id="rId18"/>
    <p:sldId id="274" r:id="rId19"/>
    <p:sldId id="275" r:id="rId20"/>
    <p:sldId id="276" r:id="rId21"/>
    <p:sldId id="278" r:id="rId22"/>
    <p:sldId id="27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48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4609F-3E83-4505-B8DD-0B4927092FB2}" type="datetimeFigureOut">
              <a:rPr lang="en-US" smtClean="0"/>
              <a:t>11/24/2022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CEB3E-AF54-4A2E-A489-DE465BF98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181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4609F-3E83-4505-B8DD-0B4927092FB2}" type="datetimeFigureOut">
              <a:rPr lang="en-US" smtClean="0"/>
              <a:t>11/24/2022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CEB3E-AF54-4A2E-A489-DE465BF98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356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4609F-3E83-4505-B8DD-0B4927092FB2}" type="datetimeFigureOut">
              <a:rPr lang="en-US" smtClean="0"/>
              <a:t>11/24/2022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CEB3E-AF54-4A2E-A489-DE465BF98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486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4609F-3E83-4505-B8DD-0B4927092FB2}" type="datetimeFigureOut">
              <a:rPr lang="en-US" smtClean="0"/>
              <a:t>11/24/2022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CEB3E-AF54-4A2E-A489-DE465BF98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204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4609F-3E83-4505-B8DD-0B4927092FB2}" type="datetimeFigureOut">
              <a:rPr lang="en-US" smtClean="0"/>
              <a:t>11/24/2022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CEB3E-AF54-4A2E-A489-DE465BF98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428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4609F-3E83-4505-B8DD-0B4927092FB2}" type="datetimeFigureOut">
              <a:rPr lang="en-US" smtClean="0"/>
              <a:t>11/24/2022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CEB3E-AF54-4A2E-A489-DE465BF98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026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4609F-3E83-4505-B8DD-0B4927092FB2}" type="datetimeFigureOut">
              <a:rPr lang="en-US" smtClean="0"/>
              <a:t>11/24/2022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CEB3E-AF54-4A2E-A489-DE465BF98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150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4609F-3E83-4505-B8DD-0B4927092FB2}" type="datetimeFigureOut">
              <a:rPr lang="en-US" smtClean="0"/>
              <a:t>11/24/2022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CEB3E-AF54-4A2E-A489-DE465BF98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732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4609F-3E83-4505-B8DD-0B4927092FB2}" type="datetimeFigureOut">
              <a:rPr lang="en-US" smtClean="0"/>
              <a:t>11/24/2022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CEB3E-AF54-4A2E-A489-DE465BF98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988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4609F-3E83-4505-B8DD-0B4927092FB2}" type="datetimeFigureOut">
              <a:rPr lang="en-US" smtClean="0"/>
              <a:t>11/24/2022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CEB3E-AF54-4A2E-A489-DE465BF98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928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4609F-3E83-4505-B8DD-0B4927092FB2}" type="datetimeFigureOut">
              <a:rPr lang="en-US" smtClean="0"/>
              <a:t>11/24/2022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CEB3E-AF54-4A2E-A489-DE465BF98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22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B4609F-3E83-4505-B8DD-0B4927092FB2}" type="datetimeFigureOut">
              <a:rPr lang="en-US" smtClean="0"/>
              <a:t>11/24/2022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3CEB3E-AF54-4A2E-A489-DE465BF98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738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File 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211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data is stored on machine in form of a file.</a:t>
            </a:r>
          </a:p>
          <a:p>
            <a:r>
              <a:rPr lang="en-US" dirty="0"/>
              <a:t>File is a collection of related data.</a:t>
            </a:r>
          </a:p>
          <a:p>
            <a:r>
              <a:rPr lang="en-US" dirty="0"/>
              <a:t>Stored on some location, on the disk.</a:t>
            </a:r>
          </a:p>
          <a:p>
            <a:r>
              <a:rPr lang="en-US" dirty="0"/>
              <a:t>We can perform read and write operations on these files.</a:t>
            </a:r>
          </a:p>
          <a:p>
            <a:endParaRPr lang="en-US" dirty="0"/>
          </a:p>
          <a:p>
            <a:r>
              <a:rPr lang="en-US" dirty="0"/>
              <a:t>Two actions can be performed:</a:t>
            </a:r>
          </a:p>
          <a:p>
            <a:pPr lvl="1"/>
            <a:r>
              <a:rPr lang="en-US" dirty="0"/>
              <a:t>Data transfer between console and program.</a:t>
            </a:r>
          </a:p>
          <a:p>
            <a:pPr lvl="1"/>
            <a:r>
              <a:rPr lang="en-US" dirty="0"/>
              <a:t>Data transfer between program and disk file. </a:t>
            </a:r>
          </a:p>
        </p:txBody>
      </p:sp>
    </p:spTree>
    <p:extLst>
      <p:ext uri="{BB962C8B-B14F-4D97-AF65-F5344CB8AC3E}">
        <p14:creationId xmlns:p14="http://schemas.microsoft.com/office/powerpoint/2010/main" val="2614066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63" b="46652"/>
          <a:stretch/>
        </p:blipFill>
        <p:spPr>
          <a:xfrm>
            <a:off x="1214069" y="481035"/>
            <a:ext cx="9099248" cy="6125827"/>
          </a:xfrm>
        </p:spPr>
      </p:pic>
    </p:spTree>
    <p:extLst>
      <p:ext uri="{BB962C8B-B14F-4D97-AF65-F5344CB8AC3E}">
        <p14:creationId xmlns:p14="http://schemas.microsoft.com/office/powerpoint/2010/main" val="273266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709" b="16310"/>
          <a:stretch/>
        </p:blipFill>
        <p:spPr>
          <a:xfrm rot="158006">
            <a:off x="698914" y="1690688"/>
            <a:ext cx="9865618" cy="3503056"/>
          </a:xfrm>
        </p:spPr>
      </p:pic>
    </p:spTree>
    <p:extLst>
      <p:ext uri="{BB962C8B-B14F-4D97-AF65-F5344CB8AC3E}">
        <p14:creationId xmlns:p14="http://schemas.microsoft.com/office/powerpoint/2010/main" val="1577365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ifstream</a:t>
            </a:r>
            <a:endParaRPr lang="en-US" dirty="0"/>
          </a:p>
          <a:p>
            <a:r>
              <a:rPr lang="en-US" dirty="0" err="1"/>
              <a:t>ofstream</a:t>
            </a:r>
            <a:endParaRPr lang="en-US" dirty="0"/>
          </a:p>
          <a:p>
            <a:r>
              <a:rPr lang="en-US" dirty="0" err="1"/>
              <a:t>fstream</a:t>
            </a:r>
            <a:endParaRPr lang="en-US" dirty="0"/>
          </a:p>
          <a:p>
            <a:r>
              <a:rPr lang="en-US" dirty="0" err="1"/>
              <a:t>filebuf</a:t>
            </a:r>
            <a:endParaRPr lang="en-US" dirty="0"/>
          </a:p>
          <a:p>
            <a:r>
              <a:rPr lang="en-US" dirty="0" err="1"/>
              <a:t>fstreambase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7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1: Open File</a:t>
            </a:r>
          </a:p>
          <a:p>
            <a:r>
              <a:rPr lang="en-US" dirty="0"/>
              <a:t>2: Read Write</a:t>
            </a:r>
          </a:p>
          <a:p>
            <a:r>
              <a:rPr lang="en-US" dirty="0"/>
              <a:t>3: Close File</a:t>
            </a:r>
          </a:p>
        </p:txBody>
      </p:sp>
    </p:spTree>
    <p:extLst>
      <p:ext uri="{BB962C8B-B14F-4D97-AF65-F5344CB8AC3E}">
        <p14:creationId xmlns:p14="http://schemas.microsoft.com/office/powerpoint/2010/main" val="3794996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1: Open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two methods:</a:t>
            </a:r>
          </a:p>
          <a:p>
            <a:pPr lvl="1"/>
            <a:r>
              <a:rPr lang="en-US" dirty="0"/>
              <a:t>A) Using Constructor of the class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 err="1"/>
              <a:t>ofstream</a:t>
            </a:r>
            <a:r>
              <a:rPr lang="en-US" dirty="0"/>
              <a:t> </a:t>
            </a:r>
            <a:r>
              <a:rPr lang="en-US" dirty="0" err="1"/>
              <a:t>outf</a:t>
            </a:r>
            <a:r>
              <a:rPr lang="en-US" dirty="0"/>
              <a:t>(“</a:t>
            </a:r>
            <a:r>
              <a:rPr lang="en-US" dirty="0" err="1"/>
              <a:t>name.ext</a:t>
            </a:r>
            <a:r>
              <a:rPr lang="en-US" dirty="0"/>
              <a:t>”)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 err="1"/>
              <a:t>ifstream</a:t>
            </a:r>
            <a:r>
              <a:rPr lang="en-US" dirty="0"/>
              <a:t>  </a:t>
            </a:r>
            <a:r>
              <a:rPr lang="en-US" dirty="0" err="1"/>
              <a:t>inf</a:t>
            </a:r>
            <a:r>
              <a:rPr lang="en-US" dirty="0"/>
              <a:t>(“</a:t>
            </a:r>
            <a:r>
              <a:rPr lang="en-US" dirty="0" err="1"/>
              <a:t>name.ext</a:t>
            </a:r>
            <a:r>
              <a:rPr lang="en-US" dirty="0"/>
              <a:t>”)</a:t>
            </a:r>
          </a:p>
          <a:p>
            <a:pPr marL="457200" lvl="1" indent="0">
              <a:buNone/>
            </a:pPr>
            <a:r>
              <a:rPr lang="en-US" dirty="0"/>
              <a:t>	</a:t>
            </a:r>
          </a:p>
          <a:p>
            <a:pPr marL="457200" lvl="1" indent="0">
              <a:buNone/>
            </a:pPr>
            <a:r>
              <a:rPr lang="en-US" dirty="0"/>
              <a:t> </a:t>
            </a:r>
          </a:p>
          <a:p>
            <a:pPr lvl="1"/>
            <a:r>
              <a:rPr lang="en-US" dirty="0"/>
              <a:t>B) Using open () function.</a:t>
            </a:r>
          </a:p>
          <a:p>
            <a:pPr marL="457200" lvl="1" indent="0">
              <a:buNone/>
            </a:pPr>
            <a:r>
              <a:rPr lang="en-US" dirty="0"/>
              <a:t>	</a:t>
            </a:r>
          </a:p>
          <a:p>
            <a:pPr marL="457200" lvl="1" indent="0">
              <a:buNone/>
            </a:pPr>
            <a:r>
              <a:rPr lang="en-US" dirty="0" err="1"/>
              <a:t>File_Stream_class</a:t>
            </a:r>
            <a:r>
              <a:rPr lang="en-US" dirty="0"/>
              <a:t> 		Object;</a:t>
            </a:r>
          </a:p>
          <a:p>
            <a:pPr marL="457200" lvl="1" indent="0">
              <a:buNone/>
            </a:pPr>
            <a:r>
              <a:rPr lang="en-US" dirty="0" err="1"/>
              <a:t>Object.open</a:t>
            </a:r>
            <a:r>
              <a:rPr lang="en-US" dirty="0"/>
              <a:t>(“</a:t>
            </a:r>
            <a:r>
              <a:rPr lang="en-US" dirty="0" err="1"/>
              <a:t>Filename.ext</a:t>
            </a:r>
            <a:r>
              <a:rPr lang="en-US" dirty="0"/>
              <a:t>”)</a:t>
            </a:r>
          </a:p>
        </p:txBody>
      </p:sp>
    </p:spTree>
    <p:extLst>
      <p:ext uri="{BB962C8B-B14F-4D97-AF65-F5344CB8AC3E}">
        <p14:creationId xmlns:p14="http://schemas.microsoft.com/office/powerpoint/2010/main" val="3396671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for read and write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 Data:</a:t>
            </a:r>
          </a:p>
          <a:p>
            <a:pPr lvl="1"/>
            <a:r>
              <a:rPr lang="en-US" dirty="0"/>
              <a:t>We can use any variable to hold data of the file and print them using &gt;&gt;.</a:t>
            </a:r>
          </a:p>
          <a:p>
            <a:pPr lvl="1"/>
            <a:r>
              <a:rPr lang="en-US" dirty="0"/>
              <a:t>Use </a:t>
            </a:r>
            <a:r>
              <a:rPr lang="en-US" dirty="0" err="1"/>
              <a:t>getline</a:t>
            </a:r>
            <a:r>
              <a:rPr lang="en-US" dirty="0"/>
              <a:t> () function.</a:t>
            </a:r>
          </a:p>
          <a:p>
            <a:pPr lvl="1"/>
            <a:endParaRPr lang="en-US" dirty="0"/>
          </a:p>
          <a:p>
            <a:r>
              <a:rPr lang="en-US" dirty="0"/>
              <a:t>Write Data:</a:t>
            </a:r>
          </a:p>
          <a:p>
            <a:pPr lvl="1"/>
            <a:r>
              <a:rPr lang="en-US" dirty="0"/>
              <a:t>We can use any variable to hold data and save it using &lt;&lt; function.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9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136" y="30276"/>
            <a:ext cx="10515600" cy="1325563"/>
          </a:xfrm>
        </p:spPr>
        <p:txBody>
          <a:bodyPr/>
          <a:lstStyle/>
          <a:p>
            <a:r>
              <a:rPr lang="en-US" dirty="0"/>
              <a:t>Working with Single File (Example)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518" y="1223492"/>
            <a:ext cx="8590209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Write Data to file:</a:t>
            </a:r>
          </a:p>
          <a:p>
            <a:endParaRPr lang="en-US" dirty="0"/>
          </a:p>
          <a:p>
            <a:r>
              <a:rPr lang="en-US" dirty="0" err="1"/>
              <a:t>ofstream</a:t>
            </a:r>
            <a:r>
              <a:rPr lang="en-US" dirty="0"/>
              <a:t> </a:t>
            </a:r>
            <a:r>
              <a:rPr lang="en-US" dirty="0" err="1"/>
              <a:t>outf</a:t>
            </a:r>
            <a:r>
              <a:rPr lang="en-US" dirty="0"/>
              <a:t>(“test”);</a:t>
            </a:r>
          </a:p>
          <a:p>
            <a:r>
              <a:rPr lang="en-US" dirty="0"/>
              <a:t>Char name[30];</a:t>
            </a:r>
          </a:p>
          <a:p>
            <a:r>
              <a:rPr lang="en-US" dirty="0" err="1"/>
              <a:t>int</a:t>
            </a:r>
            <a:r>
              <a:rPr lang="en-US" dirty="0"/>
              <a:t> age;</a:t>
            </a:r>
          </a:p>
          <a:p>
            <a:endParaRPr lang="en-US" dirty="0"/>
          </a:p>
          <a:p>
            <a:r>
              <a:rPr lang="en-US" dirty="0" err="1"/>
              <a:t>Cout</a:t>
            </a:r>
            <a:r>
              <a:rPr lang="en-US" dirty="0"/>
              <a:t>&lt;&lt;“Enter name : ”;</a:t>
            </a:r>
          </a:p>
          <a:p>
            <a:r>
              <a:rPr lang="en-US" dirty="0" err="1"/>
              <a:t>Cin</a:t>
            </a:r>
            <a:r>
              <a:rPr lang="en-US" dirty="0"/>
              <a:t>&gt;&gt; name;</a:t>
            </a:r>
          </a:p>
          <a:p>
            <a:endParaRPr lang="en-US" sz="1600" dirty="0"/>
          </a:p>
          <a:p>
            <a:r>
              <a:rPr lang="en-US" dirty="0" err="1"/>
              <a:t>Outf</a:t>
            </a:r>
            <a:r>
              <a:rPr lang="en-US" dirty="0"/>
              <a:t>&lt;&lt;name&lt;&lt;“\n”;</a:t>
            </a:r>
          </a:p>
          <a:p>
            <a:endParaRPr lang="en-US" dirty="0"/>
          </a:p>
          <a:p>
            <a:r>
              <a:rPr lang="en-US" dirty="0" err="1"/>
              <a:t>Cout</a:t>
            </a:r>
            <a:r>
              <a:rPr lang="en-US" dirty="0"/>
              <a:t>&lt;&lt;“Enter age: ”;</a:t>
            </a:r>
          </a:p>
          <a:p>
            <a:r>
              <a:rPr lang="en-US" dirty="0" err="1"/>
              <a:t>Cin</a:t>
            </a:r>
            <a:r>
              <a:rPr lang="en-US" dirty="0"/>
              <a:t>&gt;&gt; age;</a:t>
            </a:r>
          </a:p>
          <a:p>
            <a:endParaRPr lang="en-US" dirty="0"/>
          </a:p>
          <a:p>
            <a:r>
              <a:rPr lang="en-US" dirty="0" err="1"/>
              <a:t>Outf</a:t>
            </a:r>
            <a:r>
              <a:rPr lang="en-US" dirty="0"/>
              <a:t>&lt;&lt;age&lt;&lt;“\n”;</a:t>
            </a:r>
          </a:p>
          <a:p>
            <a:endParaRPr lang="en-US" dirty="0"/>
          </a:p>
          <a:p>
            <a:r>
              <a:rPr lang="en-US" dirty="0" err="1"/>
              <a:t>Outf.close</a:t>
            </a:r>
            <a:r>
              <a:rPr lang="en-US" dirty="0"/>
              <a:t>();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648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Read Data From File: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err="1"/>
              <a:t>ifstream</a:t>
            </a:r>
            <a:r>
              <a:rPr lang="en-US" dirty="0"/>
              <a:t> </a:t>
            </a:r>
            <a:r>
              <a:rPr lang="en-US" dirty="0" err="1"/>
              <a:t>inf</a:t>
            </a:r>
            <a:r>
              <a:rPr lang="en-US" dirty="0"/>
              <a:t>(“test”);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inf</a:t>
            </a:r>
            <a:r>
              <a:rPr lang="en-US" dirty="0"/>
              <a:t>&gt;&gt; name;</a:t>
            </a:r>
          </a:p>
          <a:p>
            <a:pPr marL="0" indent="0">
              <a:buNone/>
            </a:pPr>
            <a:r>
              <a:rPr lang="en-US" dirty="0" err="1"/>
              <a:t>cout</a:t>
            </a:r>
            <a:r>
              <a:rPr lang="en-US" dirty="0"/>
              <a:t>&lt;&lt;“Name = ”&lt;&lt; name &lt;&lt;“\n”;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inf</a:t>
            </a:r>
            <a:r>
              <a:rPr lang="en-US" dirty="0"/>
              <a:t>&gt;&gt; age;</a:t>
            </a:r>
          </a:p>
          <a:p>
            <a:pPr marL="0" indent="0">
              <a:buNone/>
            </a:pPr>
            <a:r>
              <a:rPr lang="en-US" dirty="0" err="1"/>
              <a:t>cout</a:t>
            </a:r>
            <a:r>
              <a:rPr lang="en-US" dirty="0"/>
              <a:t>&lt;&lt;“Age= ”&lt;&lt; age&lt;&lt;“\n”;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inf.close</a:t>
            </a:r>
            <a:r>
              <a:rPr lang="en-US" dirty="0"/>
              <a:t>();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147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 of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While (file object){</a:t>
            </a:r>
          </a:p>
          <a:p>
            <a:pPr marL="457200" lvl="1" indent="0">
              <a:buNone/>
            </a:pPr>
            <a:r>
              <a:rPr lang="en-US" dirty="0" err="1"/>
              <a:t>Fileobject.getline</a:t>
            </a:r>
            <a:r>
              <a:rPr lang="en-US" dirty="0"/>
              <a:t>([],size);</a:t>
            </a:r>
          </a:p>
          <a:p>
            <a:pPr marL="457200" lvl="1" indent="0">
              <a:buNone/>
            </a:pPr>
            <a:r>
              <a:rPr lang="en-US" dirty="0" err="1"/>
              <a:t>Cout</a:t>
            </a:r>
            <a:r>
              <a:rPr lang="en-US" dirty="0"/>
              <a:t>&lt;&lt; []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If(</a:t>
            </a:r>
            <a:r>
              <a:rPr lang="en-US" dirty="0" err="1"/>
              <a:t>fileobject.eof</a:t>
            </a:r>
            <a:r>
              <a:rPr lang="en-US" dirty="0"/>
              <a:t> () !=0){</a:t>
            </a:r>
          </a:p>
          <a:p>
            <a:pPr marL="0" indent="0">
              <a:buNone/>
            </a:pPr>
            <a:r>
              <a:rPr lang="en-US"/>
              <a:t>	exit(1);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795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Modes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</a:t>
            </a:r>
          </a:p>
          <a:p>
            <a:r>
              <a:rPr lang="en-US" dirty="0"/>
              <a:t>ate</a:t>
            </a:r>
          </a:p>
          <a:p>
            <a:r>
              <a:rPr lang="en-US" dirty="0"/>
              <a:t>Binary</a:t>
            </a:r>
          </a:p>
          <a:p>
            <a:r>
              <a:rPr lang="en-US" dirty="0"/>
              <a:t>In</a:t>
            </a:r>
          </a:p>
          <a:p>
            <a:r>
              <a:rPr lang="en-US" dirty="0" err="1"/>
              <a:t>Nocreate</a:t>
            </a:r>
            <a:endParaRPr lang="en-US" dirty="0"/>
          </a:p>
          <a:p>
            <a:r>
              <a:rPr lang="en-US" dirty="0" err="1"/>
              <a:t>Noreplace</a:t>
            </a:r>
            <a:endParaRPr lang="en-US" dirty="0"/>
          </a:p>
          <a:p>
            <a:r>
              <a:rPr lang="en-US" dirty="0"/>
              <a:t>Out</a:t>
            </a:r>
          </a:p>
          <a:p>
            <a:r>
              <a:rPr lang="en-US" dirty="0" err="1"/>
              <a:t>trunc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041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 I/O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Put</a:t>
            </a:r>
          </a:p>
          <a:p>
            <a:r>
              <a:rPr lang="en-US" dirty="0"/>
              <a:t>get</a:t>
            </a:r>
          </a:p>
        </p:txBody>
      </p:sp>
    </p:spTree>
    <p:extLst>
      <p:ext uri="{BB962C8B-B14F-4D97-AF65-F5344CB8AC3E}">
        <p14:creationId xmlns:p14="http://schemas.microsoft.com/office/powerpoint/2010/main" val="1224749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7576"/>
            <a:ext cx="10515600" cy="66294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 err="1"/>
              <a:t>fstream</a:t>
            </a:r>
            <a:r>
              <a:rPr lang="en-US" dirty="0"/>
              <a:t> file;</a:t>
            </a:r>
          </a:p>
          <a:p>
            <a:pPr marL="0" indent="0">
              <a:buNone/>
            </a:pPr>
            <a:r>
              <a:rPr lang="en-US" dirty="0"/>
              <a:t>char </a:t>
            </a:r>
            <a:r>
              <a:rPr lang="en-US" dirty="0" err="1"/>
              <a:t>str</a:t>
            </a:r>
            <a:r>
              <a:rPr lang="en-US" dirty="0"/>
              <a:t>[100];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len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cout</a:t>
            </a:r>
            <a:r>
              <a:rPr lang="en-US" dirty="0"/>
              <a:t>&lt;&lt;"Enter any string data: " ;</a:t>
            </a:r>
          </a:p>
          <a:p>
            <a:pPr marL="0" indent="0">
              <a:buNone/>
            </a:pPr>
            <a:r>
              <a:rPr lang="en-US" dirty="0" err="1"/>
              <a:t>cin</a:t>
            </a:r>
            <a:r>
              <a:rPr lang="en-US" dirty="0"/>
              <a:t>&gt;&gt; </a:t>
            </a:r>
            <a:r>
              <a:rPr lang="en-US" dirty="0" err="1"/>
              <a:t>str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 err="1"/>
              <a:t>len</a:t>
            </a:r>
            <a:r>
              <a:rPr lang="en-US" dirty="0"/>
              <a:t>=</a:t>
            </a:r>
            <a:r>
              <a:rPr lang="en-US" dirty="0" err="1"/>
              <a:t>strlen</a:t>
            </a:r>
            <a:r>
              <a:rPr lang="en-US" dirty="0"/>
              <a:t>(</a:t>
            </a:r>
            <a:r>
              <a:rPr lang="en-US" dirty="0" err="1"/>
              <a:t>str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 err="1"/>
              <a:t>file.open</a:t>
            </a:r>
            <a:r>
              <a:rPr lang="en-US" dirty="0"/>
              <a:t> ("textFile.txt", </a:t>
            </a:r>
            <a:r>
              <a:rPr lang="en-US" dirty="0" err="1"/>
              <a:t>ios</a:t>
            </a:r>
            <a:r>
              <a:rPr lang="en-US" dirty="0"/>
              <a:t>::out);</a:t>
            </a:r>
          </a:p>
          <a:p>
            <a:pPr marL="0" indent="0">
              <a:buNone/>
            </a:pPr>
            <a:r>
              <a:rPr lang="en-US" dirty="0"/>
              <a:t>for(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&lt;</a:t>
            </a:r>
            <a:r>
              <a:rPr lang="en-US" dirty="0" err="1"/>
              <a:t>len;i</a:t>
            </a:r>
            <a:r>
              <a:rPr lang="en-US" dirty="0"/>
              <a:t>++){	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file.put</a:t>
            </a:r>
            <a:r>
              <a:rPr lang="en-US" dirty="0"/>
              <a:t>(</a:t>
            </a:r>
            <a:r>
              <a:rPr lang="en-US" dirty="0" err="1"/>
              <a:t>str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]) ; }</a:t>
            </a:r>
          </a:p>
          <a:p>
            <a:pPr marL="0" indent="0">
              <a:buNone/>
            </a:pPr>
            <a:r>
              <a:rPr lang="en-US" dirty="0" err="1"/>
              <a:t>file.close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 err="1"/>
              <a:t>file.open</a:t>
            </a:r>
            <a:r>
              <a:rPr lang="en-US" dirty="0"/>
              <a:t> ("textFile.txt",</a:t>
            </a:r>
            <a:r>
              <a:rPr lang="en-US" dirty="0" err="1"/>
              <a:t>ios</a:t>
            </a:r>
            <a:r>
              <a:rPr lang="en-US" dirty="0"/>
              <a:t>::in );</a:t>
            </a:r>
          </a:p>
          <a:p>
            <a:pPr marL="0" indent="0">
              <a:buNone/>
            </a:pPr>
            <a:r>
              <a:rPr lang="en-US" dirty="0"/>
              <a:t>char </a:t>
            </a:r>
            <a:r>
              <a:rPr lang="en-US" dirty="0" err="1"/>
              <a:t>ch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 err="1"/>
              <a:t>cout</a:t>
            </a:r>
            <a:r>
              <a:rPr lang="en-US" dirty="0"/>
              <a:t>&lt;&lt;"\n \n Reading data from the file\n\n";</a:t>
            </a:r>
          </a:p>
          <a:p>
            <a:pPr marL="0" indent="0">
              <a:buNone/>
            </a:pPr>
            <a:r>
              <a:rPr lang="en-US" dirty="0"/>
              <a:t>while(file){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file.get</a:t>
            </a:r>
            <a:r>
              <a:rPr lang="en-US" dirty="0"/>
              <a:t>(</a:t>
            </a:r>
            <a:r>
              <a:rPr lang="en-US" dirty="0" err="1"/>
              <a:t>ch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	</a:t>
            </a:r>
            <a:r>
              <a:rPr lang="en-US" dirty="0" err="1"/>
              <a:t>cout</a:t>
            </a:r>
            <a:r>
              <a:rPr lang="en-US" dirty="0"/>
              <a:t>&lt;&lt;</a:t>
            </a:r>
            <a:r>
              <a:rPr lang="en-US" dirty="0" err="1"/>
              <a:t>ch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 err="1"/>
              <a:t>file.close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370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09282"/>
            <a:ext cx="10515600" cy="59080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 err="1"/>
              <a:t>fstream</a:t>
            </a:r>
            <a:r>
              <a:rPr lang="en-US" sz="1600" dirty="0"/>
              <a:t> file;</a:t>
            </a:r>
          </a:p>
          <a:p>
            <a:pPr marL="0" indent="0">
              <a:buNone/>
            </a:pPr>
            <a:r>
              <a:rPr lang="en-US" sz="1600" dirty="0"/>
              <a:t>char </a:t>
            </a:r>
            <a:r>
              <a:rPr lang="en-US" sz="1600" dirty="0" err="1"/>
              <a:t>str</a:t>
            </a:r>
            <a:r>
              <a:rPr lang="en-US" sz="1600" dirty="0"/>
              <a:t>[100];</a:t>
            </a:r>
          </a:p>
          <a:p>
            <a:pPr marL="0" indent="0">
              <a:buNone/>
            </a:pPr>
            <a:r>
              <a:rPr lang="en-US" sz="1600" dirty="0" err="1"/>
              <a:t>int</a:t>
            </a:r>
            <a:r>
              <a:rPr lang="en-US" sz="1600" dirty="0"/>
              <a:t> </a:t>
            </a:r>
            <a:r>
              <a:rPr lang="en-US" sz="1600" dirty="0" err="1"/>
              <a:t>len</a:t>
            </a:r>
            <a:r>
              <a:rPr lang="en-US" sz="1600" dirty="0"/>
              <a:t>;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 err="1"/>
              <a:t>Cout</a:t>
            </a:r>
            <a:r>
              <a:rPr lang="en-US" sz="1600" dirty="0"/>
              <a:t>&lt;&lt;“Enter any string data: ”;</a:t>
            </a:r>
          </a:p>
          <a:p>
            <a:pPr marL="0" indent="0">
              <a:buNone/>
            </a:pPr>
            <a:r>
              <a:rPr lang="en-US" sz="1600" dirty="0" err="1"/>
              <a:t>Cin</a:t>
            </a:r>
            <a:r>
              <a:rPr lang="en-US" sz="1600" dirty="0"/>
              <a:t>&gt;&gt; </a:t>
            </a:r>
            <a:r>
              <a:rPr lang="en-US" sz="1600" dirty="0" err="1"/>
              <a:t>str</a:t>
            </a:r>
            <a:r>
              <a:rPr lang="en-US" sz="1600" dirty="0"/>
              <a:t>;</a:t>
            </a:r>
          </a:p>
          <a:p>
            <a:pPr marL="0" indent="0">
              <a:buNone/>
            </a:pPr>
            <a:r>
              <a:rPr lang="en-US" sz="1600" dirty="0"/>
              <a:t>Len=</a:t>
            </a:r>
            <a:r>
              <a:rPr lang="en-US" sz="1600" dirty="0" err="1"/>
              <a:t>strlen</a:t>
            </a:r>
            <a:r>
              <a:rPr lang="en-US" sz="1600" dirty="0"/>
              <a:t>(</a:t>
            </a:r>
            <a:r>
              <a:rPr lang="en-US" sz="1600" dirty="0" err="1"/>
              <a:t>str</a:t>
            </a:r>
            <a:r>
              <a:rPr lang="en-US" sz="1600" dirty="0"/>
              <a:t>);</a:t>
            </a:r>
          </a:p>
          <a:p>
            <a:pPr marL="0" indent="0">
              <a:buNone/>
            </a:pPr>
            <a:r>
              <a:rPr lang="en-US" sz="1600" dirty="0" err="1"/>
              <a:t>File.open</a:t>
            </a:r>
            <a:r>
              <a:rPr lang="en-US" sz="1600" dirty="0"/>
              <a:t> (“</a:t>
            </a:r>
            <a:r>
              <a:rPr lang="en-US" sz="1600" dirty="0" err="1"/>
              <a:t>textFile</a:t>
            </a:r>
            <a:r>
              <a:rPr lang="en-US" sz="1600" dirty="0"/>
              <a:t>”, </a:t>
            </a:r>
            <a:r>
              <a:rPr lang="en-US" sz="1600" dirty="0" err="1"/>
              <a:t>ios</a:t>
            </a:r>
            <a:r>
              <a:rPr lang="en-US" sz="1600" dirty="0"/>
              <a:t>::out | </a:t>
            </a:r>
            <a:r>
              <a:rPr lang="en-US" sz="1600" dirty="0" err="1"/>
              <a:t>ios</a:t>
            </a:r>
            <a:r>
              <a:rPr lang="en-US" sz="1600" dirty="0"/>
              <a:t>::in );</a:t>
            </a:r>
          </a:p>
          <a:p>
            <a:pPr marL="0" indent="0">
              <a:buNone/>
            </a:pPr>
            <a:r>
              <a:rPr lang="en-US" sz="1600" dirty="0"/>
              <a:t>For(</a:t>
            </a:r>
            <a:r>
              <a:rPr lang="en-US" sz="1600" dirty="0" err="1"/>
              <a:t>int</a:t>
            </a:r>
            <a:r>
              <a:rPr lang="en-US" sz="1600" dirty="0"/>
              <a:t> </a:t>
            </a:r>
            <a:r>
              <a:rPr lang="en-US" sz="1600" dirty="0" err="1"/>
              <a:t>i</a:t>
            </a:r>
            <a:r>
              <a:rPr lang="en-US" sz="1600" dirty="0"/>
              <a:t>=0; </a:t>
            </a:r>
            <a:r>
              <a:rPr lang="en-US" sz="1600" dirty="0" err="1"/>
              <a:t>i</a:t>
            </a:r>
            <a:r>
              <a:rPr lang="en-US" sz="1600" dirty="0"/>
              <a:t>&lt;</a:t>
            </a:r>
            <a:r>
              <a:rPr lang="en-US" sz="1600" dirty="0" err="1"/>
              <a:t>len;i</a:t>
            </a:r>
            <a:r>
              <a:rPr lang="en-US" sz="1600" dirty="0"/>
              <a:t>++){	</a:t>
            </a:r>
          </a:p>
          <a:p>
            <a:pPr marL="0" indent="0">
              <a:buNone/>
            </a:pPr>
            <a:r>
              <a:rPr lang="en-US" sz="1600" dirty="0"/>
              <a:t>	</a:t>
            </a:r>
            <a:r>
              <a:rPr lang="en-US" sz="1600" dirty="0" err="1"/>
              <a:t>file.put</a:t>
            </a:r>
            <a:r>
              <a:rPr lang="en-US" sz="1600" dirty="0"/>
              <a:t>(</a:t>
            </a:r>
            <a:r>
              <a:rPr lang="en-US" sz="1600" dirty="0" err="1"/>
              <a:t>str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]) ; }</a:t>
            </a:r>
          </a:p>
          <a:p>
            <a:pPr marL="0" indent="0">
              <a:buNone/>
            </a:pPr>
            <a:r>
              <a:rPr lang="en-US" sz="1600" dirty="0" err="1"/>
              <a:t>File.seekg</a:t>
            </a:r>
            <a:r>
              <a:rPr lang="en-US" sz="1600" dirty="0"/>
              <a:t>(0);</a:t>
            </a:r>
          </a:p>
          <a:p>
            <a:pPr marL="0" indent="0">
              <a:buNone/>
            </a:pPr>
            <a:r>
              <a:rPr lang="en-US" sz="1600" dirty="0"/>
              <a:t>Char </a:t>
            </a:r>
            <a:r>
              <a:rPr lang="en-US" sz="1600" dirty="0" err="1"/>
              <a:t>ch</a:t>
            </a:r>
            <a:r>
              <a:rPr lang="en-US" sz="1600" dirty="0"/>
              <a:t>;</a:t>
            </a:r>
          </a:p>
          <a:p>
            <a:pPr marL="0" indent="0">
              <a:buNone/>
            </a:pPr>
            <a:r>
              <a:rPr lang="en-US" sz="1600" dirty="0" err="1"/>
              <a:t>Cout</a:t>
            </a:r>
            <a:r>
              <a:rPr lang="en-US" sz="1600" dirty="0"/>
              <a:t>&lt;&lt;“\n \n Reading data from the file\n\n”);</a:t>
            </a:r>
          </a:p>
          <a:p>
            <a:pPr marL="0" indent="0">
              <a:buNone/>
            </a:pPr>
            <a:r>
              <a:rPr lang="en-US" sz="1600" dirty="0"/>
              <a:t>While(file){</a:t>
            </a:r>
          </a:p>
          <a:p>
            <a:pPr marL="0" indent="0">
              <a:buNone/>
            </a:pPr>
            <a:r>
              <a:rPr lang="en-US" sz="1600" dirty="0"/>
              <a:t>	</a:t>
            </a:r>
            <a:r>
              <a:rPr lang="en-US" sz="1600" dirty="0" err="1"/>
              <a:t>file.get</a:t>
            </a:r>
            <a:r>
              <a:rPr lang="en-US" sz="1600" dirty="0"/>
              <a:t>(</a:t>
            </a:r>
            <a:r>
              <a:rPr lang="en-US" sz="1600" dirty="0" err="1"/>
              <a:t>ch</a:t>
            </a:r>
            <a:r>
              <a:rPr lang="en-US" sz="1600" dirty="0"/>
              <a:t>);</a:t>
            </a:r>
          </a:p>
          <a:p>
            <a:pPr marL="0" indent="0">
              <a:buNone/>
            </a:pPr>
            <a:r>
              <a:rPr lang="en-US" sz="1600" dirty="0"/>
              <a:t>	</a:t>
            </a:r>
            <a:r>
              <a:rPr lang="en-US" sz="1600" dirty="0" err="1"/>
              <a:t>cout</a:t>
            </a:r>
            <a:r>
              <a:rPr lang="en-US" sz="1600" dirty="0"/>
              <a:t>&lt;&lt;</a:t>
            </a:r>
            <a:r>
              <a:rPr lang="en-US" sz="1600" dirty="0" err="1"/>
              <a:t>ch</a:t>
            </a:r>
            <a:r>
              <a:rPr lang="en-US" sz="1600" dirty="0"/>
              <a:t>;</a:t>
            </a:r>
          </a:p>
          <a:p>
            <a:pPr marL="0" indent="0">
              <a:buNone/>
            </a:pPr>
            <a:r>
              <a:rPr lang="en-US" sz="1600" dirty="0"/>
              <a:t>}</a:t>
            </a:r>
          </a:p>
          <a:p>
            <a:pPr marL="0" indent="0">
              <a:buNone/>
            </a:pPr>
            <a:r>
              <a:rPr lang="en-US" sz="1600" dirty="0" err="1"/>
              <a:t>File.close</a:t>
            </a:r>
            <a:r>
              <a:rPr lang="en-US" sz="1600" dirty="0"/>
              <a:t>(); }</a:t>
            </a:r>
          </a:p>
        </p:txBody>
      </p:sp>
    </p:spTree>
    <p:extLst>
      <p:ext uri="{BB962C8B-B14F-4D97-AF65-F5344CB8AC3E}">
        <p14:creationId xmlns:p14="http://schemas.microsoft.com/office/powerpoint/2010/main" val="2373650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Read() and write()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Save data in binary form.</a:t>
            </a:r>
          </a:p>
          <a:p>
            <a:r>
              <a:rPr lang="en-US" dirty="0"/>
              <a:t>Syntax:</a:t>
            </a:r>
          </a:p>
          <a:p>
            <a:pPr lvl="1"/>
            <a:endParaRPr lang="en-US" dirty="0"/>
          </a:p>
          <a:p>
            <a:pPr lvl="1"/>
            <a:r>
              <a:rPr lang="en-US" sz="3200" dirty="0" err="1"/>
              <a:t>Infile.read</a:t>
            </a:r>
            <a:r>
              <a:rPr lang="en-US" sz="3200" dirty="0"/>
              <a:t>( ( char*) &amp; c, </a:t>
            </a:r>
            <a:r>
              <a:rPr lang="en-US" sz="3200" dirty="0" err="1"/>
              <a:t>sizeof</a:t>
            </a:r>
            <a:r>
              <a:rPr lang="en-US" sz="3200" dirty="0"/>
              <a:t>( c ) );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sz="3200" dirty="0" err="1"/>
              <a:t>outfile.write</a:t>
            </a:r>
            <a:r>
              <a:rPr lang="en-US" sz="3200" dirty="0"/>
              <a:t>( ( char*) &amp; c, </a:t>
            </a:r>
            <a:r>
              <a:rPr lang="en-US" sz="3200" dirty="0" err="1"/>
              <a:t>sizeof</a:t>
            </a:r>
            <a:r>
              <a:rPr lang="en-US" sz="3200" dirty="0"/>
              <a:t>( c ) );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997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Main(){</a:t>
            </a:r>
          </a:p>
          <a:p>
            <a:pPr marL="0" indent="0">
              <a:buNone/>
            </a:pPr>
            <a:r>
              <a:rPr lang="en-US" dirty="0"/>
              <a:t>float </a:t>
            </a:r>
            <a:r>
              <a:rPr lang="en-US" dirty="0" err="1"/>
              <a:t>stdw</a:t>
            </a:r>
            <a:r>
              <a:rPr lang="en-US" dirty="0"/>
              <a:t>[5]={52.5,60.7,38.2,59.4,75.6};</a:t>
            </a:r>
          </a:p>
          <a:p>
            <a:pPr marL="0" indent="0">
              <a:buNone/>
            </a:pPr>
            <a:r>
              <a:rPr lang="en-US" dirty="0" err="1"/>
              <a:t>fstream</a:t>
            </a:r>
            <a:r>
              <a:rPr lang="en-US" dirty="0"/>
              <a:t> file(“test”, </a:t>
            </a:r>
            <a:r>
              <a:rPr lang="en-US" dirty="0" err="1"/>
              <a:t>ios</a:t>
            </a:r>
            <a:r>
              <a:rPr lang="en-US" dirty="0"/>
              <a:t>::out);</a:t>
            </a:r>
          </a:p>
          <a:p>
            <a:pPr marL="0" indent="0">
              <a:buNone/>
            </a:pPr>
            <a:r>
              <a:rPr lang="en-US" dirty="0" err="1"/>
              <a:t>File.write</a:t>
            </a:r>
            <a:r>
              <a:rPr lang="en-US" dirty="0"/>
              <a:t>( ( char*) &amp;</a:t>
            </a:r>
            <a:r>
              <a:rPr lang="en-US" dirty="0" err="1"/>
              <a:t>stdw</a:t>
            </a:r>
            <a:r>
              <a:rPr lang="en-US" dirty="0"/>
              <a:t>, </a:t>
            </a:r>
            <a:r>
              <a:rPr lang="en-US" dirty="0" err="1"/>
              <a:t>sizeof</a:t>
            </a:r>
            <a:r>
              <a:rPr lang="en-US" dirty="0"/>
              <a:t>(</a:t>
            </a:r>
            <a:r>
              <a:rPr lang="en-US" dirty="0" err="1"/>
              <a:t>stdw</a:t>
            </a:r>
            <a:r>
              <a:rPr lang="en-US" dirty="0"/>
              <a:t>));</a:t>
            </a:r>
          </a:p>
          <a:p>
            <a:pPr marL="0" indent="0">
              <a:buNone/>
            </a:pPr>
            <a:r>
              <a:rPr lang="en-US" dirty="0" err="1"/>
              <a:t>File.close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nn-NO" dirty="0"/>
              <a:t>for(int i=0; i&lt;4;i++)</a:t>
            </a:r>
          </a:p>
          <a:p>
            <a:pPr marL="0" indent="0">
              <a:buNone/>
            </a:pPr>
            <a:r>
              <a:rPr lang="nn-NO" dirty="0"/>
              <a:t>	stdw[i]=0;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File.open</a:t>
            </a:r>
            <a:r>
              <a:rPr lang="en-US" dirty="0"/>
              <a:t> (“test”, </a:t>
            </a:r>
            <a:r>
              <a:rPr lang="en-US" dirty="0" err="1"/>
              <a:t>ios</a:t>
            </a:r>
            <a:r>
              <a:rPr lang="en-US" dirty="0"/>
              <a:t>::in);</a:t>
            </a:r>
          </a:p>
          <a:p>
            <a:pPr marL="0" indent="0">
              <a:buNone/>
            </a:pPr>
            <a:r>
              <a:rPr lang="en-US" dirty="0"/>
              <a:t>Float </a:t>
            </a:r>
            <a:r>
              <a:rPr lang="en-US" dirty="0" err="1"/>
              <a:t>std</a:t>
            </a:r>
            <a:r>
              <a:rPr lang="en-US" dirty="0"/>
              <a:t>[4];</a:t>
            </a:r>
          </a:p>
          <a:p>
            <a:pPr marL="0" indent="0">
              <a:buNone/>
            </a:pPr>
            <a:r>
              <a:rPr lang="en-US" dirty="0" err="1"/>
              <a:t>File.read</a:t>
            </a:r>
            <a:r>
              <a:rPr lang="en-US" dirty="0"/>
              <a:t>((char*) &amp;</a:t>
            </a:r>
            <a:r>
              <a:rPr lang="en-US" dirty="0" err="1"/>
              <a:t>std</a:t>
            </a:r>
            <a:r>
              <a:rPr lang="en-US" dirty="0"/>
              <a:t>, </a:t>
            </a:r>
            <a:r>
              <a:rPr lang="en-US" dirty="0" err="1"/>
              <a:t>sizeof</a:t>
            </a:r>
            <a:r>
              <a:rPr lang="en-US" dirty="0"/>
              <a:t>(</a:t>
            </a:r>
            <a:r>
              <a:rPr lang="en-US" dirty="0" err="1"/>
              <a:t>std</a:t>
            </a:r>
            <a:r>
              <a:rPr lang="en-US" dirty="0"/>
              <a:t>));</a:t>
            </a:r>
          </a:p>
          <a:p>
            <a:pPr marL="0" indent="0">
              <a:buNone/>
            </a:pPr>
            <a:r>
              <a:rPr lang="en-US" dirty="0"/>
              <a:t>For(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&lt;5;i++){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cout</a:t>
            </a:r>
            <a:r>
              <a:rPr lang="en-US" dirty="0"/>
              <a:t>&lt;&lt;</a:t>
            </a:r>
            <a:r>
              <a:rPr lang="en-US" dirty="0" err="1"/>
              <a:t>std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]&lt;&lt;</a:t>
            </a:r>
            <a:r>
              <a:rPr lang="en-US" dirty="0" err="1"/>
              <a:t>endl</a:t>
            </a:r>
            <a:r>
              <a:rPr lang="en-US" dirty="0"/>
              <a:t>; }</a:t>
            </a:r>
          </a:p>
          <a:p>
            <a:pPr marL="0" indent="0">
              <a:buNone/>
            </a:pPr>
            <a:r>
              <a:rPr lang="en-US" dirty="0" err="1"/>
              <a:t>File.close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42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 / Write an Object to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class student{</a:t>
            </a:r>
          </a:p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	private:</a:t>
            </a:r>
          </a:p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		string name;</a:t>
            </a:r>
          </a:p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age;</a:t>
            </a:r>
          </a:p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		float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gpa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	public:</a:t>
            </a:r>
          </a:p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setdata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(string n,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a, float g){</a:t>
            </a:r>
          </a:p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			name=n;</a:t>
            </a:r>
          </a:p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			age=a;</a:t>
            </a:r>
          </a:p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			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gpa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=g;	}	</a:t>
            </a:r>
          </a:p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getdata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(){</a:t>
            </a:r>
          </a:p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			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cout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&lt;&lt; "\n Name = " &lt;&lt; name;</a:t>
            </a:r>
          </a:p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			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cout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&lt;&lt; "\n Age = " &lt;&lt; age;</a:t>
            </a:r>
          </a:p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			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cout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&lt;&lt; "\n GPA = " &lt;&lt;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gpa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	}};</a:t>
            </a:r>
          </a:p>
          <a:p>
            <a:pPr marL="0" indent="0">
              <a:buNone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2852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09282"/>
            <a:ext cx="10515600" cy="627977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main()</a:t>
            </a:r>
          </a:p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student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std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[3];</a:t>
            </a:r>
          </a:p>
          <a:p>
            <a:pPr marL="0" indent="0">
              <a:buNone/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fstream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file;</a:t>
            </a:r>
          </a:p>
          <a:p>
            <a:pPr marL="0" indent="0">
              <a:buNone/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file.open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("std.dat",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ios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::out);</a:t>
            </a:r>
          </a:p>
          <a:p>
            <a:pPr marL="0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cout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&lt;&lt; "\n Saving data for three students";</a:t>
            </a:r>
          </a:p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std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[0].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setdata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("Ali",20,3.2);</a:t>
            </a:r>
          </a:p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file.write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 ( char*) &amp;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std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[0],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sizeof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std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[0]));</a:t>
            </a:r>
          </a:p>
          <a:p>
            <a:pPr marL="0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std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[1].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setdata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("Babar",21,2.9);</a:t>
            </a:r>
          </a:p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file.write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 ( char*) &amp;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std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[1],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sizeof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std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[1]));</a:t>
            </a:r>
          </a:p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std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[2].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setdata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("kamran",21,2.8);</a:t>
            </a:r>
          </a:p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file.write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 ( char*) &amp;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std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[2],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sizeof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std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[2]));</a:t>
            </a:r>
          </a:p>
          <a:p>
            <a:pPr marL="0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file.close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</a:p>
          <a:p>
            <a:pPr marL="0" indent="0">
              <a:buNone/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cout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&lt;&lt; "\n Data Saved";</a:t>
            </a:r>
          </a:p>
          <a:p>
            <a:pPr marL="0" indent="0">
              <a:buNone/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getch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</a:p>
          <a:p>
            <a:pPr marL="0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1379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82388"/>
            <a:ext cx="10515600" cy="629322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cout</a:t>
            </a:r>
            <a:r>
              <a:rPr lang="en-US" dirty="0"/>
              <a:t>&lt;&lt; "\n\n  Reading data for three students";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file.open</a:t>
            </a:r>
            <a:r>
              <a:rPr lang="en-US" dirty="0"/>
              <a:t>("std.dat", </a:t>
            </a:r>
            <a:r>
              <a:rPr lang="en-US" dirty="0" err="1"/>
              <a:t>ios</a:t>
            </a:r>
            <a:r>
              <a:rPr lang="en-US" dirty="0"/>
              <a:t>::in);</a:t>
            </a:r>
          </a:p>
          <a:p>
            <a:pPr marL="0" indent="0">
              <a:buNone/>
            </a:pPr>
            <a:r>
              <a:rPr lang="en-US" dirty="0"/>
              <a:t>student  view[3];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&lt;3;i++){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file.read</a:t>
            </a:r>
            <a:r>
              <a:rPr lang="en-US" dirty="0"/>
              <a:t>((char*) &amp;view[</a:t>
            </a:r>
            <a:r>
              <a:rPr lang="en-US" dirty="0" err="1"/>
              <a:t>i</a:t>
            </a:r>
            <a:r>
              <a:rPr lang="en-US" dirty="0"/>
              <a:t>], </a:t>
            </a:r>
            <a:r>
              <a:rPr lang="en-US" dirty="0" err="1"/>
              <a:t>sizeof</a:t>
            </a:r>
            <a:r>
              <a:rPr lang="en-US" dirty="0"/>
              <a:t>(view[</a:t>
            </a:r>
            <a:r>
              <a:rPr lang="en-US" dirty="0" err="1"/>
              <a:t>i</a:t>
            </a:r>
            <a:r>
              <a:rPr lang="en-US" dirty="0"/>
              <a:t>]));</a:t>
            </a:r>
          </a:p>
          <a:p>
            <a:pPr marL="0" indent="0">
              <a:buNone/>
            </a:pPr>
            <a:r>
              <a:rPr lang="en-US" dirty="0"/>
              <a:t>	view[</a:t>
            </a:r>
            <a:r>
              <a:rPr lang="en-US" dirty="0" err="1"/>
              <a:t>i</a:t>
            </a:r>
            <a:r>
              <a:rPr lang="en-US" dirty="0"/>
              <a:t>].</a:t>
            </a:r>
            <a:r>
              <a:rPr lang="en-US" dirty="0" err="1"/>
              <a:t>getdata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cout</a:t>
            </a:r>
            <a:r>
              <a:rPr lang="en-US" dirty="0"/>
              <a:t>&lt;&lt;"\n\n";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file.close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46803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 Line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Main(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argc</a:t>
            </a:r>
            <a:r>
              <a:rPr lang="en-US" dirty="0"/>
              <a:t>, char * </a:t>
            </a:r>
            <a:r>
              <a:rPr lang="en-US" dirty="0" err="1"/>
              <a:t>argv</a:t>
            </a:r>
            <a:r>
              <a:rPr lang="en-US" dirty="0"/>
              <a:t>[])</a:t>
            </a:r>
          </a:p>
          <a:p>
            <a:endParaRPr lang="en-US" dirty="0"/>
          </a:p>
          <a:p>
            <a:r>
              <a:rPr lang="en-US" dirty="0"/>
              <a:t>Where :</a:t>
            </a:r>
          </a:p>
          <a:p>
            <a:r>
              <a:rPr lang="en-US" dirty="0" err="1"/>
              <a:t>Argc</a:t>
            </a:r>
            <a:r>
              <a:rPr lang="en-US" dirty="0"/>
              <a:t> = argument counter.</a:t>
            </a:r>
          </a:p>
          <a:p>
            <a:r>
              <a:rPr lang="en-US" dirty="0" err="1"/>
              <a:t>Argv</a:t>
            </a:r>
            <a:r>
              <a:rPr lang="en-US" dirty="0"/>
              <a:t>= argument value.</a:t>
            </a:r>
          </a:p>
          <a:p>
            <a:endParaRPr lang="en-US" dirty="0"/>
          </a:p>
          <a:p>
            <a:r>
              <a:rPr lang="en-US" dirty="0" err="1"/>
              <a:t>E.g</a:t>
            </a:r>
            <a:r>
              <a:rPr lang="en-US" dirty="0"/>
              <a:t> Example:</a:t>
            </a:r>
          </a:p>
          <a:p>
            <a:pPr lvl="1"/>
            <a:r>
              <a:rPr lang="en-US" dirty="0"/>
              <a:t>C:\&gt; hello world </a:t>
            </a:r>
            <a:r>
              <a:rPr lang="en-US" dirty="0" err="1"/>
              <a:t>cpp</a:t>
            </a:r>
            <a:endParaRPr lang="en-US" dirty="0"/>
          </a:p>
          <a:p>
            <a:pPr lvl="1"/>
            <a:r>
              <a:rPr lang="en-US" dirty="0" err="1"/>
              <a:t>Argv</a:t>
            </a:r>
            <a:r>
              <a:rPr lang="en-US" dirty="0"/>
              <a:t>[0] -&gt; hello …………  command/filename/program name		</a:t>
            </a:r>
          </a:p>
          <a:p>
            <a:pPr lvl="1"/>
            <a:r>
              <a:rPr lang="en-US" dirty="0" err="1"/>
              <a:t>Argv</a:t>
            </a:r>
            <a:r>
              <a:rPr lang="en-US" dirty="0"/>
              <a:t>[1] -&gt; world ………..  parameter</a:t>
            </a:r>
          </a:p>
          <a:p>
            <a:pPr lvl="1"/>
            <a:r>
              <a:rPr lang="en-US" dirty="0" err="1"/>
              <a:t>Argv</a:t>
            </a:r>
            <a:r>
              <a:rPr lang="en-US" dirty="0"/>
              <a:t>[2] -&gt; </a:t>
            </a:r>
            <a:r>
              <a:rPr lang="en-US" dirty="0" err="1"/>
              <a:t>cpp</a:t>
            </a:r>
            <a:r>
              <a:rPr lang="en-US" dirty="0"/>
              <a:t> ……………  parameter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169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 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17812"/>
            <a:ext cx="10515600" cy="539227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main(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argc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char *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argv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[])</a:t>
            </a:r>
          </a:p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char temp[100];</a:t>
            </a:r>
          </a:p>
          <a:p>
            <a:pPr marL="0" indent="0">
              <a:buNone/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fstream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file1;</a:t>
            </a:r>
          </a:p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file1.open(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argv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[1],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ios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::in);</a:t>
            </a:r>
          </a:p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while(file1){</a:t>
            </a:r>
          </a:p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file1.getline(temp,100);</a:t>
            </a:r>
          </a:p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cout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&lt;&lt;temp;</a:t>
            </a:r>
          </a:p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file1.close();</a:t>
            </a:r>
          </a:p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return 0;</a:t>
            </a:r>
          </a:p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marL="0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13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</TotalTime>
  <Words>558</Words>
  <Application>Microsoft Office PowerPoint</Application>
  <PresentationFormat>Widescreen</PresentationFormat>
  <Paragraphs>233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File IO</vt:lpstr>
      <vt:lpstr>File</vt:lpstr>
      <vt:lpstr>PowerPoint Presentation</vt:lpstr>
      <vt:lpstr>PowerPoint Presentation</vt:lpstr>
      <vt:lpstr>Classes</vt:lpstr>
      <vt:lpstr>File Operations</vt:lpstr>
      <vt:lpstr>1: Open File</vt:lpstr>
      <vt:lpstr>Methods for read and write</vt:lpstr>
      <vt:lpstr>Working with Single File (Example)</vt:lpstr>
      <vt:lpstr>PowerPoint Presentation</vt:lpstr>
      <vt:lpstr>End of File</vt:lpstr>
      <vt:lpstr>Modes </vt:lpstr>
      <vt:lpstr>Character I/O </vt:lpstr>
      <vt:lpstr>PowerPoint Presentation</vt:lpstr>
      <vt:lpstr>PowerPoint Presentation</vt:lpstr>
      <vt:lpstr>Read() and write()</vt:lpstr>
      <vt:lpstr>Example</vt:lpstr>
      <vt:lpstr>Read / Write an Object to File</vt:lpstr>
      <vt:lpstr>PowerPoint Presentation</vt:lpstr>
      <vt:lpstr>PowerPoint Presentation</vt:lpstr>
      <vt:lpstr>Command Line Arguments</vt:lpstr>
      <vt:lpstr>Print command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 IO</dc:title>
  <dc:creator>Fast</dc:creator>
  <cp:lastModifiedBy>Administrator</cp:lastModifiedBy>
  <cp:revision>29</cp:revision>
  <dcterms:created xsi:type="dcterms:W3CDTF">2017-11-07T06:51:59Z</dcterms:created>
  <dcterms:modified xsi:type="dcterms:W3CDTF">2022-11-24T03:51:15Z</dcterms:modified>
</cp:coreProperties>
</file>