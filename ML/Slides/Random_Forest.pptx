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-Random-Forest-classifier-in-Machine-Learning-1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953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-Random-Forest-classifier-in-Machine-Learning-2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953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-Random-Forest-classifier-in-Machine-Learning-3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953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-Random-Forest-classifier-in-Machine-Learning-4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953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-Random-Forest-classifier-in-Machine-Learning-5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953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-Random-Forest-classifier-in-Machine-Learning-6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953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-Random-Forest-classifier-in-Machine-Learning-7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953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-Random-Forest-classifier-in-Machine-Learning-8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953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-Random-Forest-classifier-in-Machine-Learning-9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953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-Random-Forest-classifier-in-Machine-Learning-10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953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-Random-Forest-classifier-in-Machine-Learning-11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953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-Random-Forest-classifier-in-Machine-Learning-12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953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-Random-Forest-classifier-in-Machine-Learning-13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953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-Random-Forest-classifier-in-Machine-Learning-14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953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5-Random-Forest-classifier-in-Machine-Learning-15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953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-Random-Forest-classifier-in-Machine-Learning-16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953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7-Random-Forest-classifier-in-Machine-Learning-17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953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8-Random-Forest-classifier-in-Machine-Learning-18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953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9-Random-Forest-classifier-in-Machine-Learning-19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953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-Random-Forest-classifier-in-Machine-Learning-20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953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