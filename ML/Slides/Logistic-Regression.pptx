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ogistic-regression-in-Machine-Learn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ogistic-regression-in-Machine-Learn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ogistic-regression-in-Machine-Learn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ogistic-regression-in-Machine-Learn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ogistic-regression-in-Machine-Learn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ogistic-regression-in-Machine-Learn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ogistic-regression-in-Machine-Learn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ogistic-regression-in-Machine-Learn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ogistic-regression-in-Machine-Learn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ogistic-regression-in-Machine-Learn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